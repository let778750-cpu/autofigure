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5349875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8.xml"/><Relationship Id="rId21" Type="http://schemas.openxmlformats.org/officeDocument/2006/relationships/tags" Target="../tags/tag22.xml"/><Relationship Id="rId63" Type="http://schemas.openxmlformats.org/officeDocument/2006/relationships/tags" Target="../tags/tag64.xml"/><Relationship Id="rId159" Type="http://schemas.openxmlformats.org/officeDocument/2006/relationships/tags" Target="../tags/tag160.xml"/><Relationship Id="rId170" Type="http://schemas.openxmlformats.org/officeDocument/2006/relationships/tags" Target="../tags/tag171.xml"/><Relationship Id="rId226" Type="http://schemas.openxmlformats.org/officeDocument/2006/relationships/tags" Target="../tags/tag227.xml"/><Relationship Id="rId268" Type="http://schemas.openxmlformats.org/officeDocument/2006/relationships/tags" Target="../tags/tag207.xml"/><Relationship Id="rId32" Type="http://schemas.openxmlformats.org/officeDocument/2006/relationships/tags" Target="../tags/tag33.xml"/><Relationship Id="rId74" Type="http://schemas.openxmlformats.org/officeDocument/2006/relationships/tags" Target="../tags/tag75.xml"/><Relationship Id="rId128" Type="http://schemas.openxmlformats.org/officeDocument/2006/relationships/tags" Target="../tags/tag129.xml"/><Relationship Id="rId5" Type="http://schemas.openxmlformats.org/officeDocument/2006/relationships/tags" Target="../tags/tag6.xml"/><Relationship Id="rId181" Type="http://schemas.openxmlformats.org/officeDocument/2006/relationships/tags" Target="../tags/tag182.xml"/><Relationship Id="rId237" Type="http://schemas.openxmlformats.org/officeDocument/2006/relationships/tags" Target="../tags/tag238.xml"/><Relationship Id="rId279" Type="http://schemas.openxmlformats.org/officeDocument/2006/relationships/tags" Target="../tags/tag218.xml"/><Relationship Id="rId22" Type="http://schemas.openxmlformats.org/officeDocument/2006/relationships/tags" Target="../tags/tag23.xml"/><Relationship Id="rId43" Type="http://schemas.openxmlformats.org/officeDocument/2006/relationships/tags" Target="../tags/tag44.xml"/><Relationship Id="rId64" Type="http://schemas.openxmlformats.org/officeDocument/2006/relationships/tags" Target="../tags/tag65.xml"/><Relationship Id="rId118" Type="http://schemas.openxmlformats.org/officeDocument/2006/relationships/tags" Target="../tags/tag119.xml"/><Relationship Id="rId139" Type="http://schemas.openxmlformats.org/officeDocument/2006/relationships/tags" Target="../tags/tag140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71" Type="http://schemas.openxmlformats.org/officeDocument/2006/relationships/tags" Target="../tags/tag172.xml"/><Relationship Id="rId192" Type="http://schemas.openxmlformats.org/officeDocument/2006/relationships/tags" Target="../tags/tag193.xml"/><Relationship Id="rId206" Type="http://schemas.openxmlformats.org/officeDocument/2006/relationships/tags" Target="../tags/tag207.xml"/><Relationship Id="rId227" Type="http://schemas.openxmlformats.org/officeDocument/2006/relationships/tags" Target="../tags/tag228.xml"/><Relationship Id="rId248" Type="http://schemas.openxmlformats.org/officeDocument/2006/relationships/image" Target="../media/image3.png"/><Relationship Id="rId269" Type="http://schemas.openxmlformats.org/officeDocument/2006/relationships/tags" Target="../tags/tag208.xml"/><Relationship Id="rId12" Type="http://schemas.openxmlformats.org/officeDocument/2006/relationships/tags" Target="../tags/tag13.xml"/><Relationship Id="rId33" Type="http://schemas.openxmlformats.org/officeDocument/2006/relationships/tags" Target="../tags/tag34.xml"/><Relationship Id="rId108" Type="http://schemas.openxmlformats.org/officeDocument/2006/relationships/tags" Target="../tags/tag109.xml"/><Relationship Id="rId129" Type="http://schemas.openxmlformats.org/officeDocument/2006/relationships/tags" Target="../tags/tag130.xml"/><Relationship Id="rId280" Type="http://schemas.openxmlformats.org/officeDocument/2006/relationships/tags" Target="../tags/tag221.xml"/><Relationship Id="rId54" Type="http://schemas.openxmlformats.org/officeDocument/2006/relationships/tags" Target="../tags/tag55.xml"/><Relationship Id="rId75" Type="http://schemas.openxmlformats.org/officeDocument/2006/relationships/tags" Target="../tags/tag76.xml"/><Relationship Id="rId96" Type="http://schemas.openxmlformats.org/officeDocument/2006/relationships/tags" Target="../tags/tag97.xml"/><Relationship Id="rId140" Type="http://schemas.openxmlformats.org/officeDocument/2006/relationships/tags" Target="../tags/tag141.xml"/><Relationship Id="rId161" Type="http://schemas.openxmlformats.org/officeDocument/2006/relationships/tags" Target="../tags/tag162.xml"/><Relationship Id="rId182" Type="http://schemas.openxmlformats.org/officeDocument/2006/relationships/tags" Target="../tags/tag183.xml"/><Relationship Id="rId217" Type="http://schemas.openxmlformats.org/officeDocument/2006/relationships/tags" Target="../tags/tag218.xml"/><Relationship Id="rId6" Type="http://schemas.openxmlformats.org/officeDocument/2006/relationships/tags" Target="../tags/tag7.xml"/><Relationship Id="rId238" Type="http://schemas.openxmlformats.org/officeDocument/2006/relationships/tags" Target="../tags/tag239.xml"/><Relationship Id="rId259" Type="http://schemas.openxmlformats.org/officeDocument/2006/relationships/tags" Target="../tags/tag175.xml"/><Relationship Id="rId23" Type="http://schemas.openxmlformats.org/officeDocument/2006/relationships/tags" Target="../tags/tag24.xml"/><Relationship Id="rId119" Type="http://schemas.openxmlformats.org/officeDocument/2006/relationships/tags" Target="../tags/tag120.xml"/><Relationship Id="rId270" Type="http://schemas.openxmlformats.org/officeDocument/2006/relationships/tags" Target="../tags/tag209.xml"/><Relationship Id="rId44" Type="http://schemas.openxmlformats.org/officeDocument/2006/relationships/tags" Target="../tags/tag45.xml"/><Relationship Id="rId65" Type="http://schemas.openxmlformats.org/officeDocument/2006/relationships/tags" Target="../tags/tag66.xml"/><Relationship Id="rId86" Type="http://schemas.openxmlformats.org/officeDocument/2006/relationships/tags" Target="../tags/tag87.xml"/><Relationship Id="rId130" Type="http://schemas.openxmlformats.org/officeDocument/2006/relationships/tags" Target="../tags/tag131.xml"/><Relationship Id="rId151" Type="http://schemas.openxmlformats.org/officeDocument/2006/relationships/tags" Target="../tags/tag152.xml"/><Relationship Id="rId172" Type="http://schemas.openxmlformats.org/officeDocument/2006/relationships/tags" Target="../tags/tag173.xml"/><Relationship Id="rId193" Type="http://schemas.openxmlformats.org/officeDocument/2006/relationships/tags" Target="../tags/tag194.xml"/><Relationship Id="rId207" Type="http://schemas.openxmlformats.org/officeDocument/2006/relationships/tags" Target="../tags/tag208.xml"/><Relationship Id="rId228" Type="http://schemas.openxmlformats.org/officeDocument/2006/relationships/tags" Target="../tags/tag229.xml"/><Relationship Id="rId249" Type="http://schemas.openxmlformats.org/officeDocument/2006/relationships/image" Target="../media/image4.png"/><Relationship Id="rId13" Type="http://schemas.openxmlformats.org/officeDocument/2006/relationships/tags" Target="../tags/tag14.xml"/><Relationship Id="rId109" Type="http://schemas.openxmlformats.org/officeDocument/2006/relationships/tags" Target="../tags/tag110.xml"/><Relationship Id="rId260" Type="http://schemas.openxmlformats.org/officeDocument/2006/relationships/tags" Target="../tags/tag199.xml"/><Relationship Id="rId281" Type="http://schemas.openxmlformats.org/officeDocument/2006/relationships/tags" Target="../tags/tag222.xml"/><Relationship Id="rId34" Type="http://schemas.openxmlformats.org/officeDocument/2006/relationships/tags" Target="../tags/tag35.xml"/><Relationship Id="rId55" Type="http://schemas.openxmlformats.org/officeDocument/2006/relationships/tags" Target="../tags/tag56.xml"/><Relationship Id="rId76" Type="http://schemas.openxmlformats.org/officeDocument/2006/relationships/tags" Target="../tags/tag77.xml"/><Relationship Id="rId97" Type="http://schemas.openxmlformats.org/officeDocument/2006/relationships/tags" Target="../tags/tag98.xml"/><Relationship Id="rId120" Type="http://schemas.openxmlformats.org/officeDocument/2006/relationships/tags" Target="../tags/tag121.xml"/><Relationship Id="rId141" Type="http://schemas.openxmlformats.org/officeDocument/2006/relationships/tags" Target="../tags/tag142.xml"/><Relationship Id="rId7" Type="http://schemas.openxmlformats.org/officeDocument/2006/relationships/tags" Target="../tags/tag8.xml"/><Relationship Id="rId162" Type="http://schemas.openxmlformats.org/officeDocument/2006/relationships/tags" Target="../tags/tag163.xml"/><Relationship Id="rId183" Type="http://schemas.openxmlformats.org/officeDocument/2006/relationships/tags" Target="../tags/tag184.xml"/><Relationship Id="rId218" Type="http://schemas.openxmlformats.org/officeDocument/2006/relationships/tags" Target="../tags/tag219.xml"/><Relationship Id="rId239" Type="http://schemas.openxmlformats.org/officeDocument/2006/relationships/tags" Target="../tags/tag240.xml"/><Relationship Id="rId250" Type="http://schemas.openxmlformats.org/officeDocument/2006/relationships/image" Target="../media/image5.png"/><Relationship Id="rId271" Type="http://schemas.openxmlformats.org/officeDocument/2006/relationships/tags" Target="../tags/tag210.xml"/><Relationship Id="rId24" Type="http://schemas.openxmlformats.org/officeDocument/2006/relationships/tags" Target="../tags/tag25.xml"/><Relationship Id="rId45" Type="http://schemas.openxmlformats.org/officeDocument/2006/relationships/tags" Target="../tags/tag46.xml"/><Relationship Id="rId66" Type="http://schemas.openxmlformats.org/officeDocument/2006/relationships/tags" Target="../tags/tag67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131" Type="http://schemas.openxmlformats.org/officeDocument/2006/relationships/tags" Target="../tags/tag132.xml"/><Relationship Id="rId152" Type="http://schemas.openxmlformats.org/officeDocument/2006/relationships/tags" Target="../tags/tag153.xml"/><Relationship Id="rId173" Type="http://schemas.openxmlformats.org/officeDocument/2006/relationships/tags" Target="../tags/tag174.xml"/><Relationship Id="rId194" Type="http://schemas.openxmlformats.org/officeDocument/2006/relationships/tags" Target="../tags/tag195.xml"/><Relationship Id="rId208" Type="http://schemas.openxmlformats.org/officeDocument/2006/relationships/tags" Target="../tags/tag209.xml"/><Relationship Id="rId229" Type="http://schemas.openxmlformats.org/officeDocument/2006/relationships/tags" Target="../tags/tag230.xml"/><Relationship Id="rId240" Type="http://schemas.openxmlformats.org/officeDocument/2006/relationships/tags" Target="../tags/tag241.xml"/><Relationship Id="rId261" Type="http://schemas.openxmlformats.org/officeDocument/2006/relationships/tags" Target="../tags/tag200.xml"/><Relationship Id="rId14" Type="http://schemas.openxmlformats.org/officeDocument/2006/relationships/tags" Target="../tags/tag15.xml"/><Relationship Id="rId35" Type="http://schemas.openxmlformats.org/officeDocument/2006/relationships/tags" Target="../tags/tag36.xml"/><Relationship Id="rId56" Type="http://schemas.openxmlformats.org/officeDocument/2006/relationships/tags" Target="../tags/tag57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282" Type="http://schemas.openxmlformats.org/officeDocument/2006/relationships/tags" Target="../tags/tag223.xml"/><Relationship Id="rId8" Type="http://schemas.openxmlformats.org/officeDocument/2006/relationships/tags" Target="../tags/tag9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42" Type="http://schemas.openxmlformats.org/officeDocument/2006/relationships/tags" Target="../tags/tag143.xml"/><Relationship Id="rId163" Type="http://schemas.openxmlformats.org/officeDocument/2006/relationships/tags" Target="../tags/tag164.xml"/><Relationship Id="rId184" Type="http://schemas.openxmlformats.org/officeDocument/2006/relationships/tags" Target="../tags/tag185.xml"/><Relationship Id="rId219" Type="http://schemas.openxmlformats.org/officeDocument/2006/relationships/tags" Target="../tags/tag220.xml"/><Relationship Id="rId230" Type="http://schemas.openxmlformats.org/officeDocument/2006/relationships/tags" Target="../tags/tag231.xml"/><Relationship Id="rId251" Type="http://schemas.openxmlformats.org/officeDocument/2006/relationships/image" Target="../media/image6.png"/><Relationship Id="rId25" Type="http://schemas.openxmlformats.org/officeDocument/2006/relationships/tags" Target="../tags/tag26.xml"/><Relationship Id="rId46" Type="http://schemas.openxmlformats.org/officeDocument/2006/relationships/tags" Target="../tags/tag47.xml"/><Relationship Id="rId67" Type="http://schemas.openxmlformats.org/officeDocument/2006/relationships/tags" Target="../tags/tag68.xml"/><Relationship Id="rId272" Type="http://schemas.openxmlformats.org/officeDocument/2006/relationships/tags" Target="../tags/tag211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32" Type="http://schemas.openxmlformats.org/officeDocument/2006/relationships/tags" Target="../tags/tag133.xml"/><Relationship Id="rId153" Type="http://schemas.openxmlformats.org/officeDocument/2006/relationships/tags" Target="../tags/tag154.xml"/><Relationship Id="rId174" Type="http://schemas.openxmlformats.org/officeDocument/2006/relationships/tags" Target="../tags/tag175.xml"/><Relationship Id="rId195" Type="http://schemas.openxmlformats.org/officeDocument/2006/relationships/tags" Target="../tags/tag196.xml"/><Relationship Id="rId209" Type="http://schemas.openxmlformats.org/officeDocument/2006/relationships/tags" Target="../tags/tag210.xml"/><Relationship Id="rId220" Type="http://schemas.openxmlformats.org/officeDocument/2006/relationships/tags" Target="../tags/tag221.xml"/><Relationship Id="rId241" Type="http://schemas.openxmlformats.org/officeDocument/2006/relationships/tags" Target="../tags/tag242.xml"/><Relationship Id="rId15" Type="http://schemas.openxmlformats.org/officeDocument/2006/relationships/tags" Target="../tags/tag16.xml"/><Relationship Id="rId36" Type="http://schemas.openxmlformats.org/officeDocument/2006/relationships/tags" Target="../tags/tag37.xml"/><Relationship Id="rId57" Type="http://schemas.openxmlformats.org/officeDocument/2006/relationships/tags" Target="../tags/tag58.xml"/><Relationship Id="rId262" Type="http://schemas.openxmlformats.org/officeDocument/2006/relationships/tags" Target="../tags/tag201.xml"/><Relationship Id="rId78" Type="http://schemas.openxmlformats.org/officeDocument/2006/relationships/tags" Target="../tags/tag79.xml"/><Relationship Id="rId99" Type="http://schemas.openxmlformats.org/officeDocument/2006/relationships/tags" Target="../tags/tag100.xml"/><Relationship Id="rId101" Type="http://schemas.openxmlformats.org/officeDocument/2006/relationships/tags" Target="../tags/tag102.xml"/><Relationship Id="rId122" Type="http://schemas.openxmlformats.org/officeDocument/2006/relationships/tags" Target="../tags/tag123.xml"/><Relationship Id="rId143" Type="http://schemas.openxmlformats.org/officeDocument/2006/relationships/tags" Target="../tags/tag144.xml"/><Relationship Id="rId164" Type="http://schemas.openxmlformats.org/officeDocument/2006/relationships/tags" Target="../tags/tag165.xml"/><Relationship Id="rId185" Type="http://schemas.openxmlformats.org/officeDocument/2006/relationships/tags" Target="../tags/tag186.xml"/><Relationship Id="rId9" Type="http://schemas.openxmlformats.org/officeDocument/2006/relationships/tags" Target="../tags/tag10.xml"/><Relationship Id="rId210" Type="http://schemas.openxmlformats.org/officeDocument/2006/relationships/tags" Target="../tags/tag211.xml"/><Relationship Id="rId26" Type="http://schemas.openxmlformats.org/officeDocument/2006/relationships/tags" Target="../tags/tag27.xml"/><Relationship Id="rId231" Type="http://schemas.openxmlformats.org/officeDocument/2006/relationships/tags" Target="../tags/tag232.xml"/><Relationship Id="rId252" Type="http://schemas.openxmlformats.org/officeDocument/2006/relationships/image" Target="../media/image7.png"/><Relationship Id="rId273" Type="http://schemas.openxmlformats.org/officeDocument/2006/relationships/tags" Target="../tags/tag212.xml"/><Relationship Id="rId47" Type="http://schemas.openxmlformats.org/officeDocument/2006/relationships/tags" Target="../tags/tag48.xml"/><Relationship Id="rId68" Type="http://schemas.openxmlformats.org/officeDocument/2006/relationships/tags" Target="../tags/tag69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33" Type="http://schemas.openxmlformats.org/officeDocument/2006/relationships/tags" Target="../tags/tag134.xml"/><Relationship Id="rId154" Type="http://schemas.openxmlformats.org/officeDocument/2006/relationships/tags" Target="../tags/tag155.xml"/><Relationship Id="rId175" Type="http://schemas.openxmlformats.org/officeDocument/2006/relationships/tags" Target="../tags/tag176.xml"/><Relationship Id="rId196" Type="http://schemas.openxmlformats.org/officeDocument/2006/relationships/tags" Target="../tags/tag197.xml"/><Relationship Id="rId200" Type="http://schemas.openxmlformats.org/officeDocument/2006/relationships/tags" Target="../tags/tag201.xml"/><Relationship Id="rId16" Type="http://schemas.openxmlformats.org/officeDocument/2006/relationships/tags" Target="../tags/tag17.xml"/><Relationship Id="rId221" Type="http://schemas.openxmlformats.org/officeDocument/2006/relationships/tags" Target="../tags/tag222.xml"/><Relationship Id="rId242" Type="http://schemas.openxmlformats.org/officeDocument/2006/relationships/tags" Target="../tags/tag243.xml"/><Relationship Id="rId263" Type="http://schemas.openxmlformats.org/officeDocument/2006/relationships/tags" Target="../tags/tag202.xml"/><Relationship Id="rId37" Type="http://schemas.openxmlformats.org/officeDocument/2006/relationships/tags" Target="../tags/tag38.xml"/><Relationship Id="rId58" Type="http://schemas.openxmlformats.org/officeDocument/2006/relationships/tags" Target="../tags/tag59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23" Type="http://schemas.openxmlformats.org/officeDocument/2006/relationships/tags" Target="../tags/tag124.xml"/><Relationship Id="rId144" Type="http://schemas.openxmlformats.org/officeDocument/2006/relationships/tags" Target="../tags/tag145.xml"/><Relationship Id="rId90" Type="http://schemas.openxmlformats.org/officeDocument/2006/relationships/tags" Target="../tags/tag91.xml"/><Relationship Id="rId165" Type="http://schemas.openxmlformats.org/officeDocument/2006/relationships/tags" Target="../tags/tag166.xml"/><Relationship Id="rId186" Type="http://schemas.openxmlformats.org/officeDocument/2006/relationships/tags" Target="../tags/tag187.xml"/><Relationship Id="rId211" Type="http://schemas.openxmlformats.org/officeDocument/2006/relationships/tags" Target="../tags/tag212.xml"/><Relationship Id="rId232" Type="http://schemas.openxmlformats.org/officeDocument/2006/relationships/tags" Target="../tags/tag233.xml"/><Relationship Id="rId253" Type="http://schemas.openxmlformats.org/officeDocument/2006/relationships/image" Target="../media/image8.png"/><Relationship Id="rId274" Type="http://schemas.openxmlformats.org/officeDocument/2006/relationships/tags" Target="../tags/tag213.xml"/><Relationship Id="rId27" Type="http://schemas.openxmlformats.org/officeDocument/2006/relationships/tags" Target="../tags/tag28.xml"/><Relationship Id="rId48" Type="http://schemas.openxmlformats.org/officeDocument/2006/relationships/tags" Target="../tags/tag49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34" Type="http://schemas.openxmlformats.org/officeDocument/2006/relationships/tags" Target="../tags/tag135.xml"/><Relationship Id="rId80" Type="http://schemas.openxmlformats.org/officeDocument/2006/relationships/tags" Target="../tags/tag81.xml"/><Relationship Id="rId155" Type="http://schemas.openxmlformats.org/officeDocument/2006/relationships/tags" Target="../tags/tag156.xml"/><Relationship Id="rId176" Type="http://schemas.openxmlformats.org/officeDocument/2006/relationships/tags" Target="../tags/tag177.xml"/><Relationship Id="rId197" Type="http://schemas.openxmlformats.org/officeDocument/2006/relationships/tags" Target="../tags/tag198.xml"/><Relationship Id="rId201" Type="http://schemas.openxmlformats.org/officeDocument/2006/relationships/tags" Target="../tags/tag202.xml"/><Relationship Id="rId222" Type="http://schemas.openxmlformats.org/officeDocument/2006/relationships/tags" Target="../tags/tag223.xml"/><Relationship Id="rId243" Type="http://schemas.openxmlformats.org/officeDocument/2006/relationships/tags" Target="../tags/tag244.xml"/><Relationship Id="rId264" Type="http://schemas.openxmlformats.org/officeDocument/2006/relationships/tags" Target="../tags/tag203.xml"/><Relationship Id="rId17" Type="http://schemas.openxmlformats.org/officeDocument/2006/relationships/tags" Target="../tags/tag18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24" Type="http://schemas.openxmlformats.org/officeDocument/2006/relationships/tags" Target="../tags/tag125.xml"/><Relationship Id="rId70" Type="http://schemas.openxmlformats.org/officeDocument/2006/relationships/tags" Target="../tags/tag71.xml"/><Relationship Id="rId91" Type="http://schemas.openxmlformats.org/officeDocument/2006/relationships/tags" Target="../tags/tag92.xml"/><Relationship Id="rId145" Type="http://schemas.openxmlformats.org/officeDocument/2006/relationships/tags" Target="../tags/tag146.xml"/><Relationship Id="rId166" Type="http://schemas.openxmlformats.org/officeDocument/2006/relationships/tags" Target="../tags/tag167.xml"/><Relationship Id="rId187" Type="http://schemas.openxmlformats.org/officeDocument/2006/relationships/tags" Target="../tags/tag188.xml"/><Relationship Id="rId1" Type="http://schemas.openxmlformats.org/officeDocument/2006/relationships/tags" Target="../tags/tag2.xml"/><Relationship Id="rId212" Type="http://schemas.openxmlformats.org/officeDocument/2006/relationships/tags" Target="../tags/tag213.xml"/><Relationship Id="rId233" Type="http://schemas.openxmlformats.org/officeDocument/2006/relationships/tags" Target="../tags/tag234.xml"/><Relationship Id="rId254" Type="http://schemas.openxmlformats.org/officeDocument/2006/relationships/image" Target="../media/image9.png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275" Type="http://schemas.openxmlformats.org/officeDocument/2006/relationships/tags" Target="../tags/tag214.xml"/><Relationship Id="rId60" Type="http://schemas.openxmlformats.org/officeDocument/2006/relationships/tags" Target="../tags/tag61.xml"/><Relationship Id="rId81" Type="http://schemas.openxmlformats.org/officeDocument/2006/relationships/tags" Target="../tags/tag82.xml"/><Relationship Id="rId135" Type="http://schemas.openxmlformats.org/officeDocument/2006/relationships/tags" Target="../tags/tag136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98" Type="http://schemas.openxmlformats.org/officeDocument/2006/relationships/tags" Target="../tags/tag199.xml"/><Relationship Id="rId202" Type="http://schemas.openxmlformats.org/officeDocument/2006/relationships/tags" Target="../tags/tag203.xml"/><Relationship Id="rId223" Type="http://schemas.openxmlformats.org/officeDocument/2006/relationships/tags" Target="../tags/tag224.xml"/><Relationship Id="rId244" Type="http://schemas.openxmlformats.org/officeDocument/2006/relationships/tags" Target="../tags/tag245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265" Type="http://schemas.openxmlformats.org/officeDocument/2006/relationships/tags" Target="../tags/tag204.xml"/><Relationship Id="rId50" Type="http://schemas.openxmlformats.org/officeDocument/2006/relationships/tags" Target="../tags/tag51.xml"/><Relationship Id="rId104" Type="http://schemas.openxmlformats.org/officeDocument/2006/relationships/tags" Target="../tags/tag105.xml"/><Relationship Id="rId125" Type="http://schemas.openxmlformats.org/officeDocument/2006/relationships/tags" Target="../tags/tag126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188" Type="http://schemas.openxmlformats.org/officeDocument/2006/relationships/tags" Target="../tags/tag189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13" Type="http://schemas.openxmlformats.org/officeDocument/2006/relationships/tags" Target="../tags/tag214.xml"/><Relationship Id="rId234" Type="http://schemas.openxmlformats.org/officeDocument/2006/relationships/tags" Target="../tags/tag235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255" Type="http://schemas.openxmlformats.org/officeDocument/2006/relationships/tags" Target="../tags/tag171.xml"/><Relationship Id="rId276" Type="http://schemas.openxmlformats.org/officeDocument/2006/relationships/tags" Target="../tags/tag215.xml"/><Relationship Id="rId40" Type="http://schemas.openxmlformats.org/officeDocument/2006/relationships/tags" Target="../tags/tag41.xml"/><Relationship Id="rId115" Type="http://schemas.openxmlformats.org/officeDocument/2006/relationships/tags" Target="../tags/tag116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99" Type="http://schemas.openxmlformats.org/officeDocument/2006/relationships/tags" Target="../tags/tag200.xml"/><Relationship Id="rId203" Type="http://schemas.openxmlformats.org/officeDocument/2006/relationships/tags" Target="../tags/tag204.xml"/><Relationship Id="rId19" Type="http://schemas.openxmlformats.org/officeDocument/2006/relationships/tags" Target="../tags/tag20.xml"/><Relationship Id="rId224" Type="http://schemas.openxmlformats.org/officeDocument/2006/relationships/tags" Target="../tags/tag225.xml"/><Relationship Id="rId245" Type="http://schemas.openxmlformats.org/officeDocument/2006/relationships/slideLayout" Target="../slideLayouts/slideLayout7.xml"/><Relationship Id="rId266" Type="http://schemas.openxmlformats.org/officeDocument/2006/relationships/tags" Target="../tags/tag205.xml"/><Relationship Id="rId30" Type="http://schemas.openxmlformats.org/officeDocument/2006/relationships/tags" Target="../tags/tag3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189" Type="http://schemas.openxmlformats.org/officeDocument/2006/relationships/tags" Target="../tags/tag190.xml"/><Relationship Id="rId3" Type="http://schemas.openxmlformats.org/officeDocument/2006/relationships/tags" Target="../tags/tag4.xml"/><Relationship Id="rId214" Type="http://schemas.openxmlformats.org/officeDocument/2006/relationships/tags" Target="../tags/tag215.xml"/><Relationship Id="rId235" Type="http://schemas.openxmlformats.org/officeDocument/2006/relationships/tags" Target="../tags/tag236.xml"/><Relationship Id="rId256" Type="http://schemas.openxmlformats.org/officeDocument/2006/relationships/tags" Target="../tags/tag172.xml"/><Relationship Id="rId277" Type="http://schemas.openxmlformats.org/officeDocument/2006/relationships/tags" Target="../tags/tag216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179" Type="http://schemas.openxmlformats.org/officeDocument/2006/relationships/tags" Target="../tags/tag180.xml"/><Relationship Id="rId190" Type="http://schemas.openxmlformats.org/officeDocument/2006/relationships/tags" Target="../tags/tag191.xml"/><Relationship Id="rId204" Type="http://schemas.openxmlformats.org/officeDocument/2006/relationships/tags" Target="../tags/tag205.xml"/><Relationship Id="rId225" Type="http://schemas.openxmlformats.org/officeDocument/2006/relationships/tags" Target="../tags/tag226.xml"/><Relationship Id="rId246" Type="http://schemas.openxmlformats.org/officeDocument/2006/relationships/image" Target="../media/image1.png"/><Relationship Id="rId267" Type="http://schemas.openxmlformats.org/officeDocument/2006/relationships/tags" Target="../tags/tag206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94" Type="http://schemas.openxmlformats.org/officeDocument/2006/relationships/tags" Target="../tags/tag95.xml"/><Relationship Id="rId148" Type="http://schemas.openxmlformats.org/officeDocument/2006/relationships/tags" Target="../tags/tag149.xml"/><Relationship Id="rId169" Type="http://schemas.openxmlformats.org/officeDocument/2006/relationships/tags" Target="../tags/tag170.xml"/><Relationship Id="rId4" Type="http://schemas.openxmlformats.org/officeDocument/2006/relationships/tags" Target="../tags/tag5.xml"/><Relationship Id="rId180" Type="http://schemas.openxmlformats.org/officeDocument/2006/relationships/tags" Target="../tags/tag181.xml"/><Relationship Id="rId215" Type="http://schemas.openxmlformats.org/officeDocument/2006/relationships/tags" Target="../tags/tag216.xml"/><Relationship Id="rId236" Type="http://schemas.openxmlformats.org/officeDocument/2006/relationships/tags" Target="../tags/tag237.xml"/><Relationship Id="rId257" Type="http://schemas.openxmlformats.org/officeDocument/2006/relationships/tags" Target="../tags/tag173.xml"/><Relationship Id="rId278" Type="http://schemas.openxmlformats.org/officeDocument/2006/relationships/tags" Target="../tags/tag217.xml"/><Relationship Id="rId42" Type="http://schemas.openxmlformats.org/officeDocument/2006/relationships/tags" Target="../tags/tag43.xml"/><Relationship Id="rId84" Type="http://schemas.openxmlformats.org/officeDocument/2006/relationships/tags" Target="../tags/tag85.xml"/><Relationship Id="rId138" Type="http://schemas.openxmlformats.org/officeDocument/2006/relationships/tags" Target="../tags/tag139.xml"/><Relationship Id="rId191" Type="http://schemas.openxmlformats.org/officeDocument/2006/relationships/tags" Target="../tags/tag192.xml"/><Relationship Id="rId205" Type="http://schemas.openxmlformats.org/officeDocument/2006/relationships/tags" Target="../tags/tag206.xml"/><Relationship Id="rId247" Type="http://schemas.openxmlformats.org/officeDocument/2006/relationships/image" Target="../media/image2.png"/><Relationship Id="rId107" Type="http://schemas.openxmlformats.org/officeDocument/2006/relationships/tags" Target="../tags/tag108.xml"/><Relationship Id="rId11" Type="http://schemas.openxmlformats.org/officeDocument/2006/relationships/tags" Target="../tags/tag12.xml"/><Relationship Id="rId53" Type="http://schemas.openxmlformats.org/officeDocument/2006/relationships/tags" Target="../tags/tag54.xml"/><Relationship Id="rId149" Type="http://schemas.openxmlformats.org/officeDocument/2006/relationships/tags" Target="../tags/tag150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216" Type="http://schemas.openxmlformats.org/officeDocument/2006/relationships/tags" Target="../tags/tag217.xml"/><Relationship Id="rId258" Type="http://schemas.openxmlformats.org/officeDocument/2006/relationships/tags" Target="../tags/tag1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edge.joint-to-modular::topology">
            <a:extLst>
              <a:ext uri="{FF2B5EF4-FFF2-40B4-BE49-F238E27FC236}">
                <a16:creationId xmlns:a16="http://schemas.microsoft.com/office/drawing/2014/main" id="{72B4E98A-1767-F1EC-3BBC-96BA59D2D555}"/>
              </a:ext>
            </a:extLst>
          </p:cNvPr>
          <p:cNvCxnSpPr>
            <a:cxnSpLocks/>
            <a:stCxn id="7" idx="0"/>
            <a:endCxn id="4" idx="2"/>
          </p:cNvCxnSpPr>
          <p:nvPr>
            <p:custDataLst>
              <p:tags r:id="rId1"/>
            </p:custDataLst>
          </p:nvPr>
        </p:nvCxnSpPr>
        <p:spPr>
          <a:xfrm rot="5400000" flipH="1" flipV="1">
            <a:off x="3683621" y="4140076"/>
            <a:ext cx="221828" cy="797727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edge.legend-to-joint::topology">
            <a:extLst>
              <a:ext uri="{FF2B5EF4-FFF2-40B4-BE49-F238E27FC236}">
                <a16:creationId xmlns:a16="http://schemas.microsoft.com/office/drawing/2014/main" id="{5C09DE4E-7C3B-3959-B9DB-6CA9A9A50093}"/>
              </a:ext>
            </a:extLst>
          </p:cNvPr>
          <p:cNvCxnSpPr>
            <a:cxnSpLocks/>
            <a:stCxn id="5" idx="1"/>
            <a:endCxn id="7" idx="3"/>
          </p:cNvCxnSpPr>
          <p:nvPr>
            <p:custDataLst>
              <p:tags r:id="rId2"/>
            </p:custDataLst>
          </p:nvPr>
        </p:nvCxnSpPr>
        <p:spPr>
          <a:xfrm flipH="1">
            <a:off x="5195890" y="4880212"/>
            <a:ext cx="537506" cy="1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edge.reward-to-behavior::topology">
            <a:extLst>
              <a:ext uri="{FF2B5EF4-FFF2-40B4-BE49-F238E27FC236}">
                <a16:creationId xmlns:a16="http://schemas.microsoft.com/office/drawing/2014/main" id="{1486D3AE-A59F-48CF-5A6E-34C3AFF3799D}"/>
              </a:ext>
            </a:extLst>
          </p:cNvPr>
          <p:cNvCxnSpPr>
            <a:cxnSpLocks/>
            <a:stCxn id="3" idx="2"/>
            <a:endCxn id="5" idx="3"/>
          </p:cNvCxnSpPr>
          <p:nvPr>
            <p:custDataLst>
              <p:tags r:id="rId3"/>
            </p:custDataLst>
          </p:nvPr>
        </p:nvCxnSpPr>
        <p:spPr>
          <a:xfrm flipH="1">
            <a:off x="8548903" y="4428025"/>
            <a:ext cx="1650912" cy="452187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edge.action-next-state.3::topology">
            <a:extLst>
              <a:ext uri="{FF2B5EF4-FFF2-40B4-BE49-F238E27FC236}">
                <a16:creationId xmlns:a16="http://schemas.microsoft.com/office/drawing/2014/main" id="{925FA4B0-4135-908F-41E7-B24BCDE871DC}"/>
              </a:ext>
            </a:extLst>
          </p:cNvPr>
          <p:cNvCxnSpPr>
            <a:cxnSpLocks/>
            <a:stCxn id="45" idx="7"/>
            <a:endCxn id="56" idx="1"/>
          </p:cNvCxnSpPr>
          <p:nvPr>
            <p:custDataLst>
              <p:tags r:id="rId4"/>
            </p:custDataLst>
          </p:nvPr>
        </p:nvCxnSpPr>
        <p:spPr>
          <a:xfrm rot="5400000" flipH="1" flipV="1">
            <a:off x="11000521" y="2708860"/>
            <a:ext cx="419346" cy="359623"/>
          </a:xfrm>
          <a:prstGeom prst="bentConnector2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edge.policy-action.3::topology">
            <a:extLst>
              <a:ext uri="{FF2B5EF4-FFF2-40B4-BE49-F238E27FC236}">
                <a16:creationId xmlns:a16="http://schemas.microsoft.com/office/drawing/2014/main" id="{90946F49-6F62-C493-7E50-61595D6903F0}"/>
              </a:ext>
            </a:extLst>
          </p:cNvPr>
          <p:cNvCxnSpPr>
            <a:cxnSpLocks/>
            <a:stCxn id="48" idx="7"/>
            <a:endCxn id="45" idx="3"/>
          </p:cNvCxnSpPr>
          <p:nvPr>
            <p:custDataLst>
              <p:tags r:id="rId5"/>
            </p:custDataLst>
          </p:nvPr>
        </p:nvCxnSpPr>
        <p:spPr>
          <a:xfrm rot="5400000" flipH="1" flipV="1">
            <a:off x="10607539" y="3385855"/>
            <a:ext cx="203588" cy="13533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edge.action-next-state.2::topology">
            <a:extLst>
              <a:ext uri="{FF2B5EF4-FFF2-40B4-BE49-F238E27FC236}">
                <a16:creationId xmlns:a16="http://schemas.microsoft.com/office/drawing/2014/main" id="{08A87E1F-0092-0F3E-291D-16F35ABFDF57}"/>
              </a:ext>
            </a:extLst>
          </p:cNvPr>
          <p:cNvCxnSpPr>
            <a:cxnSpLocks/>
            <a:stCxn id="44" idx="7"/>
            <a:endCxn id="55" idx="2"/>
          </p:cNvCxnSpPr>
          <p:nvPr>
            <p:custDataLst>
              <p:tags r:id="rId6"/>
            </p:custDataLst>
          </p:nvPr>
        </p:nvCxnSpPr>
        <p:spPr>
          <a:xfrm rot="5400000" flipH="1" flipV="1">
            <a:off x="10192130" y="2809109"/>
            <a:ext cx="274305" cy="30416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edge.policy-action.2::topology">
            <a:extLst>
              <a:ext uri="{FF2B5EF4-FFF2-40B4-BE49-F238E27FC236}">
                <a16:creationId xmlns:a16="http://schemas.microsoft.com/office/drawing/2014/main" id="{E0671069-930E-128A-DBE8-B5EE1E361A3C}"/>
              </a:ext>
            </a:extLst>
          </p:cNvPr>
          <p:cNvCxnSpPr>
            <a:cxnSpLocks/>
            <a:stCxn id="47" idx="7"/>
            <a:endCxn id="44" idx="3"/>
          </p:cNvCxnSpPr>
          <p:nvPr>
            <p:custDataLst>
              <p:tags r:id="rId7"/>
            </p:custDataLst>
          </p:nvPr>
        </p:nvCxnSpPr>
        <p:spPr>
          <a:xfrm rot="5400000" flipH="1" flipV="1">
            <a:off x="9750089" y="3381588"/>
            <a:ext cx="203588" cy="14386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edge.action-next-state.1::topology">
            <a:extLst>
              <a:ext uri="{FF2B5EF4-FFF2-40B4-BE49-F238E27FC236}">
                <a16:creationId xmlns:a16="http://schemas.microsoft.com/office/drawing/2014/main" id="{033AB812-C7F8-04AA-EFF7-C6D8C02F8C03}"/>
              </a:ext>
            </a:extLst>
          </p:cNvPr>
          <p:cNvCxnSpPr>
            <a:cxnSpLocks/>
            <a:stCxn id="43" idx="7"/>
            <a:endCxn id="54" idx="2"/>
          </p:cNvCxnSpPr>
          <p:nvPr>
            <p:custDataLst>
              <p:tags r:id="rId8"/>
            </p:custDataLst>
          </p:nvPr>
        </p:nvCxnSpPr>
        <p:spPr>
          <a:xfrm rot="5400000" flipH="1" flipV="1">
            <a:off x="9347477" y="2809109"/>
            <a:ext cx="274305" cy="304167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edge.policy-action.1::topology">
            <a:extLst>
              <a:ext uri="{FF2B5EF4-FFF2-40B4-BE49-F238E27FC236}">
                <a16:creationId xmlns:a16="http://schemas.microsoft.com/office/drawing/2014/main" id="{D9C8D049-B7F8-7D55-E888-6A6D637A0BCB}"/>
              </a:ext>
            </a:extLst>
          </p:cNvPr>
          <p:cNvCxnSpPr>
            <a:cxnSpLocks/>
            <a:stCxn id="46" idx="7"/>
            <a:endCxn id="43" idx="3"/>
          </p:cNvCxnSpPr>
          <p:nvPr>
            <p:custDataLst>
              <p:tags r:id="rId9"/>
            </p:custDataLst>
          </p:nvPr>
        </p:nvCxnSpPr>
        <p:spPr>
          <a:xfrm rot="5400000" flipH="1" flipV="1">
            <a:off x="8905437" y="3381589"/>
            <a:ext cx="203588" cy="14386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edge.task2-routing::topology">
            <a:extLst>
              <a:ext uri="{FF2B5EF4-FFF2-40B4-BE49-F238E27FC236}">
                <a16:creationId xmlns:a16="http://schemas.microsoft.com/office/drawing/2014/main" id="{E31E00D2-3F66-F301-5251-4380D1C940F9}"/>
              </a:ext>
            </a:extLst>
          </p:cNvPr>
          <p:cNvCxnSpPr>
            <a:cxnSpLocks/>
            <a:stCxn id="110" idx="3"/>
            <a:endCxn id="92" idx="1"/>
          </p:cNvCxnSpPr>
          <p:nvPr>
            <p:custDataLst>
              <p:tags r:id="rId10"/>
            </p:custDataLst>
          </p:nvPr>
        </p:nvCxnSpPr>
        <p:spPr>
          <a:xfrm>
            <a:off x="4590130" y="3498055"/>
            <a:ext cx="3114122" cy="5972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dge.task1-routing::topology">
            <a:extLst>
              <a:ext uri="{FF2B5EF4-FFF2-40B4-BE49-F238E27FC236}">
                <a16:creationId xmlns:a16="http://schemas.microsoft.com/office/drawing/2014/main" id="{D51FCF79-4408-D3EA-621D-8500C6905B21}"/>
              </a:ext>
            </a:extLst>
          </p:cNvPr>
          <p:cNvCxnSpPr>
            <a:cxnSpLocks/>
            <a:stCxn id="109" idx="3"/>
            <a:endCxn id="95" idx="1"/>
          </p:cNvCxnSpPr>
          <p:nvPr>
            <p:custDataLst>
              <p:tags r:id="rId11"/>
            </p:custDataLst>
          </p:nvPr>
        </p:nvCxnSpPr>
        <p:spPr>
          <a:xfrm flipV="1">
            <a:off x="4590130" y="2260937"/>
            <a:ext cx="3114122" cy="20476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edge.token-to-task2::topology">
            <a:extLst>
              <a:ext uri="{FF2B5EF4-FFF2-40B4-BE49-F238E27FC236}">
                <a16:creationId xmlns:a16="http://schemas.microsoft.com/office/drawing/2014/main" id="{52A5E03B-9926-34C5-FA6A-7877CCE7BF9F}"/>
              </a:ext>
            </a:extLst>
          </p:cNvPr>
          <p:cNvCxnSpPr>
            <a:cxnSpLocks/>
            <a:stCxn id="98" idx="3"/>
            <a:endCxn id="110" idx="1"/>
          </p:cNvCxnSpPr>
          <p:nvPr>
            <p:custDataLst>
              <p:tags r:id="rId12"/>
            </p:custDataLst>
          </p:nvPr>
        </p:nvCxnSpPr>
        <p:spPr>
          <a:xfrm flipV="1">
            <a:off x="3318886" y="3498055"/>
            <a:ext cx="452187" cy="238892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dge.wm-to-token::topology">
            <a:extLst>
              <a:ext uri="{FF2B5EF4-FFF2-40B4-BE49-F238E27FC236}">
                <a16:creationId xmlns:a16="http://schemas.microsoft.com/office/drawing/2014/main" id="{7CCEFADB-219F-F930-014D-2FCC5507635C}"/>
              </a:ext>
            </a:extLst>
          </p:cNvPr>
          <p:cNvCxnSpPr>
            <a:cxnSpLocks/>
            <a:stCxn id="82" idx="3"/>
            <a:endCxn id="98" idx="1"/>
          </p:cNvCxnSpPr>
          <p:nvPr>
            <p:custDataLst>
              <p:tags r:id="rId13"/>
            </p:custDataLst>
          </p:nvPr>
        </p:nvCxnSpPr>
        <p:spPr>
          <a:xfrm flipV="1">
            <a:off x="2670466" y="3736947"/>
            <a:ext cx="281551" cy="12797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edge.token-to-task1::topology">
            <a:extLst>
              <a:ext uri="{FF2B5EF4-FFF2-40B4-BE49-F238E27FC236}">
                <a16:creationId xmlns:a16="http://schemas.microsoft.com/office/drawing/2014/main" id="{982ECFB3-0621-7928-95FA-797E2019FFB5}"/>
              </a:ext>
            </a:extLst>
          </p:cNvPr>
          <p:cNvCxnSpPr>
            <a:cxnSpLocks/>
            <a:stCxn id="86" idx="3"/>
            <a:endCxn id="109" idx="1"/>
          </p:cNvCxnSpPr>
          <p:nvPr>
            <p:custDataLst>
              <p:tags r:id="rId14"/>
            </p:custDataLst>
          </p:nvPr>
        </p:nvCxnSpPr>
        <p:spPr>
          <a:xfrm>
            <a:off x="3318886" y="2359054"/>
            <a:ext cx="452187" cy="106648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edge.mllm-to-token::topology">
            <a:extLst>
              <a:ext uri="{FF2B5EF4-FFF2-40B4-BE49-F238E27FC236}">
                <a16:creationId xmlns:a16="http://schemas.microsoft.com/office/drawing/2014/main" id="{B44B1BC2-501E-E37C-B4B5-8700A7C4DDF5}"/>
              </a:ext>
            </a:extLst>
          </p:cNvPr>
          <p:cNvCxnSpPr>
            <a:cxnSpLocks/>
            <a:stCxn id="81" idx="3"/>
            <a:endCxn id="86" idx="1"/>
          </p:cNvCxnSpPr>
          <p:nvPr>
            <p:custDataLst>
              <p:tags r:id="rId15"/>
            </p:custDataLst>
          </p:nvPr>
        </p:nvCxnSpPr>
        <p:spPr>
          <a:xfrm flipV="1">
            <a:off x="2670466" y="2359054"/>
            <a:ext cx="281551" cy="29861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dge.observation-to-wm::topology">
            <a:extLst>
              <a:ext uri="{FF2B5EF4-FFF2-40B4-BE49-F238E27FC236}">
                <a16:creationId xmlns:a16="http://schemas.microsoft.com/office/drawing/2014/main" id="{9215C0C1-7DBF-2CF4-2305-0F57B85474C3}"/>
              </a:ext>
            </a:extLst>
          </p:cNvPr>
          <p:cNvCxnSpPr>
            <a:cxnSpLocks/>
            <a:stCxn id="89" idx="3"/>
            <a:endCxn id="82" idx="1"/>
          </p:cNvCxnSpPr>
          <p:nvPr>
            <p:custDataLst>
              <p:tags r:id="rId16"/>
            </p:custDataLst>
          </p:nvPr>
        </p:nvCxnSpPr>
        <p:spPr>
          <a:xfrm>
            <a:off x="1296840" y="2849635"/>
            <a:ext cx="307146" cy="900109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edge.observation-to-mllm::topology">
            <a:extLst>
              <a:ext uri="{FF2B5EF4-FFF2-40B4-BE49-F238E27FC236}">
                <a16:creationId xmlns:a16="http://schemas.microsoft.com/office/drawing/2014/main" id="{D9FB081F-9FC4-393C-EE1E-4A5919A49EE1}"/>
              </a:ext>
            </a:extLst>
          </p:cNvPr>
          <p:cNvCxnSpPr>
            <a:cxnSpLocks/>
            <a:stCxn id="89" idx="3"/>
            <a:endCxn id="81" idx="1"/>
          </p:cNvCxnSpPr>
          <p:nvPr>
            <p:custDataLst>
              <p:tags r:id="rId17"/>
            </p:custDataLst>
          </p:nvPr>
        </p:nvCxnSpPr>
        <p:spPr>
          <a:xfrm flipV="1">
            <a:off x="1296840" y="2388915"/>
            <a:ext cx="307146" cy="460720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edge.mapping-to-imagination::topology">
            <a:extLst>
              <a:ext uri="{FF2B5EF4-FFF2-40B4-BE49-F238E27FC236}">
                <a16:creationId xmlns:a16="http://schemas.microsoft.com/office/drawing/2014/main" id="{D61170EE-FF48-179B-4E37-0CCD2BB2EEC4}"/>
              </a:ext>
            </a:extLst>
          </p:cNvPr>
          <p:cNvCxnSpPr>
            <a:cxnSpLocks/>
            <a:stCxn id="10" idx="3"/>
            <a:endCxn id="30" idx="1"/>
          </p:cNvCxnSpPr>
          <p:nvPr>
            <p:custDataLst>
              <p:tags r:id="rId18"/>
            </p:custDataLst>
          </p:nvPr>
        </p:nvCxnSpPr>
        <p:spPr>
          <a:xfrm>
            <a:off x="8122311" y="503378"/>
            <a:ext cx="349806" cy="917174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edge.embedding-to-mapping::topology">
            <a:extLst>
              <a:ext uri="{FF2B5EF4-FFF2-40B4-BE49-F238E27FC236}">
                <a16:creationId xmlns:a16="http://schemas.microsoft.com/office/drawing/2014/main" id="{FA0F377F-F79A-77BE-6F0F-B6F5E5FE8CFB}"/>
              </a:ext>
            </a:extLst>
          </p:cNvPr>
          <p:cNvCxnSpPr>
            <a:cxnSpLocks/>
            <a:stCxn id="8" idx="3"/>
            <a:endCxn id="10" idx="1"/>
          </p:cNvCxnSpPr>
          <p:nvPr>
            <p:custDataLst>
              <p:tags r:id="rId19"/>
            </p:custDataLst>
          </p:nvPr>
        </p:nvCxnSpPr>
        <p:spPr>
          <a:xfrm>
            <a:off x="6194116" y="503378"/>
            <a:ext cx="324209" cy="0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edge.task-encoder-to-embedding::topology">
            <a:extLst>
              <a:ext uri="{FF2B5EF4-FFF2-40B4-BE49-F238E27FC236}">
                <a16:creationId xmlns:a16="http://schemas.microsoft.com/office/drawing/2014/main" id="{6EABEE80-02B5-9D7F-52E0-D296D9C27360}"/>
              </a:ext>
            </a:extLst>
          </p:cNvPr>
          <p:cNvCxnSpPr>
            <a:cxnSpLocks/>
            <a:stCxn id="9" idx="3"/>
            <a:endCxn id="8" idx="1"/>
          </p:cNvCxnSpPr>
          <p:nvPr>
            <p:custDataLst>
              <p:tags r:id="rId20"/>
            </p:custDataLst>
          </p:nvPr>
        </p:nvCxnSpPr>
        <p:spPr>
          <a:xfrm>
            <a:off x="4769298" y="477783"/>
            <a:ext cx="221829" cy="25595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edge.prompt-to-task-encoder::topology">
            <a:extLst>
              <a:ext uri="{FF2B5EF4-FFF2-40B4-BE49-F238E27FC236}">
                <a16:creationId xmlns:a16="http://schemas.microsoft.com/office/drawing/2014/main" id="{7310D2FA-1F44-43A4-54FB-1E225ED0B525}"/>
              </a:ext>
            </a:extLst>
          </p:cNvPr>
          <p:cNvCxnSpPr>
            <a:cxnSpLocks/>
            <a:stCxn id="11" idx="3"/>
            <a:endCxn id="9" idx="1"/>
          </p:cNvCxnSpPr>
          <p:nvPr>
            <p:custDataLst>
              <p:tags r:id="rId21"/>
            </p:custDataLst>
          </p:nvPr>
        </p:nvCxnSpPr>
        <p:spPr>
          <a:xfrm>
            <a:off x="3327417" y="460720"/>
            <a:ext cx="375401" cy="17063"/>
          </a:xfrm>
          <a:prstGeom prst="straightConnector1">
            <a:avLst/>
          </a:prstGeom>
          <a:noFill/>
          <a:ln w="254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  <a:headEnd type="none"/>
                <a:tailEnd type="none"/>
              </a14:hiddenLine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nvas.background">
            <a:extLst>
              <a:ext uri="{FF2B5EF4-FFF2-40B4-BE49-F238E27FC236}">
                <a16:creationId xmlns:a16="http://schemas.microsoft.com/office/drawing/2014/main" id="{4EF8763A-86D4-87D3-1912-35B12511A05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0" y="0"/>
            <a:ext cx="12191999" cy="53494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gion.behavior-learning">
            <a:extLst>
              <a:ext uri="{FF2B5EF4-FFF2-40B4-BE49-F238E27FC236}">
                <a16:creationId xmlns:a16="http://schemas.microsoft.com/office/drawing/2014/main" id="{0B275229-77AE-4062-8B5E-84F45C537BA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8352671" y="912907"/>
            <a:ext cx="3694287" cy="3515118"/>
          </a:xfrm>
          <a:prstGeom prst="rect">
            <a:avLst/>
          </a:prstGeom>
          <a:solidFill>
            <a:srgbClr val="FFFFFF">
              <a:alpha val="0"/>
            </a:srgbClr>
          </a:solidFill>
          <a:ln w="17064" cap="sq">
            <a:solidFill>
              <a:srgbClr val="17345C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gion.modular-joint">
            <a:extLst>
              <a:ext uri="{FF2B5EF4-FFF2-40B4-BE49-F238E27FC236}">
                <a16:creationId xmlns:a16="http://schemas.microsoft.com/office/drawing/2014/main" id="{B55D7EA2-039F-6DC3-4739-7EC527FB5CC6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62105" y="912907"/>
            <a:ext cx="8062588" cy="3515118"/>
          </a:xfrm>
          <a:prstGeom prst="rect">
            <a:avLst/>
          </a:prstGeom>
          <a:solidFill>
            <a:srgbClr val="FFFFFF">
              <a:alpha val="0"/>
            </a:srgbClr>
          </a:solidFill>
          <a:ln w="17064" cap="sq">
            <a:solidFill>
              <a:srgbClr val="17345C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legend.reward-action">
            <a:extLst>
              <a:ext uri="{FF2B5EF4-FFF2-40B4-BE49-F238E27FC236}">
                <a16:creationId xmlns:a16="http://schemas.microsoft.com/office/drawing/2014/main" id="{C91AE54E-C932-90F1-5774-992CE2D6220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733396" y="4624257"/>
            <a:ext cx="2815507" cy="511910"/>
          </a:xfrm>
          <a:prstGeom prst="roundRect">
            <a:avLst/>
          </a:prstGeom>
          <a:solidFill>
            <a:srgbClr val="FFFFFF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gion.environment">
            <a:extLst>
              <a:ext uri="{FF2B5EF4-FFF2-40B4-BE49-F238E27FC236}">
                <a16:creationId xmlns:a16="http://schemas.microsoft.com/office/drawing/2014/main" id="{1258A584-4187-96B4-616B-6F0A63DDFE62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0110230" y="4504811"/>
            <a:ext cx="1902600" cy="70814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gion.joint-optimization">
            <a:extLst>
              <a:ext uri="{FF2B5EF4-FFF2-40B4-BE49-F238E27FC236}">
                <a16:creationId xmlns:a16="http://schemas.microsoft.com/office/drawing/2014/main" id="{A5C9D390-F11C-53A7-18C0-57204987EE3D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595454" y="4649853"/>
            <a:ext cx="3600436" cy="460719"/>
          </a:xfrm>
          <a:prstGeom prst="rect">
            <a:avLst/>
          </a:prstGeom>
          <a:solidFill>
            <a:srgbClr val="FFFFFF"/>
          </a:solidFill>
          <a:ln w="17064" cap="sq">
            <a:solidFill>
              <a:srgbClr val="17345C"/>
            </a:solidFill>
            <a:prstDash val="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gion.task-embedding">
            <a:extLst>
              <a:ext uri="{FF2B5EF4-FFF2-40B4-BE49-F238E27FC236}">
                <a16:creationId xmlns:a16="http://schemas.microsoft.com/office/drawing/2014/main" id="{FB1172E7-EFCA-7BE9-1A70-23B80127D57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4991127" y="298614"/>
            <a:ext cx="1202989" cy="409528"/>
          </a:xfrm>
          <a:prstGeom prst="rect">
            <a:avLst/>
          </a:prstGeom>
          <a:solidFill>
            <a:srgbClr val="FFFFFF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gion.task-encoder">
            <a:extLst>
              <a:ext uri="{FF2B5EF4-FFF2-40B4-BE49-F238E27FC236}">
                <a16:creationId xmlns:a16="http://schemas.microsoft.com/office/drawing/2014/main" id="{28584A77-36FB-4688-43B3-80FDC65EE5B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702818" y="145041"/>
            <a:ext cx="1066480" cy="665484"/>
          </a:xfrm>
          <a:prstGeom prst="roundRect">
            <a:avLst/>
          </a:prstGeom>
          <a:solidFill>
            <a:srgbClr val="F1F1F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gion.task-mapping">
            <a:extLst>
              <a:ext uri="{FF2B5EF4-FFF2-40B4-BE49-F238E27FC236}">
                <a16:creationId xmlns:a16="http://schemas.microsoft.com/office/drawing/2014/main" id="{33E14343-B631-2FF5-3C39-D65410639040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6518325" y="298614"/>
            <a:ext cx="1603986" cy="409528"/>
          </a:xfrm>
          <a:prstGeom prst="roundRect">
            <a:avLst/>
          </a:prstGeom>
          <a:solidFill>
            <a:srgbClr val="F1F1F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gion.task-prompt">
            <a:extLst>
              <a:ext uri="{FF2B5EF4-FFF2-40B4-BE49-F238E27FC236}">
                <a16:creationId xmlns:a16="http://schemas.microsoft.com/office/drawing/2014/main" id="{4791B81E-1F5D-E3A0-B8DF-5D908C7D608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38891" y="119446"/>
            <a:ext cx="3088526" cy="682547"/>
          </a:xfrm>
          <a:prstGeom prst="roundRect">
            <a:avLst/>
          </a:prstGeom>
          <a:solidFill>
            <a:srgbClr val="FFFFFF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asset.action-icon::anchor">
            <a:extLst>
              <a:ext uri="{FF2B5EF4-FFF2-40B4-BE49-F238E27FC236}">
                <a16:creationId xmlns:a16="http://schemas.microsoft.com/office/drawing/2014/main" id="{2B725D8E-AE64-BF87-6472-B905A30AA517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7422701" y="4683980"/>
            <a:ext cx="383933" cy="341274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sset.trophy-bottom::anchor">
            <a:extLst>
              <a:ext uri="{FF2B5EF4-FFF2-40B4-BE49-F238E27FC236}">
                <a16:creationId xmlns:a16="http://schemas.microsoft.com/office/drawing/2014/main" id="{7813FBE9-401E-7BE7-80A9-CCDDE842F4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5827247" y="4683980"/>
            <a:ext cx="273019" cy="332742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gion.rollout">
            <a:extLst>
              <a:ext uri="{FF2B5EF4-FFF2-40B4-BE49-F238E27FC236}">
                <a16:creationId xmlns:a16="http://schemas.microsoft.com/office/drawing/2014/main" id="{639E3C7E-BF34-AEF6-1318-C5C07835EB4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8472117" y="2397447"/>
            <a:ext cx="3412736" cy="1484540"/>
          </a:xfrm>
          <a:prstGeom prst="roundRect">
            <a:avLst/>
          </a:prstGeom>
          <a:solidFill>
            <a:srgbClr val="F3F3F3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gion.task-imagination">
            <a:extLst>
              <a:ext uri="{FF2B5EF4-FFF2-40B4-BE49-F238E27FC236}">
                <a16:creationId xmlns:a16="http://schemas.microsoft.com/office/drawing/2014/main" id="{92463976-BD09-7D1D-B770-CEBE2B5F28F8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8472117" y="1032353"/>
            <a:ext cx="3412736" cy="776397"/>
          </a:xfrm>
          <a:prstGeom prst="roundRect">
            <a:avLst/>
          </a:prstGeom>
          <a:solidFill>
            <a:srgbClr val="F3F3F3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asset.trophy-top::anchor">
            <a:extLst>
              <a:ext uri="{FF2B5EF4-FFF2-40B4-BE49-F238E27FC236}">
                <a16:creationId xmlns:a16="http://schemas.microsoft.com/office/drawing/2014/main" id="{EA0F4BAD-0C97-4A7A-59D2-3AD6A43F62A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0963414" y="1953791"/>
            <a:ext cx="281551" cy="32421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asset.environment-globe::anchor">
            <a:extLst>
              <a:ext uri="{FF2B5EF4-FFF2-40B4-BE49-F238E27FC236}">
                <a16:creationId xmlns:a16="http://schemas.microsoft.com/office/drawing/2014/main" id="{4AB7C058-3CCF-1AC0-038D-4032EE3DACBA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0110231" y="4538939"/>
            <a:ext cx="682547" cy="67401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region.modular-fusion">
            <a:extLst>
              <a:ext uri="{FF2B5EF4-FFF2-40B4-BE49-F238E27FC236}">
                <a16:creationId xmlns:a16="http://schemas.microsoft.com/office/drawing/2014/main" id="{2FF331C5-C787-154F-0C49-6750C2DE3754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3651628" y="1774623"/>
            <a:ext cx="3805201" cy="2533956"/>
          </a:xfrm>
          <a:prstGeom prst="roundRect">
            <a:avLst/>
          </a:prstGeom>
          <a:solidFill>
            <a:srgbClr val="FFFFFF"/>
          </a:solidFill>
          <a:ln w="17064">
            <a:solidFill>
              <a:srgbClr val="17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gion.mllm-encoder">
            <a:extLst>
              <a:ext uri="{FF2B5EF4-FFF2-40B4-BE49-F238E27FC236}">
                <a16:creationId xmlns:a16="http://schemas.microsoft.com/office/drawing/2014/main" id="{D1DE09D7-3E29-DA27-C598-1276794645D5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603986" y="2056173"/>
            <a:ext cx="1066480" cy="665484"/>
          </a:xfrm>
          <a:prstGeom prst="roundRect">
            <a:avLst/>
          </a:prstGeom>
          <a:solidFill>
            <a:srgbClr val="FDE8D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egion.wm-encoder">
            <a:extLst>
              <a:ext uri="{FF2B5EF4-FFF2-40B4-BE49-F238E27FC236}">
                <a16:creationId xmlns:a16="http://schemas.microsoft.com/office/drawing/2014/main" id="{5702374E-70CE-1ED3-6CD6-6496AF8E46E9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1603986" y="3412736"/>
            <a:ext cx="1066480" cy="674015"/>
          </a:xfrm>
          <a:prstGeom prst="roundRect">
            <a:avLst/>
          </a:prstGeom>
          <a:solidFill>
            <a:srgbClr val="DDEAF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egion.expert-allocator">
            <a:extLst>
              <a:ext uri="{FF2B5EF4-FFF2-40B4-BE49-F238E27FC236}">
                <a16:creationId xmlns:a16="http://schemas.microsoft.com/office/drawing/2014/main" id="{9DF59CC1-9131-B6D6-A199-7AD56011A320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129410" y="1117671"/>
            <a:ext cx="3020271" cy="682547"/>
          </a:xfrm>
          <a:prstGeom prst="trapezoid">
            <a:avLst/>
          </a:prstGeom>
          <a:solidFill>
            <a:srgbClr val="FFFFFF"/>
          </a:solidFill>
          <a:ln w="25596">
            <a:solidFill>
              <a:srgbClr val="47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asset.mllm-token-stack::anchor">
            <a:extLst>
              <a:ext uri="{FF2B5EF4-FFF2-40B4-BE49-F238E27FC236}">
                <a16:creationId xmlns:a16="http://schemas.microsoft.com/office/drawing/2014/main" id="{A17F0DD8-E80B-9819-C0B1-AE5BEA77A4CB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2952017" y="1808750"/>
            <a:ext cx="366869" cy="1100607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asset.observation-montage::anchor">
            <a:extLst>
              <a:ext uri="{FF2B5EF4-FFF2-40B4-BE49-F238E27FC236}">
                <a16:creationId xmlns:a16="http://schemas.microsoft.com/office/drawing/2014/main" id="{8D8BB48A-CD73-10FE-B8D3-AE58DF506D0F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366869" y="2508361"/>
            <a:ext cx="929971" cy="682547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asset.output-token-lower::anchor">
            <a:extLst>
              <a:ext uri="{FF2B5EF4-FFF2-40B4-BE49-F238E27FC236}">
                <a16:creationId xmlns:a16="http://schemas.microsoft.com/office/drawing/2014/main" id="{FC2DC5BB-09B5-A24D-2A64-EA82A004F8D5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7704252" y="3011740"/>
            <a:ext cx="349805" cy="109207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asset.output-token-upper::anchor">
            <a:extLst>
              <a:ext uri="{FF2B5EF4-FFF2-40B4-BE49-F238E27FC236}">
                <a16:creationId xmlns:a16="http://schemas.microsoft.com/office/drawing/2014/main" id="{73B36197-59F6-C2F2-2CD6-D44689B589C2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7704252" y="1774622"/>
            <a:ext cx="349805" cy="97263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asset.wm-token-stack::anchor">
            <a:extLst>
              <a:ext uri="{FF2B5EF4-FFF2-40B4-BE49-F238E27FC236}">
                <a16:creationId xmlns:a16="http://schemas.microsoft.com/office/drawing/2014/main" id="{029C6B13-0110-0342-9A53-5C97F06E630F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952017" y="3190909"/>
            <a:ext cx="366869" cy="109207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expert.column.1">
            <a:extLst>
              <a:ext uri="{FF2B5EF4-FFF2-40B4-BE49-F238E27FC236}">
                <a16:creationId xmlns:a16="http://schemas.microsoft.com/office/drawing/2014/main" id="{C412C139-3D5E-ACC8-A695-2259DA128B27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4709575" y="1953791"/>
            <a:ext cx="443656" cy="2022046"/>
          </a:xfrm>
          <a:prstGeom prst="rect">
            <a:avLst/>
          </a:prstGeom>
          <a:solidFill>
            <a:srgbClr val="FAFAFA"/>
          </a:solidFill>
          <a:ln w="1279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expert.column.2">
            <a:extLst>
              <a:ext uri="{FF2B5EF4-FFF2-40B4-BE49-F238E27FC236}">
                <a16:creationId xmlns:a16="http://schemas.microsoft.com/office/drawing/2014/main" id="{0F082CB0-B8F7-520F-80DE-6976593C6529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5357995" y="1953791"/>
            <a:ext cx="443656" cy="2022046"/>
          </a:xfrm>
          <a:prstGeom prst="rect">
            <a:avLst/>
          </a:prstGeom>
          <a:solidFill>
            <a:srgbClr val="FAFAFA"/>
          </a:solidFill>
          <a:ln w="1279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expert.column.3">
            <a:extLst>
              <a:ext uri="{FF2B5EF4-FFF2-40B4-BE49-F238E27FC236}">
                <a16:creationId xmlns:a16="http://schemas.microsoft.com/office/drawing/2014/main" id="{A2E5A5BE-246D-873C-3506-6BC034C8412E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6014947" y="1953791"/>
            <a:ext cx="443656" cy="2022046"/>
          </a:xfrm>
          <a:prstGeom prst="rect">
            <a:avLst/>
          </a:prstGeom>
          <a:solidFill>
            <a:srgbClr val="FAFAFA"/>
          </a:solidFill>
          <a:ln w="1279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expert.column.l">
            <a:extLst>
              <a:ext uri="{FF2B5EF4-FFF2-40B4-BE49-F238E27FC236}">
                <a16:creationId xmlns:a16="http://schemas.microsoft.com/office/drawing/2014/main" id="{A72BC18A-974B-AC11-CBE7-A38F7076840D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6816940" y="1953791"/>
            <a:ext cx="443656" cy="2022046"/>
          </a:xfrm>
          <a:prstGeom prst="rect">
            <a:avLst/>
          </a:prstGeom>
          <a:solidFill>
            <a:srgbClr val="FAFAFA"/>
          </a:solidFill>
          <a:ln w="1279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region.task-1-route">
            <a:extLst>
              <a:ext uri="{FF2B5EF4-FFF2-40B4-BE49-F238E27FC236}">
                <a16:creationId xmlns:a16="http://schemas.microsoft.com/office/drawing/2014/main" id="{0E59E468-F7F3-84D6-79C9-AFDA8BDCA70C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3771073" y="2269469"/>
            <a:ext cx="819057" cy="392465"/>
          </a:xfrm>
          <a:prstGeom prst="rect">
            <a:avLst/>
          </a:prstGeom>
          <a:solidFill>
            <a:srgbClr val="31599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region.task-2-route">
            <a:extLst>
              <a:ext uri="{FF2B5EF4-FFF2-40B4-BE49-F238E27FC236}">
                <a16:creationId xmlns:a16="http://schemas.microsoft.com/office/drawing/2014/main" id="{BE9D3A62-9621-51F2-7C56-CA86E177AB49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3771073" y="3301822"/>
            <a:ext cx="819057" cy="392465"/>
          </a:xfrm>
          <a:prstGeom prst="rect">
            <a:avLst/>
          </a:prstGeom>
          <a:solidFill>
            <a:srgbClr val="D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carrier.edge.prompt-to-task-encoder.filled">
            <a:extLst>
              <a:ext uri="{FF2B5EF4-FFF2-40B4-BE49-F238E27FC236}">
                <a16:creationId xmlns:a16="http://schemas.microsoft.com/office/drawing/2014/main" id="{BA8AA82C-7192-2EDA-B564-CD85A856C45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 rot="156154">
            <a:off x="3327224" y="409528"/>
            <a:ext cx="375789" cy="119446"/>
          </a:xfrm>
          <a:prstGeom prst="rightArrow">
            <a:avLst/>
          </a:prstGeom>
          <a:solidFill>
            <a:srgbClr val="6F737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carrier.edge.task-encoder-to-embedding.filled">
            <a:extLst>
              <a:ext uri="{FF2B5EF4-FFF2-40B4-BE49-F238E27FC236}">
                <a16:creationId xmlns:a16="http://schemas.microsoft.com/office/drawing/2014/main" id="{DAD42937-C0BC-17AD-4C44-A29B3E5ABEB8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 rot="394917">
            <a:off x="4768562" y="430858"/>
            <a:ext cx="223300" cy="119446"/>
          </a:xfrm>
          <a:prstGeom prst="rightArrow">
            <a:avLst/>
          </a:prstGeom>
          <a:solidFill>
            <a:srgbClr val="6F737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carrier.edge.embedding-to-mapping.filled">
            <a:extLst>
              <a:ext uri="{FF2B5EF4-FFF2-40B4-BE49-F238E27FC236}">
                <a16:creationId xmlns:a16="http://schemas.microsoft.com/office/drawing/2014/main" id="{D4B2092F-8695-443A-262B-B66774FF77B0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6194115" y="443655"/>
            <a:ext cx="324210" cy="119446"/>
          </a:xfrm>
          <a:prstGeom prst="rightArrow">
            <a:avLst/>
          </a:prstGeom>
          <a:solidFill>
            <a:srgbClr val="6F737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carrier.edge.mapping-to-imagination.filled">
            <a:extLst>
              <a:ext uri="{FF2B5EF4-FFF2-40B4-BE49-F238E27FC236}">
                <a16:creationId xmlns:a16="http://schemas.microsoft.com/office/drawing/2014/main" id="{1951D19E-0E8B-D150-1E42-BD624E9198F6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 rot="2952037">
            <a:off x="7911170" y="840386"/>
            <a:ext cx="1070703" cy="119446"/>
          </a:xfrm>
          <a:prstGeom prst="rightArrow">
            <a:avLst/>
          </a:prstGeom>
          <a:solidFill>
            <a:srgbClr val="6F737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0" name="edge.embedding-to-allocator">
            <a:extLst>
              <a:ext uri="{FF2B5EF4-FFF2-40B4-BE49-F238E27FC236}">
                <a16:creationId xmlns:a16="http://schemas.microsoft.com/office/drawing/2014/main" id="{758F6F94-C855-96FB-9BDF-026097371046}"/>
              </a:ext>
            </a:extLst>
          </p:cNvPr>
          <p:cNvCxnSpPr>
            <a:cxnSpLocks/>
            <a:stCxn id="8" idx="2"/>
            <a:endCxn id="83" idx="0"/>
          </p:cNvCxnSpPr>
          <p:nvPr>
            <p:custDataLst>
              <p:tags r:id="rId57"/>
            </p:custDataLst>
          </p:nvPr>
        </p:nvCxnSpPr>
        <p:spPr>
          <a:xfrm>
            <a:off x="5592622" y="708142"/>
            <a:ext cx="46924" cy="409529"/>
          </a:xfrm>
          <a:prstGeom prst="straightConnector1">
            <a:avLst/>
          </a:prstGeom>
          <a:ln w="25596">
            <a:solidFill>
              <a:srgbClr val="4777C8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arrier.edge.observation-to-mllm.filled">
            <a:extLst>
              <a:ext uri="{FF2B5EF4-FFF2-40B4-BE49-F238E27FC236}">
                <a16:creationId xmlns:a16="http://schemas.microsoft.com/office/drawing/2014/main" id="{3BFD8276-BE01-B440-5D26-002375DFD7EF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 rot="-2651584">
            <a:off x="1236223" y="2482765"/>
            <a:ext cx="428380" cy="110914"/>
          </a:xfrm>
          <a:prstGeom prst="rightArrow">
            <a:avLst/>
          </a:prstGeom>
          <a:solidFill>
            <a:srgbClr val="E67E2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carrier.edge.observation-to-wm.filled">
            <a:extLst>
              <a:ext uri="{FF2B5EF4-FFF2-40B4-BE49-F238E27FC236}">
                <a16:creationId xmlns:a16="http://schemas.microsoft.com/office/drawing/2014/main" id="{3D20B1CF-3F3A-7C45-656D-EF67626564E9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 rot="4085298">
            <a:off x="1038884" y="3312487"/>
            <a:ext cx="823057" cy="110914"/>
          </a:xfrm>
          <a:prstGeom prst="rightArrow">
            <a:avLst/>
          </a:prstGeom>
          <a:solidFill>
            <a:srgbClr val="31599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carrier.edge.mllm-to-token.filled">
            <a:extLst>
              <a:ext uri="{FF2B5EF4-FFF2-40B4-BE49-F238E27FC236}">
                <a16:creationId xmlns:a16="http://schemas.microsoft.com/office/drawing/2014/main" id="{386DA192-DBE1-0366-456B-894D09534A92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 rot="-363252">
            <a:off x="2669676" y="2318527"/>
            <a:ext cx="283130" cy="110914"/>
          </a:xfrm>
          <a:prstGeom prst="rightArrow">
            <a:avLst/>
          </a:prstGeom>
          <a:solidFill>
            <a:srgbClr val="E67E2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carrier.edge.token-to-task1.filled">
            <a:extLst>
              <a:ext uri="{FF2B5EF4-FFF2-40B4-BE49-F238E27FC236}">
                <a16:creationId xmlns:a16="http://schemas.microsoft.com/office/drawing/2014/main" id="{089D4B32-45E3-613F-376A-F829FEA9DCEC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 rot="796239">
            <a:off x="3312682" y="2356921"/>
            <a:ext cx="464594" cy="110914"/>
          </a:xfrm>
          <a:prstGeom prst="rightArrow">
            <a:avLst/>
          </a:prstGeom>
          <a:solidFill>
            <a:srgbClr val="E67E22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carrier.edge.wm-to-token.filled">
            <a:extLst>
              <a:ext uri="{FF2B5EF4-FFF2-40B4-BE49-F238E27FC236}">
                <a16:creationId xmlns:a16="http://schemas.microsoft.com/office/drawing/2014/main" id="{AAF0CB94-CD3F-4D36-DE30-43AFD6D99753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 rot="-156154">
            <a:off x="2670321" y="3687887"/>
            <a:ext cx="281841" cy="110914"/>
          </a:xfrm>
          <a:prstGeom prst="rightArrow">
            <a:avLst/>
          </a:prstGeom>
          <a:solidFill>
            <a:srgbClr val="31599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carrier.edge.token-to-task2.filled">
            <a:extLst>
              <a:ext uri="{FF2B5EF4-FFF2-40B4-BE49-F238E27FC236}">
                <a16:creationId xmlns:a16="http://schemas.microsoft.com/office/drawing/2014/main" id="{98129C13-9AB8-F6D3-467A-3B404452B908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 rot="-1670855">
            <a:off x="3289273" y="3562043"/>
            <a:ext cx="511412" cy="110914"/>
          </a:xfrm>
          <a:prstGeom prst="rightArrow">
            <a:avLst/>
          </a:prstGeom>
          <a:solidFill>
            <a:srgbClr val="31599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edge.allocator-to-fusion">
            <a:extLst>
              <a:ext uri="{FF2B5EF4-FFF2-40B4-BE49-F238E27FC236}">
                <a16:creationId xmlns:a16="http://schemas.microsoft.com/office/drawing/2014/main" id="{BC4516CF-35F5-F0C7-C2FE-CB9B4122B7E9}"/>
              </a:ext>
            </a:extLst>
          </p:cNvPr>
          <p:cNvCxnSpPr>
            <a:cxnSpLocks/>
            <a:stCxn id="83" idx="2"/>
            <a:endCxn id="80" idx="0"/>
          </p:cNvCxnSpPr>
          <p:nvPr>
            <p:custDataLst>
              <p:tags r:id="rId64"/>
            </p:custDataLst>
          </p:nvPr>
        </p:nvCxnSpPr>
        <p:spPr>
          <a:xfrm flipH="1" flipV="1">
            <a:off x="5554229" y="1774623"/>
            <a:ext cx="85317" cy="25595"/>
          </a:xfrm>
          <a:prstGeom prst="straightConnector1">
            <a:avLst/>
          </a:prstGeom>
          <a:ln w="25596">
            <a:solidFill>
              <a:srgbClr val="4777C8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arrier.edge.task1-routing.segment.1">
            <a:extLst>
              <a:ext uri="{FF2B5EF4-FFF2-40B4-BE49-F238E27FC236}">
                <a16:creationId xmlns:a16="http://schemas.microsoft.com/office/drawing/2014/main" id="{B9296C48-48CA-16AF-C9F1-151B5F8EB30F}"/>
              </a:ext>
            </a:extLst>
          </p:cNvPr>
          <p:cNvCxnSpPr/>
          <p:nvPr>
            <p:custDataLst>
              <p:tags r:id="rId65"/>
            </p:custDataLst>
          </p:nvPr>
        </p:nvCxnSpPr>
        <p:spPr>
          <a:xfrm flipV="1">
            <a:off x="4590130" y="2346256"/>
            <a:ext cx="204764" cy="119446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arrier.edge.task1-routing.segment.2">
            <a:extLst>
              <a:ext uri="{FF2B5EF4-FFF2-40B4-BE49-F238E27FC236}">
                <a16:creationId xmlns:a16="http://schemas.microsoft.com/office/drawing/2014/main" id="{0DA5E8D0-F093-0E22-4FF7-6B5CA03F51FC}"/>
              </a:ext>
            </a:extLst>
          </p:cNvPr>
          <p:cNvCxnSpPr/>
          <p:nvPr>
            <p:custDataLst>
              <p:tags r:id="rId66"/>
            </p:custDataLst>
          </p:nvPr>
        </p:nvCxnSpPr>
        <p:spPr>
          <a:xfrm>
            <a:off x="4794894" y="2346256"/>
            <a:ext cx="238891" cy="102382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arrier.edge.task1-routing.segment.3">
            <a:extLst>
              <a:ext uri="{FF2B5EF4-FFF2-40B4-BE49-F238E27FC236}">
                <a16:creationId xmlns:a16="http://schemas.microsoft.com/office/drawing/2014/main" id="{179A11C3-9D56-2405-19F4-35970CA25ED6}"/>
              </a:ext>
            </a:extLst>
          </p:cNvPr>
          <p:cNvCxnSpPr/>
          <p:nvPr>
            <p:custDataLst>
              <p:tags r:id="rId67"/>
            </p:custDataLst>
          </p:nvPr>
        </p:nvCxnSpPr>
        <p:spPr>
          <a:xfrm>
            <a:off x="5033785" y="2448638"/>
            <a:ext cx="255956" cy="494847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arrier.edge.task1-routing.segment.4">
            <a:extLst>
              <a:ext uri="{FF2B5EF4-FFF2-40B4-BE49-F238E27FC236}">
                <a16:creationId xmlns:a16="http://schemas.microsoft.com/office/drawing/2014/main" id="{C42BED11-DDB3-F257-3947-19B79D0CE02F}"/>
              </a:ext>
            </a:extLst>
          </p:cNvPr>
          <p:cNvCxnSpPr/>
          <p:nvPr>
            <p:custDataLst>
              <p:tags r:id="rId68"/>
            </p:custDataLst>
          </p:nvPr>
        </p:nvCxnSpPr>
        <p:spPr>
          <a:xfrm>
            <a:off x="5289741" y="2943485"/>
            <a:ext cx="255955" cy="443656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arrier.edge.task1-routing.segment.5">
            <a:extLst>
              <a:ext uri="{FF2B5EF4-FFF2-40B4-BE49-F238E27FC236}">
                <a16:creationId xmlns:a16="http://schemas.microsoft.com/office/drawing/2014/main" id="{7729FB6F-72E1-95A1-9D3E-71915E82E826}"/>
              </a:ext>
            </a:extLst>
          </p:cNvPr>
          <p:cNvCxnSpPr/>
          <p:nvPr>
            <p:custDataLst>
              <p:tags r:id="rId69"/>
            </p:custDataLst>
          </p:nvPr>
        </p:nvCxnSpPr>
        <p:spPr>
          <a:xfrm>
            <a:off x="5545696" y="3387141"/>
            <a:ext cx="290082" cy="230359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arrier.edge.task1-routing.segment.6">
            <a:extLst>
              <a:ext uri="{FF2B5EF4-FFF2-40B4-BE49-F238E27FC236}">
                <a16:creationId xmlns:a16="http://schemas.microsoft.com/office/drawing/2014/main" id="{025507CC-1C04-7CF2-7CA5-922320A4DA32}"/>
              </a:ext>
            </a:extLst>
          </p:cNvPr>
          <p:cNvCxnSpPr/>
          <p:nvPr>
            <p:custDataLst>
              <p:tags r:id="rId70"/>
            </p:custDataLst>
          </p:nvPr>
        </p:nvCxnSpPr>
        <p:spPr>
          <a:xfrm>
            <a:off x="5835778" y="3617500"/>
            <a:ext cx="307147" cy="8532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arrier.edge.task1-routing.segment.7">
            <a:extLst>
              <a:ext uri="{FF2B5EF4-FFF2-40B4-BE49-F238E27FC236}">
                <a16:creationId xmlns:a16="http://schemas.microsoft.com/office/drawing/2014/main" id="{8E3EBEFC-4C3B-1DF2-8F8B-C54A153FE9DD}"/>
              </a:ext>
            </a:extLst>
          </p:cNvPr>
          <p:cNvCxnSpPr/>
          <p:nvPr>
            <p:custDataLst>
              <p:tags r:id="rId71"/>
            </p:custDataLst>
          </p:nvPr>
        </p:nvCxnSpPr>
        <p:spPr>
          <a:xfrm flipV="1">
            <a:off x="6142925" y="3335949"/>
            <a:ext cx="307146" cy="290083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arrier.edge.task1-routing.segment.8">
            <a:extLst>
              <a:ext uri="{FF2B5EF4-FFF2-40B4-BE49-F238E27FC236}">
                <a16:creationId xmlns:a16="http://schemas.microsoft.com/office/drawing/2014/main" id="{0C380B86-CA52-8F0D-B84D-2EAB9A3F8922}"/>
              </a:ext>
            </a:extLst>
          </p:cNvPr>
          <p:cNvCxnSpPr/>
          <p:nvPr>
            <p:custDataLst>
              <p:tags r:id="rId72"/>
            </p:custDataLst>
          </p:nvPr>
        </p:nvCxnSpPr>
        <p:spPr>
          <a:xfrm flipV="1">
            <a:off x="6450071" y="2841103"/>
            <a:ext cx="290083" cy="494846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arrier.edge.task1-routing.segment.9">
            <a:extLst>
              <a:ext uri="{FF2B5EF4-FFF2-40B4-BE49-F238E27FC236}">
                <a16:creationId xmlns:a16="http://schemas.microsoft.com/office/drawing/2014/main" id="{7D23C5B4-0408-2862-A054-142E4A690FA8}"/>
              </a:ext>
            </a:extLst>
          </p:cNvPr>
          <p:cNvCxnSpPr/>
          <p:nvPr>
            <p:custDataLst>
              <p:tags r:id="rId73"/>
            </p:custDataLst>
          </p:nvPr>
        </p:nvCxnSpPr>
        <p:spPr>
          <a:xfrm flipV="1">
            <a:off x="6740154" y="2465702"/>
            <a:ext cx="324209" cy="375401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arrier.edge.task1-routing.segment.10">
            <a:extLst>
              <a:ext uri="{FF2B5EF4-FFF2-40B4-BE49-F238E27FC236}">
                <a16:creationId xmlns:a16="http://schemas.microsoft.com/office/drawing/2014/main" id="{5792D9A0-17DD-C87C-8F67-8BA74C39EDBE}"/>
              </a:ext>
            </a:extLst>
          </p:cNvPr>
          <p:cNvCxnSpPr/>
          <p:nvPr>
            <p:custDataLst>
              <p:tags r:id="rId74"/>
            </p:custDataLst>
          </p:nvPr>
        </p:nvCxnSpPr>
        <p:spPr>
          <a:xfrm flipV="1">
            <a:off x="7064363" y="2388915"/>
            <a:ext cx="315678" cy="76787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arrier.edge.task1-routing.segment.11">
            <a:extLst>
              <a:ext uri="{FF2B5EF4-FFF2-40B4-BE49-F238E27FC236}">
                <a16:creationId xmlns:a16="http://schemas.microsoft.com/office/drawing/2014/main" id="{CC4007DB-C5E3-136D-A0FF-814668906D0F}"/>
              </a:ext>
            </a:extLst>
          </p:cNvPr>
          <p:cNvCxnSpPr/>
          <p:nvPr>
            <p:custDataLst>
              <p:tags r:id="rId75"/>
            </p:custDataLst>
          </p:nvPr>
        </p:nvCxnSpPr>
        <p:spPr>
          <a:xfrm flipV="1">
            <a:off x="7380041" y="2260938"/>
            <a:ext cx="324210" cy="127977"/>
          </a:xfrm>
          <a:prstGeom prst="line">
            <a:avLst/>
          </a:prstGeom>
          <a:ln w="25596" cap="rnd">
            <a:solidFill>
              <a:srgbClr val="2E64AD"/>
            </a:solidFill>
            <a:prstDash val="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arrier.edge.task2-routing.segment.1">
            <a:extLst>
              <a:ext uri="{FF2B5EF4-FFF2-40B4-BE49-F238E27FC236}">
                <a16:creationId xmlns:a16="http://schemas.microsoft.com/office/drawing/2014/main" id="{2ED20471-C21E-46C3-FAC8-A14628C4A303}"/>
              </a:ext>
            </a:extLst>
          </p:cNvPr>
          <p:cNvCxnSpPr/>
          <p:nvPr>
            <p:custDataLst>
              <p:tags r:id="rId76"/>
            </p:custDataLst>
          </p:nvPr>
        </p:nvCxnSpPr>
        <p:spPr>
          <a:xfrm>
            <a:off x="4590130" y="3498054"/>
            <a:ext cx="273019" cy="0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arrier.edge.task2-routing.segment.2">
            <a:extLst>
              <a:ext uri="{FF2B5EF4-FFF2-40B4-BE49-F238E27FC236}">
                <a16:creationId xmlns:a16="http://schemas.microsoft.com/office/drawing/2014/main" id="{BC1D1F69-3104-EDD3-64F8-EA90FEC7EA9F}"/>
              </a:ext>
            </a:extLst>
          </p:cNvPr>
          <p:cNvCxnSpPr/>
          <p:nvPr>
            <p:custDataLst>
              <p:tags r:id="rId77"/>
            </p:custDataLst>
          </p:nvPr>
        </p:nvCxnSpPr>
        <p:spPr>
          <a:xfrm>
            <a:off x="4863149" y="3498054"/>
            <a:ext cx="341273" cy="85319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arrier.edge.task2-routing.segment.3">
            <a:extLst>
              <a:ext uri="{FF2B5EF4-FFF2-40B4-BE49-F238E27FC236}">
                <a16:creationId xmlns:a16="http://schemas.microsoft.com/office/drawing/2014/main" id="{0A626AD1-966B-AC2D-CD64-655A2A77C27B}"/>
              </a:ext>
            </a:extLst>
          </p:cNvPr>
          <p:cNvCxnSpPr/>
          <p:nvPr>
            <p:custDataLst>
              <p:tags r:id="rId78"/>
            </p:custDataLst>
          </p:nvPr>
        </p:nvCxnSpPr>
        <p:spPr>
          <a:xfrm flipV="1">
            <a:off x="5204422" y="3472459"/>
            <a:ext cx="341274" cy="110914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arrier.edge.task2-routing.segment.4">
            <a:extLst>
              <a:ext uri="{FF2B5EF4-FFF2-40B4-BE49-F238E27FC236}">
                <a16:creationId xmlns:a16="http://schemas.microsoft.com/office/drawing/2014/main" id="{2FF6C8E1-563E-CDDA-8ACB-23BBD8279FA6}"/>
              </a:ext>
            </a:extLst>
          </p:cNvPr>
          <p:cNvCxnSpPr/>
          <p:nvPr>
            <p:custDataLst>
              <p:tags r:id="rId79"/>
            </p:custDataLst>
          </p:nvPr>
        </p:nvCxnSpPr>
        <p:spPr>
          <a:xfrm flipV="1">
            <a:off x="5545696" y="3156781"/>
            <a:ext cx="290082" cy="315678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arrier.edge.task2-routing.segment.5">
            <a:extLst>
              <a:ext uri="{FF2B5EF4-FFF2-40B4-BE49-F238E27FC236}">
                <a16:creationId xmlns:a16="http://schemas.microsoft.com/office/drawing/2014/main" id="{CDA46D36-9ECE-957E-5813-0CBF64F441E7}"/>
              </a:ext>
            </a:extLst>
          </p:cNvPr>
          <p:cNvCxnSpPr/>
          <p:nvPr>
            <p:custDataLst>
              <p:tags r:id="rId80"/>
            </p:custDataLst>
          </p:nvPr>
        </p:nvCxnSpPr>
        <p:spPr>
          <a:xfrm flipV="1">
            <a:off x="5835778" y="2636338"/>
            <a:ext cx="255956" cy="520443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arrier.edge.task2-routing.segment.6">
            <a:extLst>
              <a:ext uri="{FF2B5EF4-FFF2-40B4-BE49-F238E27FC236}">
                <a16:creationId xmlns:a16="http://schemas.microsoft.com/office/drawing/2014/main" id="{165373F2-DA3B-054B-2D18-066897BCC39C}"/>
              </a:ext>
            </a:extLst>
          </p:cNvPr>
          <p:cNvCxnSpPr/>
          <p:nvPr>
            <p:custDataLst>
              <p:tags r:id="rId81"/>
            </p:custDataLst>
          </p:nvPr>
        </p:nvCxnSpPr>
        <p:spPr>
          <a:xfrm flipV="1">
            <a:off x="6091734" y="2405979"/>
            <a:ext cx="187700" cy="230359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arrier.edge.task2-routing.segment.7">
            <a:extLst>
              <a:ext uri="{FF2B5EF4-FFF2-40B4-BE49-F238E27FC236}">
                <a16:creationId xmlns:a16="http://schemas.microsoft.com/office/drawing/2014/main" id="{A166670E-A037-F4E8-C8BC-080CCD807BEC}"/>
              </a:ext>
            </a:extLst>
          </p:cNvPr>
          <p:cNvCxnSpPr/>
          <p:nvPr>
            <p:custDataLst>
              <p:tags r:id="rId82"/>
            </p:custDataLst>
          </p:nvPr>
        </p:nvCxnSpPr>
        <p:spPr>
          <a:xfrm>
            <a:off x="6279434" y="2405979"/>
            <a:ext cx="238891" cy="273019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arrier.edge.task2-routing.segment.8">
            <a:extLst>
              <a:ext uri="{FF2B5EF4-FFF2-40B4-BE49-F238E27FC236}">
                <a16:creationId xmlns:a16="http://schemas.microsoft.com/office/drawing/2014/main" id="{EEB2165B-955B-2771-8AE2-5DA15E416A30}"/>
              </a:ext>
            </a:extLst>
          </p:cNvPr>
          <p:cNvCxnSpPr/>
          <p:nvPr>
            <p:custDataLst>
              <p:tags r:id="rId83"/>
            </p:custDataLst>
          </p:nvPr>
        </p:nvCxnSpPr>
        <p:spPr>
          <a:xfrm>
            <a:off x="6518325" y="2678998"/>
            <a:ext cx="307147" cy="520442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arrier.edge.task2-routing.segment.9">
            <a:extLst>
              <a:ext uri="{FF2B5EF4-FFF2-40B4-BE49-F238E27FC236}">
                <a16:creationId xmlns:a16="http://schemas.microsoft.com/office/drawing/2014/main" id="{0EC38022-2ADF-13F5-AC9C-B3F570F0D3E0}"/>
              </a:ext>
            </a:extLst>
          </p:cNvPr>
          <p:cNvCxnSpPr/>
          <p:nvPr>
            <p:custDataLst>
              <p:tags r:id="rId84"/>
            </p:custDataLst>
          </p:nvPr>
        </p:nvCxnSpPr>
        <p:spPr>
          <a:xfrm>
            <a:off x="6825472" y="3199440"/>
            <a:ext cx="341273" cy="332742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arrier.edge.task2-routing.segment.10">
            <a:extLst>
              <a:ext uri="{FF2B5EF4-FFF2-40B4-BE49-F238E27FC236}">
                <a16:creationId xmlns:a16="http://schemas.microsoft.com/office/drawing/2014/main" id="{15A59B92-7937-2880-C614-5509784F1672}"/>
              </a:ext>
            </a:extLst>
          </p:cNvPr>
          <p:cNvCxnSpPr/>
          <p:nvPr>
            <p:custDataLst>
              <p:tags r:id="rId85"/>
            </p:custDataLst>
          </p:nvPr>
        </p:nvCxnSpPr>
        <p:spPr>
          <a:xfrm>
            <a:off x="7166745" y="3532182"/>
            <a:ext cx="298615" cy="110913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arrier.edge.task2-routing.segment.11">
            <a:extLst>
              <a:ext uri="{FF2B5EF4-FFF2-40B4-BE49-F238E27FC236}">
                <a16:creationId xmlns:a16="http://schemas.microsoft.com/office/drawing/2014/main" id="{94A0F3FB-955A-645E-7DA3-3A8F1B8D599A}"/>
              </a:ext>
            </a:extLst>
          </p:cNvPr>
          <p:cNvCxnSpPr/>
          <p:nvPr>
            <p:custDataLst>
              <p:tags r:id="rId86"/>
            </p:custDataLst>
          </p:nvPr>
        </p:nvCxnSpPr>
        <p:spPr>
          <a:xfrm flipV="1">
            <a:off x="7465360" y="3557777"/>
            <a:ext cx="238891" cy="85318"/>
          </a:xfrm>
          <a:prstGeom prst="line">
            <a:avLst/>
          </a:prstGeom>
          <a:ln w="25596" cap="rnd">
            <a:solidFill>
              <a:srgbClr val="D00000"/>
            </a:solidFill>
            <a:prstDash val="dot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edge.upper-token-to-imagination">
            <a:extLst>
              <a:ext uri="{FF2B5EF4-FFF2-40B4-BE49-F238E27FC236}">
                <a16:creationId xmlns:a16="http://schemas.microsoft.com/office/drawing/2014/main" id="{F7E40666-0B72-1077-663C-D53A0374C2D7}"/>
              </a:ext>
            </a:extLst>
          </p:cNvPr>
          <p:cNvCxnSpPr>
            <a:cxnSpLocks/>
            <a:stCxn id="95" idx="0"/>
            <a:endCxn id="49" idx="1"/>
          </p:cNvCxnSpPr>
          <p:nvPr>
            <p:custDataLst>
              <p:tags r:id="rId87"/>
            </p:custDataLst>
          </p:nvPr>
        </p:nvCxnSpPr>
        <p:spPr>
          <a:xfrm flipV="1">
            <a:off x="7879155" y="1561327"/>
            <a:ext cx="729471" cy="213295"/>
          </a:xfrm>
          <a:prstGeom prst="straightConnector1">
            <a:avLst/>
          </a:prstGeom>
          <a:ln w="17064">
            <a:solidFill>
              <a:srgbClr val="9A72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edge.lower-token-to-rollout">
            <a:extLst>
              <a:ext uri="{FF2B5EF4-FFF2-40B4-BE49-F238E27FC236}">
                <a16:creationId xmlns:a16="http://schemas.microsoft.com/office/drawing/2014/main" id="{28AD68C5-816C-2DFF-BC48-F1FFEC43EC4A}"/>
              </a:ext>
            </a:extLst>
          </p:cNvPr>
          <p:cNvCxnSpPr>
            <a:cxnSpLocks/>
            <a:stCxn id="92" idx="0"/>
            <a:endCxn id="53" idx="1"/>
          </p:cNvCxnSpPr>
          <p:nvPr>
            <p:custDataLst>
              <p:tags r:id="rId88"/>
            </p:custDataLst>
          </p:nvPr>
        </p:nvCxnSpPr>
        <p:spPr>
          <a:xfrm flipV="1">
            <a:off x="7879155" y="2678998"/>
            <a:ext cx="729471" cy="332742"/>
          </a:xfrm>
          <a:prstGeom prst="straightConnector1">
            <a:avLst/>
          </a:prstGeom>
          <a:ln w="17064">
            <a:solidFill>
              <a:srgbClr val="9A72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edge.imagination.state.1">
            <a:extLst>
              <a:ext uri="{FF2B5EF4-FFF2-40B4-BE49-F238E27FC236}">
                <a16:creationId xmlns:a16="http://schemas.microsoft.com/office/drawing/2014/main" id="{90E7107D-E350-56B6-73A0-2E382A3C7C75}"/>
              </a:ext>
            </a:extLst>
          </p:cNvPr>
          <p:cNvCxnSpPr>
            <a:cxnSpLocks/>
            <a:stCxn id="49" idx="3"/>
            <a:endCxn id="50" idx="1"/>
          </p:cNvCxnSpPr>
          <p:nvPr>
            <p:custDataLst>
              <p:tags r:id="rId89"/>
            </p:custDataLst>
          </p:nvPr>
        </p:nvCxnSpPr>
        <p:spPr>
          <a:xfrm>
            <a:off x="9009622" y="1561327"/>
            <a:ext cx="426593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edge.imagination.state.2">
            <a:extLst>
              <a:ext uri="{FF2B5EF4-FFF2-40B4-BE49-F238E27FC236}">
                <a16:creationId xmlns:a16="http://schemas.microsoft.com/office/drawing/2014/main" id="{5304B7BE-3742-AAEA-CBC8-0432C3169634}"/>
              </a:ext>
            </a:extLst>
          </p:cNvPr>
          <p:cNvCxnSpPr>
            <a:cxnSpLocks/>
            <a:stCxn id="50" idx="3"/>
            <a:endCxn id="51" idx="1"/>
          </p:cNvCxnSpPr>
          <p:nvPr>
            <p:custDataLst>
              <p:tags r:id="rId90"/>
            </p:custDataLst>
          </p:nvPr>
        </p:nvCxnSpPr>
        <p:spPr>
          <a:xfrm>
            <a:off x="9837211" y="1561327"/>
            <a:ext cx="443656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edge.imagination.state.3">
            <a:extLst>
              <a:ext uri="{FF2B5EF4-FFF2-40B4-BE49-F238E27FC236}">
                <a16:creationId xmlns:a16="http://schemas.microsoft.com/office/drawing/2014/main" id="{FA406BFD-D586-C82F-6971-C39592376FFA}"/>
              </a:ext>
            </a:extLst>
          </p:cNvPr>
          <p:cNvCxnSpPr>
            <a:cxnSpLocks/>
            <a:stCxn id="51" idx="3"/>
            <a:endCxn id="52" idx="1"/>
          </p:cNvCxnSpPr>
          <p:nvPr>
            <p:custDataLst>
              <p:tags r:id="rId91"/>
            </p:custDataLst>
          </p:nvPr>
        </p:nvCxnSpPr>
        <p:spPr>
          <a:xfrm>
            <a:off x="10681863" y="1561327"/>
            <a:ext cx="708143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dge.rollout.state.1">
            <a:extLst>
              <a:ext uri="{FF2B5EF4-FFF2-40B4-BE49-F238E27FC236}">
                <a16:creationId xmlns:a16="http://schemas.microsoft.com/office/drawing/2014/main" id="{F0BD2337-C55C-9744-96CE-6A4A266AC994}"/>
              </a:ext>
            </a:extLst>
          </p:cNvPr>
          <p:cNvCxnSpPr>
            <a:cxnSpLocks/>
            <a:stCxn id="53" idx="3"/>
            <a:endCxn id="54" idx="1"/>
          </p:cNvCxnSpPr>
          <p:nvPr>
            <p:custDataLst>
              <p:tags r:id="rId92"/>
            </p:custDataLst>
          </p:nvPr>
        </p:nvCxnSpPr>
        <p:spPr>
          <a:xfrm>
            <a:off x="9009622" y="2678998"/>
            <a:ext cx="426593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edge.rollout.state.2">
            <a:extLst>
              <a:ext uri="{FF2B5EF4-FFF2-40B4-BE49-F238E27FC236}">
                <a16:creationId xmlns:a16="http://schemas.microsoft.com/office/drawing/2014/main" id="{D78191F2-16A3-1C7A-384E-3F9447ABA89C}"/>
              </a:ext>
            </a:extLst>
          </p:cNvPr>
          <p:cNvCxnSpPr>
            <a:cxnSpLocks/>
            <a:stCxn id="54" idx="3"/>
            <a:endCxn id="55" idx="1"/>
          </p:cNvCxnSpPr>
          <p:nvPr>
            <p:custDataLst>
              <p:tags r:id="rId93"/>
            </p:custDataLst>
          </p:nvPr>
        </p:nvCxnSpPr>
        <p:spPr>
          <a:xfrm>
            <a:off x="9837211" y="2678998"/>
            <a:ext cx="443656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edge.rollout.state.3">
            <a:extLst>
              <a:ext uri="{FF2B5EF4-FFF2-40B4-BE49-F238E27FC236}">
                <a16:creationId xmlns:a16="http://schemas.microsoft.com/office/drawing/2014/main" id="{70BB887F-441C-6A69-EDEA-C3809C17ADF9}"/>
              </a:ext>
            </a:extLst>
          </p:cNvPr>
          <p:cNvCxnSpPr>
            <a:cxnSpLocks/>
            <a:stCxn id="55" idx="3"/>
            <a:endCxn id="56" idx="1"/>
          </p:cNvCxnSpPr>
          <p:nvPr>
            <p:custDataLst>
              <p:tags r:id="rId94"/>
            </p:custDataLst>
          </p:nvPr>
        </p:nvCxnSpPr>
        <p:spPr>
          <a:xfrm>
            <a:off x="10681863" y="2678998"/>
            <a:ext cx="708143" cy="0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edge.imagination.reward.1">
            <a:extLst>
              <a:ext uri="{FF2B5EF4-FFF2-40B4-BE49-F238E27FC236}">
                <a16:creationId xmlns:a16="http://schemas.microsoft.com/office/drawing/2014/main" id="{59D53D66-5C33-F219-9920-F6E9BA22F9ED}"/>
              </a:ext>
            </a:extLst>
          </p:cNvPr>
          <p:cNvCxnSpPr>
            <a:cxnSpLocks/>
            <a:stCxn id="49" idx="2"/>
            <a:endCxn id="31" idx="0"/>
          </p:cNvCxnSpPr>
          <p:nvPr>
            <p:custDataLst>
              <p:tags r:id="rId95"/>
            </p:custDataLst>
          </p:nvPr>
        </p:nvCxnSpPr>
        <p:spPr>
          <a:xfrm flipH="1">
            <a:off x="8804859" y="1706368"/>
            <a:ext cx="4265" cy="221828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edge.rollout.policy.1">
            <a:extLst>
              <a:ext uri="{FF2B5EF4-FFF2-40B4-BE49-F238E27FC236}">
                <a16:creationId xmlns:a16="http://schemas.microsoft.com/office/drawing/2014/main" id="{8C8FC51D-A9B1-4F63-42AF-F6B3C436FE50}"/>
              </a:ext>
            </a:extLst>
          </p:cNvPr>
          <p:cNvCxnSpPr>
            <a:cxnSpLocks/>
            <a:stCxn id="53" idx="2"/>
            <a:endCxn id="46" idx="0"/>
          </p:cNvCxnSpPr>
          <p:nvPr>
            <p:custDataLst>
              <p:tags r:id="rId96"/>
            </p:custDataLst>
          </p:nvPr>
        </p:nvCxnSpPr>
        <p:spPr>
          <a:xfrm>
            <a:off x="8809124" y="2824039"/>
            <a:ext cx="8533" cy="682547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arrier.edge.policy-action.1.segment.1">
            <a:extLst>
              <a:ext uri="{FF2B5EF4-FFF2-40B4-BE49-F238E27FC236}">
                <a16:creationId xmlns:a16="http://schemas.microsoft.com/office/drawing/2014/main" id="{15719853-E148-41FC-AB3C-A4B8AACC24DC}"/>
              </a:ext>
            </a:extLst>
          </p:cNvPr>
          <p:cNvCxnSpPr/>
          <p:nvPr>
            <p:custDataLst>
              <p:tags r:id="rId97"/>
            </p:custDataLst>
          </p:nvPr>
        </p:nvCxnSpPr>
        <p:spPr>
          <a:xfrm>
            <a:off x="8984028" y="3672957"/>
            <a:ext cx="17063" cy="72521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arrier.edge.policy-action.1.segment.2">
            <a:extLst>
              <a:ext uri="{FF2B5EF4-FFF2-40B4-BE49-F238E27FC236}">
                <a16:creationId xmlns:a16="http://schemas.microsoft.com/office/drawing/2014/main" id="{F0EDEFAF-CFC4-2A27-839A-0F348A6065B4}"/>
              </a:ext>
            </a:extLst>
          </p:cNvPr>
          <p:cNvCxnSpPr/>
          <p:nvPr>
            <p:custDataLst>
              <p:tags r:id="rId98"/>
            </p:custDataLst>
          </p:nvPr>
        </p:nvCxnSpPr>
        <p:spPr>
          <a:xfrm flipV="1">
            <a:off x="9001091" y="3600436"/>
            <a:ext cx="213296" cy="14504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arrier.edge.policy-action.1.segment.3">
            <a:extLst>
              <a:ext uri="{FF2B5EF4-FFF2-40B4-BE49-F238E27FC236}">
                <a16:creationId xmlns:a16="http://schemas.microsoft.com/office/drawing/2014/main" id="{2DD15E1F-77D8-4AD7-24A8-3C02E80FC09A}"/>
              </a:ext>
            </a:extLst>
          </p:cNvPr>
          <p:cNvCxnSpPr/>
          <p:nvPr>
            <p:custDataLst>
              <p:tags r:id="rId99"/>
            </p:custDataLst>
          </p:nvPr>
        </p:nvCxnSpPr>
        <p:spPr>
          <a:xfrm flipV="1">
            <a:off x="9214387" y="3412736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arrier.edge.policy-action.1.segment.4">
            <a:extLst>
              <a:ext uri="{FF2B5EF4-FFF2-40B4-BE49-F238E27FC236}">
                <a16:creationId xmlns:a16="http://schemas.microsoft.com/office/drawing/2014/main" id="{619EAE53-7DB0-110A-EA0D-A942F2033969}"/>
              </a:ext>
            </a:extLst>
          </p:cNvPr>
          <p:cNvCxnSpPr/>
          <p:nvPr>
            <p:custDataLst>
              <p:tags r:id="rId100"/>
            </p:custDataLst>
          </p:nvPr>
        </p:nvCxnSpPr>
        <p:spPr>
          <a:xfrm flipH="1" flipV="1">
            <a:off x="9205855" y="3404204"/>
            <a:ext cx="8532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arrier.edge.action-next-state.1.segment.1">
            <a:extLst>
              <a:ext uri="{FF2B5EF4-FFF2-40B4-BE49-F238E27FC236}">
                <a16:creationId xmlns:a16="http://schemas.microsoft.com/office/drawing/2014/main" id="{F20C9C6B-4AFF-8A91-C8FC-09449EBECACA}"/>
              </a:ext>
            </a:extLst>
          </p:cNvPr>
          <p:cNvCxnSpPr/>
          <p:nvPr>
            <p:custDataLst>
              <p:tags r:id="rId101"/>
            </p:custDataLst>
          </p:nvPr>
        </p:nvCxnSpPr>
        <p:spPr>
          <a:xfrm flipV="1">
            <a:off x="9385024" y="3190908"/>
            <a:ext cx="25595" cy="34128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arrier.edge.action-next-state.1.segment.2">
            <a:extLst>
              <a:ext uri="{FF2B5EF4-FFF2-40B4-BE49-F238E27FC236}">
                <a16:creationId xmlns:a16="http://schemas.microsoft.com/office/drawing/2014/main" id="{A3802B9D-A19F-BBFF-8BE5-B4AD7ACB396C}"/>
              </a:ext>
            </a:extLst>
          </p:cNvPr>
          <p:cNvCxnSpPr/>
          <p:nvPr>
            <p:custDataLst>
              <p:tags r:id="rId102"/>
            </p:custDataLst>
          </p:nvPr>
        </p:nvCxnSpPr>
        <p:spPr>
          <a:xfrm flipV="1">
            <a:off x="9410619" y="3020271"/>
            <a:ext cx="187701" cy="170637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arrier.edge.action-next-state.1.segment.3">
            <a:extLst>
              <a:ext uri="{FF2B5EF4-FFF2-40B4-BE49-F238E27FC236}">
                <a16:creationId xmlns:a16="http://schemas.microsoft.com/office/drawing/2014/main" id="{F59FB922-D471-0812-09E3-C6BAAD8ACBD5}"/>
              </a:ext>
            </a:extLst>
          </p:cNvPr>
          <p:cNvCxnSpPr/>
          <p:nvPr>
            <p:custDataLst>
              <p:tags r:id="rId103"/>
            </p:custDataLst>
          </p:nvPr>
        </p:nvCxnSpPr>
        <p:spPr>
          <a:xfrm flipV="1">
            <a:off x="9598320" y="2832571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arrier.edge.action-next-state.1.segment.4">
            <a:extLst>
              <a:ext uri="{FF2B5EF4-FFF2-40B4-BE49-F238E27FC236}">
                <a16:creationId xmlns:a16="http://schemas.microsoft.com/office/drawing/2014/main" id="{DE2C7060-51E2-3F2B-AEEE-DC498942BCC7}"/>
              </a:ext>
            </a:extLst>
          </p:cNvPr>
          <p:cNvCxnSpPr/>
          <p:nvPr>
            <p:custDataLst>
              <p:tags r:id="rId104"/>
            </p:custDataLst>
          </p:nvPr>
        </p:nvCxnSpPr>
        <p:spPr>
          <a:xfrm flipV="1">
            <a:off x="9598320" y="2824039"/>
            <a:ext cx="38393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edge.imagination.reward.2">
            <a:extLst>
              <a:ext uri="{FF2B5EF4-FFF2-40B4-BE49-F238E27FC236}">
                <a16:creationId xmlns:a16="http://schemas.microsoft.com/office/drawing/2014/main" id="{C934A53F-D49F-C373-C5C6-B51804417520}"/>
              </a:ext>
            </a:extLst>
          </p:cNvPr>
          <p:cNvCxnSpPr>
            <a:cxnSpLocks/>
            <a:stCxn id="50" idx="2"/>
            <a:endCxn id="32" idx="0"/>
          </p:cNvCxnSpPr>
          <p:nvPr>
            <p:custDataLst>
              <p:tags r:id="rId105"/>
            </p:custDataLst>
          </p:nvPr>
        </p:nvCxnSpPr>
        <p:spPr>
          <a:xfrm flipH="1">
            <a:off x="9632448" y="1706368"/>
            <a:ext cx="4265" cy="221828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dge.rollout.policy.2">
            <a:extLst>
              <a:ext uri="{FF2B5EF4-FFF2-40B4-BE49-F238E27FC236}">
                <a16:creationId xmlns:a16="http://schemas.microsoft.com/office/drawing/2014/main" id="{2C09F396-67A7-9208-CF30-C57F6A1D75E5}"/>
              </a:ext>
            </a:extLst>
          </p:cNvPr>
          <p:cNvCxnSpPr>
            <a:cxnSpLocks/>
            <a:stCxn id="54" idx="2"/>
            <a:endCxn id="47" idx="0"/>
          </p:cNvCxnSpPr>
          <p:nvPr>
            <p:custDataLst>
              <p:tags r:id="rId106"/>
            </p:custDataLst>
          </p:nvPr>
        </p:nvCxnSpPr>
        <p:spPr>
          <a:xfrm>
            <a:off x="9636713" y="2824039"/>
            <a:ext cx="25595" cy="682547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arrier.edge.policy-action.2.segment.1">
            <a:extLst>
              <a:ext uri="{FF2B5EF4-FFF2-40B4-BE49-F238E27FC236}">
                <a16:creationId xmlns:a16="http://schemas.microsoft.com/office/drawing/2014/main" id="{C795442F-E6D2-FCCF-7244-F2ED2ECF5A52}"/>
              </a:ext>
            </a:extLst>
          </p:cNvPr>
          <p:cNvCxnSpPr/>
          <p:nvPr>
            <p:custDataLst>
              <p:tags r:id="rId107"/>
            </p:custDataLst>
          </p:nvPr>
        </p:nvCxnSpPr>
        <p:spPr>
          <a:xfrm>
            <a:off x="9828679" y="3672957"/>
            <a:ext cx="25596" cy="72521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arrier.edge.policy-action.2.segment.2">
            <a:extLst>
              <a:ext uri="{FF2B5EF4-FFF2-40B4-BE49-F238E27FC236}">
                <a16:creationId xmlns:a16="http://schemas.microsoft.com/office/drawing/2014/main" id="{9717CBBC-054E-C50C-405D-235A6E758948}"/>
              </a:ext>
            </a:extLst>
          </p:cNvPr>
          <p:cNvCxnSpPr/>
          <p:nvPr>
            <p:custDataLst>
              <p:tags r:id="rId108"/>
            </p:custDataLst>
          </p:nvPr>
        </p:nvCxnSpPr>
        <p:spPr>
          <a:xfrm flipV="1">
            <a:off x="9854275" y="3600436"/>
            <a:ext cx="213296" cy="14504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arrier.edge.policy-action.2.segment.3">
            <a:extLst>
              <a:ext uri="{FF2B5EF4-FFF2-40B4-BE49-F238E27FC236}">
                <a16:creationId xmlns:a16="http://schemas.microsoft.com/office/drawing/2014/main" id="{91D76367-0774-E065-B386-5FA3BCCA190A}"/>
              </a:ext>
            </a:extLst>
          </p:cNvPr>
          <p:cNvCxnSpPr/>
          <p:nvPr>
            <p:custDataLst>
              <p:tags r:id="rId109"/>
            </p:custDataLst>
          </p:nvPr>
        </p:nvCxnSpPr>
        <p:spPr>
          <a:xfrm flipV="1">
            <a:off x="10067571" y="3412736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arrier.edge.policy-action.2.segment.4">
            <a:extLst>
              <a:ext uri="{FF2B5EF4-FFF2-40B4-BE49-F238E27FC236}">
                <a16:creationId xmlns:a16="http://schemas.microsoft.com/office/drawing/2014/main" id="{BD8B60B9-5CAE-6673-8AED-0449FA7C868B}"/>
              </a:ext>
            </a:extLst>
          </p:cNvPr>
          <p:cNvCxnSpPr/>
          <p:nvPr>
            <p:custDataLst>
              <p:tags r:id="rId110"/>
            </p:custDataLst>
          </p:nvPr>
        </p:nvCxnSpPr>
        <p:spPr>
          <a:xfrm flipH="1" flipV="1">
            <a:off x="10050507" y="3404204"/>
            <a:ext cx="17064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arrier.edge.action-next-state.2.segment.1">
            <a:extLst>
              <a:ext uri="{FF2B5EF4-FFF2-40B4-BE49-F238E27FC236}">
                <a16:creationId xmlns:a16="http://schemas.microsoft.com/office/drawing/2014/main" id="{0D1EB3A1-CA43-99D1-1AF4-994FA700F1FC}"/>
              </a:ext>
            </a:extLst>
          </p:cNvPr>
          <p:cNvCxnSpPr/>
          <p:nvPr>
            <p:custDataLst>
              <p:tags r:id="rId111"/>
            </p:custDataLst>
          </p:nvPr>
        </p:nvCxnSpPr>
        <p:spPr>
          <a:xfrm flipV="1">
            <a:off x="10229676" y="3190908"/>
            <a:ext cx="34127" cy="34128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arrier.edge.action-next-state.2.segment.2">
            <a:extLst>
              <a:ext uri="{FF2B5EF4-FFF2-40B4-BE49-F238E27FC236}">
                <a16:creationId xmlns:a16="http://schemas.microsoft.com/office/drawing/2014/main" id="{EDB22199-0A88-B132-D693-24ED4F6425D6}"/>
              </a:ext>
            </a:extLst>
          </p:cNvPr>
          <p:cNvCxnSpPr/>
          <p:nvPr>
            <p:custDataLst>
              <p:tags r:id="rId112"/>
            </p:custDataLst>
          </p:nvPr>
        </p:nvCxnSpPr>
        <p:spPr>
          <a:xfrm flipV="1">
            <a:off x="10263803" y="3020271"/>
            <a:ext cx="187701" cy="170637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arrier.edge.action-next-state.2.segment.3">
            <a:extLst>
              <a:ext uri="{FF2B5EF4-FFF2-40B4-BE49-F238E27FC236}">
                <a16:creationId xmlns:a16="http://schemas.microsoft.com/office/drawing/2014/main" id="{4E565D1D-A5CC-6D15-83D3-A6652322E6B7}"/>
              </a:ext>
            </a:extLst>
          </p:cNvPr>
          <p:cNvCxnSpPr/>
          <p:nvPr>
            <p:custDataLst>
              <p:tags r:id="rId113"/>
            </p:custDataLst>
          </p:nvPr>
        </p:nvCxnSpPr>
        <p:spPr>
          <a:xfrm flipV="1">
            <a:off x="10451504" y="2832571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arrier.edge.action-next-state.2.segment.4">
            <a:extLst>
              <a:ext uri="{FF2B5EF4-FFF2-40B4-BE49-F238E27FC236}">
                <a16:creationId xmlns:a16="http://schemas.microsoft.com/office/drawing/2014/main" id="{C96F39EF-4C87-32DC-9CED-E55A7A1CFEA0}"/>
              </a:ext>
            </a:extLst>
          </p:cNvPr>
          <p:cNvCxnSpPr/>
          <p:nvPr>
            <p:custDataLst>
              <p:tags r:id="rId114"/>
            </p:custDataLst>
          </p:nvPr>
        </p:nvCxnSpPr>
        <p:spPr>
          <a:xfrm flipV="1">
            <a:off x="10451504" y="2824039"/>
            <a:ext cx="29861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edge.imagination.reward.3">
            <a:extLst>
              <a:ext uri="{FF2B5EF4-FFF2-40B4-BE49-F238E27FC236}">
                <a16:creationId xmlns:a16="http://schemas.microsoft.com/office/drawing/2014/main" id="{1208AF45-D600-A3B5-87BC-76492F90D870}"/>
              </a:ext>
            </a:extLst>
          </p:cNvPr>
          <p:cNvCxnSpPr>
            <a:cxnSpLocks/>
            <a:stCxn id="51" idx="2"/>
            <a:endCxn id="33" idx="0"/>
          </p:cNvCxnSpPr>
          <p:nvPr>
            <p:custDataLst>
              <p:tags r:id="rId115"/>
            </p:custDataLst>
          </p:nvPr>
        </p:nvCxnSpPr>
        <p:spPr>
          <a:xfrm flipH="1">
            <a:off x="10477099" y="1706368"/>
            <a:ext cx="4266" cy="221828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edge.rollout.policy.3">
            <a:extLst>
              <a:ext uri="{FF2B5EF4-FFF2-40B4-BE49-F238E27FC236}">
                <a16:creationId xmlns:a16="http://schemas.microsoft.com/office/drawing/2014/main" id="{884B3BF1-BEB5-87A6-7907-832F90EB9F17}"/>
              </a:ext>
            </a:extLst>
          </p:cNvPr>
          <p:cNvCxnSpPr>
            <a:cxnSpLocks/>
            <a:stCxn id="55" idx="2"/>
            <a:endCxn id="48" idx="0"/>
          </p:cNvCxnSpPr>
          <p:nvPr>
            <p:custDataLst>
              <p:tags r:id="rId116"/>
            </p:custDataLst>
          </p:nvPr>
        </p:nvCxnSpPr>
        <p:spPr>
          <a:xfrm>
            <a:off x="10481365" y="2824039"/>
            <a:ext cx="42660" cy="682547"/>
          </a:xfrm>
          <a:prstGeom prst="straightConnector1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arrier.edge.policy-action.3.segment.1">
            <a:extLst>
              <a:ext uri="{FF2B5EF4-FFF2-40B4-BE49-F238E27FC236}">
                <a16:creationId xmlns:a16="http://schemas.microsoft.com/office/drawing/2014/main" id="{8B80F772-82AE-A174-F802-BCC9D5AF082C}"/>
              </a:ext>
            </a:extLst>
          </p:cNvPr>
          <p:cNvCxnSpPr/>
          <p:nvPr>
            <p:custDataLst>
              <p:tags r:id="rId117"/>
            </p:custDataLst>
          </p:nvPr>
        </p:nvCxnSpPr>
        <p:spPr>
          <a:xfrm>
            <a:off x="10690396" y="3672957"/>
            <a:ext cx="17063" cy="72521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arrier.edge.policy-action.3.segment.2">
            <a:extLst>
              <a:ext uri="{FF2B5EF4-FFF2-40B4-BE49-F238E27FC236}">
                <a16:creationId xmlns:a16="http://schemas.microsoft.com/office/drawing/2014/main" id="{6F5DB38E-F5F1-5AA5-D586-7E643779925B}"/>
              </a:ext>
            </a:extLst>
          </p:cNvPr>
          <p:cNvCxnSpPr/>
          <p:nvPr>
            <p:custDataLst>
              <p:tags r:id="rId118"/>
            </p:custDataLst>
          </p:nvPr>
        </p:nvCxnSpPr>
        <p:spPr>
          <a:xfrm flipV="1">
            <a:off x="10707459" y="3600436"/>
            <a:ext cx="213296" cy="14504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arrier.edge.policy-action.3.segment.3">
            <a:extLst>
              <a:ext uri="{FF2B5EF4-FFF2-40B4-BE49-F238E27FC236}">
                <a16:creationId xmlns:a16="http://schemas.microsoft.com/office/drawing/2014/main" id="{416EA908-8615-F7AF-7748-B1B2BEC7F940}"/>
              </a:ext>
            </a:extLst>
          </p:cNvPr>
          <p:cNvCxnSpPr/>
          <p:nvPr>
            <p:custDataLst>
              <p:tags r:id="rId119"/>
            </p:custDataLst>
          </p:nvPr>
        </p:nvCxnSpPr>
        <p:spPr>
          <a:xfrm flipV="1">
            <a:off x="10920755" y="3412736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arrier.edge.policy-action.3.segment.4">
            <a:extLst>
              <a:ext uri="{FF2B5EF4-FFF2-40B4-BE49-F238E27FC236}">
                <a16:creationId xmlns:a16="http://schemas.microsoft.com/office/drawing/2014/main" id="{FAD0A3A5-F6A7-E49E-E4DC-D06DDAB8FB60}"/>
              </a:ext>
            </a:extLst>
          </p:cNvPr>
          <p:cNvCxnSpPr/>
          <p:nvPr>
            <p:custDataLst>
              <p:tags r:id="rId120"/>
            </p:custDataLst>
          </p:nvPr>
        </p:nvCxnSpPr>
        <p:spPr>
          <a:xfrm flipH="1" flipV="1">
            <a:off x="10903691" y="3404204"/>
            <a:ext cx="17064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arrier.edge.action-next-state.3.segment.1">
            <a:extLst>
              <a:ext uri="{FF2B5EF4-FFF2-40B4-BE49-F238E27FC236}">
                <a16:creationId xmlns:a16="http://schemas.microsoft.com/office/drawing/2014/main" id="{D2B94A1D-04C0-0B8B-39F0-DD14CEC0B35C}"/>
              </a:ext>
            </a:extLst>
          </p:cNvPr>
          <p:cNvCxnSpPr/>
          <p:nvPr>
            <p:custDataLst>
              <p:tags r:id="rId121"/>
            </p:custDataLst>
          </p:nvPr>
        </p:nvCxnSpPr>
        <p:spPr>
          <a:xfrm flipV="1">
            <a:off x="11082860" y="3190908"/>
            <a:ext cx="34127" cy="34128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arrier.edge.action-next-state.3.segment.2">
            <a:extLst>
              <a:ext uri="{FF2B5EF4-FFF2-40B4-BE49-F238E27FC236}">
                <a16:creationId xmlns:a16="http://schemas.microsoft.com/office/drawing/2014/main" id="{39155A2B-5EAA-AD29-B408-254E58D7C4FE}"/>
              </a:ext>
            </a:extLst>
          </p:cNvPr>
          <p:cNvCxnSpPr/>
          <p:nvPr>
            <p:custDataLst>
              <p:tags r:id="rId122"/>
            </p:custDataLst>
          </p:nvPr>
        </p:nvCxnSpPr>
        <p:spPr>
          <a:xfrm flipV="1">
            <a:off x="11116987" y="3020271"/>
            <a:ext cx="187700" cy="170637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arrier.edge.action-next-state.3.segment.3">
            <a:extLst>
              <a:ext uri="{FF2B5EF4-FFF2-40B4-BE49-F238E27FC236}">
                <a16:creationId xmlns:a16="http://schemas.microsoft.com/office/drawing/2014/main" id="{618F8755-6EA5-9FDE-C354-E82DE1E65A02}"/>
              </a:ext>
            </a:extLst>
          </p:cNvPr>
          <p:cNvCxnSpPr/>
          <p:nvPr>
            <p:custDataLst>
              <p:tags r:id="rId123"/>
            </p:custDataLst>
          </p:nvPr>
        </p:nvCxnSpPr>
        <p:spPr>
          <a:xfrm flipV="1">
            <a:off x="11304687" y="2832571"/>
            <a:ext cx="0" cy="187700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arrier.edge.action-next-state.3.segment.4">
            <a:extLst>
              <a:ext uri="{FF2B5EF4-FFF2-40B4-BE49-F238E27FC236}">
                <a16:creationId xmlns:a16="http://schemas.microsoft.com/office/drawing/2014/main" id="{76BA24C3-85B0-7FF6-76ED-BE89323222BE}"/>
              </a:ext>
            </a:extLst>
          </p:cNvPr>
          <p:cNvCxnSpPr/>
          <p:nvPr>
            <p:custDataLst>
              <p:tags r:id="rId124"/>
            </p:custDataLst>
          </p:nvPr>
        </p:nvCxnSpPr>
        <p:spPr>
          <a:xfrm flipV="1">
            <a:off x="11304687" y="2824039"/>
            <a:ext cx="285817" cy="8532"/>
          </a:xfrm>
          <a:prstGeom prst="line">
            <a:avLst/>
          </a:prstGeom>
          <a:ln w="17064">
            <a:solidFill>
              <a:srgbClr val="987000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carrier.edge.reward-to-behavior.filled">
            <a:extLst>
              <a:ext uri="{FF2B5EF4-FFF2-40B4-BE49-F238E27FC236}">
                <a16:creationId xmlns:a16="http://schemas.microsoft.com/office/drawing/2014/main" id="{80DBC9FC-1BA0-5CE0-CAD2-81BF127FCCDD}"/>
              </a:ext>
            </a:extLst>
          </p:cNvPr>
          <p:cNvSpPr/>
          <p:nvPr>
            <p:custDataLst>
              <p:tags r:id="rId125"/>
            </p:custDataLst>
          </p:nvPr>
        </p:nvSpPr>
        <p:spPr>
          <a:xfrm rot="9131913">
            <a:off x="8518286" y="4513343"/>
            <a:ext cx="530486" cy="76787"/>
          </a:xfrm>
          <a:prstGeom prst="rightArrow">
            <a:avLst/>
          </a:prstGeom>
          <a:solidFill>
            <a:srgbClr val="D779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carrier.edge.legend-to-joint.filled">
            <a:extLst>
              <a:ext uri="{FF2B5EF4-FFF2-40B4-BE49-F238E27FC236}">
                <a16:creationId xmlns:a16="http://schemas.microsoft.com/office/drawing/2014/main" id="{C3971ECC-8372-86CB-A127-BCDFE5C0FFF6}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 rot="10800000">
            <a:off x="5195891" y="4841819"/>
            <a:ext cx="537506" cy="76787"/>
          </a:xfrm>
          <a:prstGeom prst="rightArrow">
            <a:avLst/>
          </a:prstGeom>
          <a:solidFill>
            <a:srgbClr val="D779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6" name="carrier.edge.joint-to-modular.segment.1">
            <a:extLst>
              <a:ext uri="{FF2B5EF4-FFF2-40B4-BE49-F238E27FC236}">
                <a16:creationId xmlns:a16="http://schemas.microsoft.com/office/drawing/2014/main" id="{A5961717-E7EC-3C2C-3D0D-23AD13E59E4C}"/>
              </a:ext>
            </a:extLst>
          </p:cNvPr>
          <p:cNvCxnSpPr/>
          <p:nvPr>
            <p:custDataLst>
              <p:tags r:id="rId127"/>
            </p:custDataLst>
          </p:nvPr>
        </p:nvCxnSpPr>
        <p:spPr>
          <a:xfrm flipH="1">
            <a:off x="981162" y="4880212"/>
            <a:ext cx="614292" cy="0"/>
          </a:xfrm>
          <a:prstGeom prst="line">
            <a:avLst/>
          </a:prstGeom>
          <a:ln w="76787">
            <a:solidFill>
              <a:srgbClr val="D77983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arrier.edge.joint-to-modular.segment.2">
            <a:extLst>
              <a:ext uri="{FF2B5EF4-FFF2-40B4-BE49-F238E27FC236}">
                <a16:creationId xmlns:a16="http://schemas.microsoft.com/office/drawing/2014/main" id="{4C45208A-2EB4-617C-76E7-DC51D4199C23}"/>
              </a:ext>
            </a:extLst>
          </p:cNvPr>
          <p:cNvCxnSpPr/>
          <p:nvPr>
            <p:custDataLst>
              <p:tags r:id="rId128"/>
            </p:custDataLst>
          </p:nvPr>
        </p:nvCxnSpPr>
        <p:spPr>
          <a:xfrm flipV="1">
            <a:off x="981162" y="4428025"/>
            <a:ext cx="8531" cy="452187"/>
          </a:xfrm>
          <a:prstGeom prst="line">
            <a:avLst/>
          </a:prstGeom>
          <a:ln w="76787">
            <a:solidFill>
              <a:srgbClr val="D77983"/>
            </a:solidFill>
            <a:prstDash val="solid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edge.environment-interaction">
            <a:extLst>
              <a:ext uri="{FF2B5EF4-FFF2-40B4-BE49-F238E27FC236}">
                <a16:creationId xmlns:a16="http://schemas.microsoft.com/office/drawing/2014/main" id="{05729381-0149-1015-455A-A4C782DB1034}"/>
              </a:ext>
            </a:extLst>
          </p:cNvPr>
          <p:cNvCxnSpPr>
            <a:cxnSpLocks/>
            <a:stCxn id="5" idx="3"/>
            <a:endCxn id="6" idx="1"/>
          </p:cNvCxnSpPr>
          <p:nvPr>
            <p:custDataLst>
              <p:tags r:id="rId129"/>
            </p:custDataLst>
          </p:nvPr>
        </p:nvCxnSpPr>
        <p:spPr>
          <a:xfrm flipV="1">
            <a:off x="8548903" y="4858883"/>
            <a:ext cx="1561327" cy="21329"/>
          </a:xfrm>
          <a:prstGeom prst="straightConnector1">
            <a:avLst/>
          </a:prstGeom>
          <a:ln w="68255">
            <a:solidFill>
              <a:srgbClr val="777777"/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nativegroup.legend.experts">
            <a:extLst>
              <a:ext uri="{FF2B5EF4-FFF2-40B4-BE49-F238E27FC236}">
                <a16:creationId xmlns:a16="http://schemas.microsoft.com/office/drawing/2014/main" id="{4952DB67-AA9C-0058-D453-7CE0F415A2DD}"/>
              </a:ext>
            </a:extLst>
          </p:cNvPr>
          <p:cNvGrpSpPr/>
          <p:nvPr>
            <p:custDataLst>
              <p:tags r:id="rId130"/>
            </p:custDataLst>
          </p:nvPr>
        </p:nvGrpSpPr>
        <p:grpSpPr>
          <a:xfrm>
            <a:off x="9854275" y="153573"/>
            <a:ext cx="2141491" cy="656952"/>
            <a:chOff x="9854275" y="153573"/>
            <a:chExt cx="2141491" cy="656952"/>
          </a:xfrm>
        </p:grpSpPr>
        <p:sp>
          <p:nvSpPr>
            <p:cNvPr id="14" name="legend.dyn-swatch">
              <a:extLst>
                <a:ext uri="{FF2B5EF4-FFF2-40B4-BE49-F238E27FC236}">
                  <a16:creationId xmlns:a16="http://schemas.microsoft.com/office/drawing/2014/main" id="{BBCD7C91-D7C9-2630-43BA-6A0EF2474D95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9854275" y="503379"/>
              <a:ext cx="665484" cy="307146"/>
            </a:xfrm>
            <a:prstGeom prst="roundRect">
              <a:avLst/>
            </a:prstGeom>
            <a:solidFill>
              <a:srgbClr val="DCEAF8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legend.sem-swatch">
              <a:extLst>
                <a:ext uri="{FF2B5EF4-FFF2-40B4-BE49-F238E27FC236}">
                  <a16:creationId xmlns:a16="http://schemas.microsoft.com/office/drawing/2014/main" id="{1C184BA4-DD78-A876-9792-708634FDD807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9854275" y="153573"/>
              <a:ext cx="665484" cy="307146"/>
            </a:xfrm>
            <a:prstGeom prst="roundRect">
              <a:avLst/>
            </a:prstGeom>
            <a:solidFill>
              <a:srgbClr val="FBE2D3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.legend-dyn">
              <a:extLst>
                <a:ext uri="{FF2B5EF4-FFF2-40B4-BE49-F238E27FC236}">
                  <a16:creationId xmlns:a16="http://schemas.microsoft.com/office/drawing/2014/main" id="{4F2E8A6E-E2C2-129A-72B5-50EA82844C6A}"/>
                </a:ext>
              </a:extLst>
            </p:cNvPr>
            <p:cNvSpPr txBox="1"/>
            <p:nvPr>
              <p:custDataLst>
                <p:tags r:id="rId241"/>
              </p:custDataLst>
            </p:nvPr>
          </p:nvSpPr>
          <p:spPr>
            <a:xfrm>
              <a:off x="9999316" y="537506"/>
              <a:ext cx="409528" cy="2132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text.legend-dynamics">
              <a:extLst>
                <a:ext uri="{FF2B5EF4-FFF2-40B4-BE49-F238E27FC236}">
                  <a16:creationId xmlns:a16="http://schemas.microsoft.com/office/drawing/2014/main" id="{7187141F-8A29-0A23-11C5-FB90E3514451}"/>
                </a:ext>
              </a:extLst>
            </p:cNvPr>
            <p:cNvSpPr txBox="1"/>
            <p:nvPr>
              <p:custDataLst>
                <p:tags r:id="rId242"/>
              </p:custDataLst>
            </p:nvPr>
          </p:nvSpPr>
          <p:spPr>
            <a:xfrm>
              <a:off x="10579481" y="537506"/>
              <a:ext cx="1416285" cy="2132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dynamics expert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text.legend-sem">
              <a:extLst>
                <a:ext uri="{FF2B5EF4-FFF2-40B4-BE49-F238E27FC236}">
                  <a16:creationId xmlns:a16="http://schemas.microsoft.com/office/drawing/2014/main" id="{254F3755-C93A-FDDF-EAE7-80AA3FC98110}"/>
                </a:ext>
              </a:extLst>
            </p:cNvPr>
            <p:cNvSpPr txBox="1"/>
            <p:nvPr>
              <p:custDataLst>
                <p:tags r:id="rId243"/>
              </p:custDataLst>
            </p:nvPr>
          </p:nvSpPr>
          <p:spPr>
            <a:xfrm>
              <a:off x="9999316" y="187700"/>
              <a:ext cx="409528" cy="2132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text.legend-semantic">
              <a:extLst>
                <a:ext uri="{FF2B5EF4-FFF2-40B4-BE49-F238E27FC236}">
                  <a16:creationId xmlns:a16="http://schemas.microsoft.com/office/drawing/2014/main" id="{B49FD520-133C-A671-AD46-65EDF07AB3E9}"/>
                </a:ext>
              </a:extLst>
            </p:cNvPr>
            <p:cNvSpPr txBox="1"/>
            <p:nvPr>
              <p:custDataLst>
                <p:tags r:id="rId244"/>
              </p:custDataLst>
            </p:nvPr>
          </p:nvSpPr>
          <p:spPr>
            <a:xfrm>
              <a:off x="10579481" y="187700"/>
              <a:ext cx="1399222" cy="2132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semantic expert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nativegroup.expert.column.1">
            <a:extLst>
              <a:ext uri="{FF2B5EF4-FFF2-40B4-BE49-F238E27FC236}">
                <a16:creationId xmlns:a16="http://schemas.microsoft.com/office/drawing/2014/main" id="{24D492D4-630A-F7AC-453E-54949B88CF1E}"/>
              </a:ext>
            </a:extLst>
          </p:cNvPr>
          <p:cNvGrpSpPr/>
          <p:nvPr>
            <p:custDataLst>
              <p:tags r:id="rId131"/>
            </p:custDataLst>
          </p:nvPr>
        </p:nvGrpSpPr>
        <p:grpSpPr>
          <a:xfrm>
            <a:off x="4730905" y="2073237"/>
            <a:ext cx="409528" cy="1808750"/>
            <a:chOff x="4730905" y="2073237"/>
            <a:chExt cx="409528" cy="1808750"/>
          </a:xfrm>
        </p:grpSpPr>
        <p:sp>
          <p:nvSpPr>
            <p:cNvPr id="121" name="expert.dyn.1">
              <a:extLst>
                <a:ext uri="{FF2B5EF4-FFF2-40B4-BE49-F238E27FC236}">
                  <a16:creationId xmlns:a16="http://schemas.microsoft.com/office/drawing/2014/main" id="{51E4B850-92E0-E140-9FFA-996B182D33ED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4769298" y="3037335"/>
              <a:ext cx="324210" cy="844652"/>
            </a:xfrm>
            <a:prstGeom prst="roundRect">
              <a:avLst/>
            </a:prstGeom>
            <a:solidFill>
              <a:srgbClr val="DCEAF8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expert.sem.1">
              <a:extLst>
                <a:ext uri="{FF2B5EF4-FFF2-40B4-BE49-F238E27FC236}">
                  <a16:creationId xmlns:a16="http://schemas.microsoft.com/office/drawing/2014/main" id="{845777A2-75BB-FB4F-50F4-94D930963A02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4769298" y="2073237"/>
              <a:ext cx="324210" cy="861716"/>
            </a:xfrm>
            <a:prstGeom prst="roundRect">
              <a:avLst/>
            </a:prstGeom>
            <a:solidFill>
              <a:srgbClr val="FBE2D3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text.dyn.1">
              <a:extLst>
                <a:ext uri="{FF2B5EF4-FFF2-40B4-BE49-F238E27FC236}">
                  <a16:creationId xmlns:a16="http://schemas.microsoft.com/office/drawing/2014/main" id="{17522408-304A-8748-C376-409CB67450D2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 rot="5400000">
              <a:off x="4820489" y="3267695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" name="text.sem.1">
              <a:extLst>
                <a:ext uri="{FF2B5EF4-FFF2-40B4-BE49-F238E27FC236}">
                  <a16:creationId xmlns:a16="http://schemas.microsoft.com/office/drawing/2014/main" id="{69434D8D-3F2A-C7D8-8CBE-91A4258E6EE2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 rot="5400000">
              <a:off x="4820489" y="2303597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4" name="nativegroup.expert.column.2">
            <a:extLst>
              <a:ext uri="{FF2B5EF4-FFF2-40B4-BE49-F238E27FC236}">
                <a16:creationId xmlns:a16="http://schemas.microsoft.com/office/drawing/2014/main" id="{E43EDD93-DF0C-7E82-6A49-4887454E79A0}"/>
              </a:ext>
            </a:extLst>
          </p:cNvPr>
          <p:cNvGrpSpPr/>
          <p:nvPr>
            <p:custDataLst>
              <p:tags r:id="rId132"/>
            </p:custDataLst>
          </p:nvPr>
        </p:nvGrpSpPr>
        <p:grpSpPr>
          <a:xfrm>
            <a:off x="5379325" y="2073237"/>
            <a:ext cx="409528" cy="1808750"/>
            <a:chOff x="5379325" y="2073237"/>
            <a:chExt cx="409528" cy="1808750"/>
          </a:xfrm>
        </p:grpSpPr>
        <p:sp>
          <p:nvSpPr>
            <p:cNvPr id="122" name="expert.dyn.2">
              <a:extLst>
                <a:ext uri="{FF2B5EF4-FFF2-40B4-BE49-F238E27FC236}">
                  <a16:creationId xmlns:a16="http://schemas.microsoft.com/office/drawing/2014/main" id="{B5261E59-160D-02E5-7D95-383C7FE21F72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5417718" y="3037335"/>
              <a:ext cx="324210" cy="844652"/>
            </a:xfrm>
            <a:prstGeom prst="roundRect">
              <a:avLst/>
            </a:prstGeom>
            <a:solidFill>
              <a:srgbClr val="DCEAF8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expert.sem.2">
              <a:extLst>
                <a:ext uri="{FF2B5EF4-FFF2-40B4-BE49-F238E27FC236}">
                  <a16:creationId xmlns:a16="http://schemas.microsoft.com/office/drawing/2014/main" id="{19442833-4067-8AEB-D228-9C39F2D13640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5417718" y="2073237"/>
              <a:ext cx="324210" cy="861716"/>
            </a:xfrm>
            <a:prstGeom prst="roundRect">
              <a:avLst/>
            </a:prstGeom>
            <a:solidFill>
              <a:srgbClr val="FBE2D3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text.dyn.2">
              <a:extLst>
                <a:ext uri="{FF2B5EF4-FFF2-40B4-BE49-F238E27FC236}">
                  <a16:creationId xmlns:a16="http://schemas.microsoft.com/office/drawing/2014/main" id="{188372EF-75A1-0927-1DFE-93B96A242D59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 rot="5400000">
              <a:off x="5468909" y="3267695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" name="text.sem.2">
              <a:extLst>
                <a:ext uri="{FF2B5EF4-FFF2-40B4-BE49-F238E27FC236}">
                  <a16:creationId xmlns:a16="http://schemas.microsoft.com/office/drawing/2014/main" id="{C8E824F0-422A-CE7B-D5D8-12C8B4B51CD3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 rot="5400000">
              <a:off x="5468909" y="2303597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5" name="nativegroup.expert.column.3">
            <a:extLst>
              <a:ext uri="{FF2B5EF4-FFF2-40B4-BE49-F238E27FC236}">
                <a16:creationId xmlns:a16="http://schemas.microsoft.com/office/drawing/2014/main" id="{16D323E6-CF1F-63FA-0111-76A5DF3A3BB9}"/>
              </a:ext>
            </a:extLst>
          </p:cNvPr>
          <p:cNvGrpSpPr/>
          <p:nvPr>
            <p:custDataLst>
              <p:tags r:id="rId133"/>
            </p:custDataLst>
          </p:nvPr>
        </p:nvGrpSpPr>
        <p:grpSpPr>
          <a:xfrm>
            <a:off x="6036277" y="2073237"/>
            <a:ext cx="409528" cy="1808750"/>
            <a:chOff x="6036277" y="2073237"/>
            <a:chExt cx="409528" cy="1808750"/>
          </a:xfrm>
        </p:grpSpPr>
        <p:sp>
          <p:nvSpPr>
            <p:cNvPr id="123" name="expert.dyn.3">
              <a:extLst>
                <a:ext uri="{FF2B5EF4-FFF2-40B4-BE49-F238E27FC236}">
                  <a16:creationId xmlns:a16="http://schemas.microsoft.com/office/drawing/2014/main" id="{363051F5-89AD-5445-608B-68E5C12FF96F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6074670" y="3037335"/>
              <a:ext cx="324210" cy="844652"/>
            </a:xfrm>
            <a:prstGeom prst="roundRect">
              <a:avLst/>
            </a:prstGeom>
            <a:solidFill>
              <a:srgbClr val="DCEAF8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expert.sem.3">
              <a:extLst>
                <a:ext uri="{FF2B5EF4-FFF2-40B4-BE49-F238E27FC236}">
                  <a16:creationId xmlns:a16="http://schemas.microsoft.com/office/drawing/2014/main" id="{30AD7C8B-EC66-E2E4-0E64-C39F59573113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6074670" y="2073237"/>
              <a:ext cx="324210" cy="861716"/>
            </a:xfrm>
            <a:prstGeom prst="roundRect">
              <a:avLst/>
            </a:prstGeom>
            <a:solidFill>
              <a:srgbClr val="FBE2D3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text.dyn.3">
              <a:extLst>
                <a:ext uri="{FF2B5EF4-FFF2-40B4-BE49-F238E27FC236}">
                  <a16:creationId xmlns:a16="http://schemas.microsoft.com/office/drawing/2014/main" id="{EEC23E0B-CFED-0869-1C6A-8089AEA8A516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 rot="5400000">
              <a:off x="6125861" y="3267695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" name="text.sem.3">
              <a:extLst>
                <a:ext uri="{FF2B5EF4-FFF2-40B4-BE49-F238E27FC236}">
                  <a16:creationId xmlns:a16="http://schemas.microsoft.com/office/drawing/2014/main" id="{FF8C008D-1143-21C4-0189-1FC04CD9FA5D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 rot="5400000">
              <a:off x="6125861" y="2303597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4" name="nativegroup.expert.column.l">
            <a:extLst>
              <a:ext uri="{FF2B5EF4-FFF2-40B4-BE49-F238E27FC236}">
                <a16:creationId xmlns:a16="http://schemas.microsoft.com/office/drawing/2014/main" id="{A9BAC6F0-1FB4-D2A5-CC25-CF5A5803D893}"/>
              </a:ext>
            </a:extLst>
          </p:cNvPr>
          <p:cNvGrpSpPr/>
          <p:nvPr>
            <p:custDataLst>
              <p:tags r:id="rId134"/>
            </p:custDataLst>
          </p:nvPr>
        </p:nvGrpSpPr>
        <p:grpSpPr>
          <a:xfrm>
            <a:off x="6838269" y="2073237"/>
            <a:ext cx="409528" cy="1808750"/>
            <a:chOff x="6838269" y="2073237"/>
            <a:chExt cx="409528" cy="1808750"/>
          </a:xfrm>
        </p:grpSpPr>
        <p:sp>
          <p:nvSpPr>
            <p:cNvPr id="124" name="expert.dyn.l">
              <a:extLst>
                <a:ext uri="{FF2B5EF4-FFF2-40B4-BE49-F238E27FC236}">
                  <a16:creationId xmlns:a16="http://schemas.microsoft.com/office/drawing/2014/main" id="{6C7B3AB9-9C59-2322-0CE5-6679BE707FB0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6876663" y="3037335"/>
              <a:ext cx="324210" cy="844652"/>
            </a:xfrm>
            <a:prstGeom prst="roundRect">
              <a:avLst/>
            </a:prstGeom>
            <a:solidFill>
              <a:srgbClr val="DCEAF8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expert.sem.l">
              <a:extLst>
                <a:ext uri="{FF2B5EF4-FFF2-40B4-BE49-F238E27FC236}">
                  <a16:creationId xmlns:a16="http://schemas.microsoft.com/office/drawing/2014/main" id="{FD6AD37C-8773-3617-E0B4-3422B6C99A39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6876663" y="2073237"/>
              <a:ext cx="324210" cy="861716"/>
            </a:xfrm>
            <a:prstGeom prst="roundRect">
              <a:avLst/>
            </a:prstGeom>
            <a:solidFill>
              <a:srgbClr val="FBE2D3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text.dyn.l">
              <a:extLst>
                <a:ext uri="{FF2B5EF4-FFF2-40B4-BE49-F238E27FC236}">
                  <a16:creationId xmlns:a16="http://schemas.microsoft.com/office/drawing/2014/main" id="{450E8C75-6FE5-125C-FEDE-765121C513C4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 rot="5400000">
              <a:off x="6927853" y="3267695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Dyn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6" name="text.sem.l">
              <a:extLst>
                <a:ext uri="{FF2B5EF4-FFF2-40B4-BE49-F238E27FC236}">
                  <a16:creationId xmlns:a16="http://schemas.microsoft.com/office/drawing/2014/main" id="{3250BA44-2EDE-CF4A-0FD4-5596AE71A48A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 rot="5400000">
              <a:off x="6927853" y="2303597"/>
              <a:ext cx="230360" cy="4095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altLang="zh-CN" sz="1250" b="0">
                  <a:solidFill>
                    <a:srgbClr val="080808"/>
                  </a:solidFill>
                  <a:latin typeface="Arial" panose="020B0604020202020204" pitchFamily="34" charset="0"/>
                </a:rPr>
                <a:t>Sem</a:t>
              </a:r>
              <a:endParaRPr lang="zh-CN" altLang="en-US" sz="1250" b="0">
                <a:solidFill>
                  <a:srgbClr val="080808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" name="text.interaction">
            <a:extLst>
              <a:ext uri="{FF2B5EF4-FFF2-40B4-BE49-F238E27FC236}">
                <a16:creationId xmlns:a16="http://schemas.microsoft.com/office/drawing/2014/main" id="{37FACC1A-899D-D431-67EF-0289592270A7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8932836" y="4564534"/>
            <a:ext cx="955566" cy="2559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080808"/>
                </a:solidFill>
                <a:latin typeface="Arial" panose="020B0604020202020204" pitchFamily="34" charset="0"/>
              </a:rPr>
              <a:t>interaction</a:t>
            </a:r>
            <a:endParaRPr lang="zh-CN" altLang="en-US" sz="140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46" name="icon.task-user.outer">
            <a:extLst>
              <a:ext uri="{FF2B5EF4-FFF2-40B4-BE49-F238E27FC236}">
                <a16:creationId xmlns:a16="http://schemas.microsoft.com/office/drawing/2014/main" id="{F6920176-5868-A477-3ED9-9EFC90580B23}"/>
              </a:ext>
            </a:extLst>
          </p:cNvPr>
          <p:cNvSpPr/>
          <p:nvPr>
            <p:custDataLst>
              <p:tags r:id="rId136"/>
            </p:custDataLst>
          </p:nvPr>
        </p:nvSpPr>
        <p:spPr>
          <a:xfrm>
            <a:off x="366869" y="230360"/>
            <a:ext cx="469251" cy="469251"/>
          </a:xfrm>
          <a:prstGeom prst="ellipse">
            <a:avLst/>
          </a:prstGeom>
          <a:solidFill>
            <a:srgbClr val="FFFFFF"/>
          </a:solidFill>
          <a:ln w="17064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ward.1">
            <a:extLst>
              <a:ext uri="{FF2B5EF4-FFF2-40B4-BE49-F238E27FC236}">
                <a16:creationId xmlns:a16="http://schemas.microsoft.com/office/drawing/2014/main" id="{6B0AD97D-598F-AF6A-A4EB-A18A2C330444}"/>
              </a:ext>
            </a:extLst>
          </p:cNvPr>
          <p:cNvSpPr/>
          <p:nvPr>
            <p:custDataLst>
              <p:tags r:id="rId137"/>
            </p:custDataLst>
          </p:nvPr>
        </p:nvSpPr>
        <p:spPr>
          <a:xfrm>
            <a:off x="8625690" y="1928196"/>
            <a:ext cx="358337" cy="358337"/>
          </a:xfrm>
          <a:prstGeom prst="ellipse">
            <a:avLst/>
          </a:prstGeom>
          <a:solidFill>
            <a:srgbClr val="EF858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eward.2">
            <a:extLst>
              <a:ext uri="{FF2B5EF4-FFF2-40B4-BE49-F238E27FC236}">
                <a16:creationId xmlns:a16="http://schemas.microsoft.com/office/drawing/2014/main" id="{5D10A2E7-B92B-9AC2-4996-155809CFA4E2}"/>
              </a:ext>
            </a:extLst>
          </p:cNvPr>
          <p:cNvSpPr/>
          <p:nvPr>
            <p:custDataLst>
              <p:tags r:id="rId138"/>
            </p:custDataLst>
          </p:nvPr>
        </p:nvSpPr>
        <p:spPr>
          <a:xfrm>
            <a:off x="9453279" y="1928196"/>
            <a:ext cx="358337" cy="358337"/>
          </a:xfrm>
          <a:prstGeom prst="ellipse">
            <a:avLst/>
          </a:prstGeom>
          <a:solidFill>
            <a:srgbClr val="EF858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ward.3">
            <a:extLst>
              <a:ext uri="{FF2B5EF4-FFF2-40B4-BE49-F238E27FC236}">
                <a16:creationId xmlns:a16="http://schemas.microsoft.com/office/drawing/2014/main" id="{0D0CBC40-D6CB-0F44-D542-492B384DF304}"/>
              </a:ext>
            </a:extLst>
          </p:cNvPr>
          <p:cNvSpPr/>
          <p:nvPr>
            <p:custDataLst>
              <p:tags r:id="rId139"/>
            </p:custDataLst>
          </p:nvPr>
        </p:nvSpPr>
        <p:spPr>
          <a:xfrm>
            <a:off x="10297930" y="1928196"/>
            <a:ext cx="358337" cy="358337"/>
          </a:xfrm>
          <a:prstGeom prst="ellipse">
            <a:avLst/>
          </a:prstGeom>
          <a:solidFill>
            <a:srgbClr val="EF858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oken.task.1">
            <a:extLst>
              <a:ext uri="{FF2B5EF4-FFF2-40B4-BE49-F238E27FC236}">
                <a16:creationId xmlns:a16="http://schemas.microsoft.com/office/drawing/2014/main" id="{C4FB4D3F-C33E-00AA-0197-BE8AE19F37D1}"/>
              </a:ext>
            </a:extLst>
          </p:cNvPr>
          <p:cNvSpPr/>
          <p:nvPr>
            <p:custDataLst>
              <p:tags r:id="rId140"/>
            </p:custDataLst>
          </p:nvPr>
        </p:nvSpPr>
        <p:spPr>
          <a:xfrm>
            <a:off x="5178827" y="358337"/>
            <a:ext cx="281551" cy="281551"/>
          </a:xfrm>
          <a:prstGeom prst="ellipse">
            <a:avLst/>
          </a:prstGeom>
          <a:solidFill>
            <a:srgbClr val="AAA9A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token.task.2">
            <a:extLst>
              <a:ext uri="{FF2B5EF4-FFF2-40B4-BE49-F238E27FC236}">
                <a16:creationId xmlns:a16="http://schemas.microsoft.com/office/drawing/2014/main" id="{FDAAE144-67D8-1405-2D4C-B69D312D0E29}"/>
              </a:ext>
            </a:extLst>
          </p:cNvPr>
          <p:cNvSpPr/>
          <p:nvPr>
            <p:custDataLst>
              <p:tags r:id="rId141"/>
            </p:custDataLst>
          </p:nvPr>
        </p:nvSpPr>
        <p:spPr>
          <a:xfrm>
            <a:off x="5503037" y="358337"/>
            <a:ext cx="281551" cy="281551"/>
          </a:xfrm>
          <a:prstGeom prst="ellipse">
            <a:avLst/>
          </a:prstGeom>
          <a:solidFill>
            <a:srgbClr val="AAA9A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token.task.3">
            <a:extLst>
              <a:ext uri="{FF2B5EF4-FFF2-40B4-BE49-F238E27FC236}">
                <a16:creationId xmlns:a16="http://schemas.microsoft.com/office/drawing/2014/main" id="{E53F3445-65F4-F169-2546-9F6AFED9A4A1}"/>
              </a:ext>
            </a:extLst>
          </p:cNvPr>
          <p:cNvSpPr/>
          <p:nvPr>
            <p:custDataLst>
              <p:tags r:id="rId142"/>
            </p:custDataLst>
          </p:nvPr>
        </p:nvSpPr>
        <p:spPr>
          <a:xfrm>
            <a:off x="5827247" y="358337"/>
            <a:ext cx="281551" cy="281551"/>
          </a:xfrm>
          <a:prstGeom prst="ellipse">
            <a:avLst/>
          </a:prstGeom>
          <a:solidFill>
            <a:srgbClr val="AAA9AB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icon.task-user.body">
            <a:extLst>
              <a:ext uri="{FF2B5EF4-FFF2-40B4-BE49-F238E27FC236}">
                <a16:creationId xmlns:a16="http://schemas.microsoft.com/office/drawing/2014/main" id="{607B47E8-25EE-3032-06B8-9AB2A74E22DC}"/>
              </a:ext>
            </a:extLst>
          </p:cNvPr>
          <p:cNvSpPr/>
          <p:nvPr>
            <p:custDataLst>
              <p:tags r:id="rId143"/>
            </p:custDataLst>
          </p:nvPr>
        </p:nvSpPr>
        <p:spPr>
          <a:xfrm>
            <a:off x="452188" y="418060"/>
            <a:ext cx="298614" cy="230360"/>
          </a:xfrm>
          <a:prstGeom prst="ellipse">
            <a:avLst/>
          </a:prstGeom>
          <a:solidFill>
            <a:srgbClr val="05050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icon.task-user.head">
            <a:extLst>
              <a:ext uri="{FF2B5EF4-FFF2-40B4-BE49-F238E27FC236}">
                <a16:creationId xmlns:a16="http://schemas.microsoft.com/office/drawing/2014/main" id="{4D4800FA-50A2-8B66-F37C-312930A825D2}"/>
              </a:ext>
            </a:extLst>
          </p:cNvPr>
          <p:cNvSpPr/>
          <p:nvPr>
            <p:custDataLst>
              <p:tags r:id="rId144"/>
            </p:custDataLst>
          </p:nvPr>
        </p:nvSpPr>
        <p:spPr>
          <a:xfrm>
            <a:off x="528974" y="273019"/>
            <a:ext cx="145041" cy="145041"/>
          </a:xfrm>
          <a:prstGeom prst="ellipse">
            <a:avLst/>
          </a:prstGeom>
          <a:solidFill>
            <a:srgbClr val="05050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asset.action-icon">
            <a:extLst>
              <a:ext uri="{FF2B5EF4-FFF2-40B4-BE49-F238E27FC236}">
                <a16:creationId xmlns:a16="http://schemas.microsoft.com/office/drawing/2014/main" id="{CB40DCBC-8530-12AB-3B62-68D4F666652F}"/>
              </a:ext>
            </a:extLst>
          </p:cNvPr>
          <p:cNvPicPr>
            <a:picLocks/>
          </p:cNvPicPr>
          <p:nvPr>
            <p:custDataLst>
              <p:tags r:id="rId145"/>
            </p:custDataLst>
          </p:nvPr>
        </p:nvPicPr>
        <p:blipFill>
          <a:blip r:embed="rId246"/>
          <a:stretch>
            <a:fillRect/>
          </a:stretch>
        </p:blipFill>
        <p:spPr>
          <a:xfrm>
            <a:off x="7422700" y="4683980"/>
            <a:ext cx="383933" cy="341274"/>
          </a:xfrm>
          <a:prstGeom prst="rect">
            <a:avLst/>
          </a:prstGeom>
        </p:spPr>
      </p:pic>
      <p:pic>
        <p:nvPicPr>
          <p:cNvPr id="76" name="asset.environment-globe">
            <a:extLst>
              <a:ext uri="{FF2B5EF4-FFF2-40B4-BE49-F238E27FC236}">
                <a16:creationId xmlns:a16="http://schemas.microsoft.com/office/drawing/2014/main" id="{9ED24249-877C-1FE3-EF51-534C9F2B8637}"/>
              </a:ext>
            </a:extLst>
          </p:cNvPr>
          <p:cNvPicPr>
            <a:picLocks/>
          </p:cNvPicPr>
          <p:nvPr>
            <p:custDataLst>
              <p:tags r:id="rId146"/>
            </p:custDataLst>
          </p:nvPr>
        </p:nvPicPr>
        <p:blipFill>
          <a:blip r:embed="rId247"/>
          <a:stretch>
            <a:fillRect/>
          </a:stretch>
        </p:blipFill>
        <p:spPr>
          <a:xfrm>
            <a:off x="10110230" y="4538939"/>
            <a:ext cx="682547" cy="674015"/>
          </a:xfrm>
          <a:prstGeom prst="rect">
            <a:avLst/>
          </a:prstGeom>
        </p:spPr>
      </p:pic>
      <p:pic>
        <p:nvPicPr>
          <p:cNvPr id="85" name="asset.mllm-token-stack">
            <a:extLst>
              <a:ext uri="{FF2B5EF4-FFF2-40B4-BE49-F238E27FC236}">
                <a16:creationId xmlns:a16="http://schemas.microsoft.com/office/drawing/2014/main" id="{F7B6D2A5-5F00-7793-7FCE-B473CA200EFF}"/>
              </a:ext>
            </a:extLst>
          </p:cNvPr>
          <p:cNvPicPr>
            <a:picLocks/>
          </p:cNvPicPr>
          <p:nvPr>
            <p:custDataLst>
              <p:tags r:id="rId147"/>
            </p:custDataLst>
          </p:nvPr>
        </p:nvPicPr>
        <p:blipFill>
          <a:blip r:embed="rId248"/>
          <a:stretch>
            <a:fillRect/>
          </a:stretch>
        </p:blipFill>
        <p:spPr>
          <a:xfrm>
            <a:off x="2952017" y="1808750"/>
            <a:ext cx="366869" cy="1100607"/>
          </a:xfrm>
          <a:prstGeom prst="rect">
            <a:avLst/>
          </a:prstGeom>
        </p:spPr>
      </p:pic>
      <p:pic>
        <p:nvPicPr>
          <p:cNvPr id="88" name="asset.observation-montage">
            <a:extLst>
              <a:ext uri="{FF2B5EF4-FFF2-40B4-BE49-F238E27FC236}">
                <a16:creationId xmlns:a16="http://schemas.microsoft.com/office/drawing/2014/main" id="{EF6702FC-E8F1-0AD2-4894-355908475D18}"/>
              </a:ext>
            </a:extLst>
          </p:cNvPr>
          <p:cNvPicPr>
            <a:picLocks/>
          </p:cNvPicPr>
          <p:nvPr>
            <p:custDataLst>
              <p:tags r:id="rId148"/>
            </p:custDataLst>
          </p:nvPr>
        </p:nvPicPr>
        <p:blipFill>
          <a:blip r:embed="rId249"/>
          <a:stretch>
            <a:fillRect/>
          </a:stretch>
        </p:blipFill>
        <p:spPr>
          <a:xfrm>
            <a:off x="366869" y="2508361"/>
            <a:ext cx="929971" cy="682547"/>
          </a:xfrm>
          <a:prstGeom prst="rect">
            <a:avLst/>
          </a:prstGeom>
        </p:spPr>
      </p:pic>
      <p:pic>
        <p:nvPicPr>
          <p:cNvPr id="91" name="asset.output-token-lower">
            <a:extLst>
              <a:ext uri="{FF2B5EF4-FFF2-40B4-BE49-F238E27FC236}">
                <a16:creationId xmlns:a16="http://schemas.microsoft.com/office/drawing/2014/main" id="{2FF4381B-7009-176A-9295-EBFB078660B5}"/>
              </a:ext>
            </a:extLst>
          </p:cNvPr>
          <p:cNvPicPr>
            <a:picLocks/>
          </p:cNvPicPr>
          <p:nvPr>
            <p:custDataLst>
              <p:tags r:id="rId149"/>
            </p:custDataLst>
          </p:nvPr>
        </p:nvPicPr>
        <p:blipFill>
          <a:blip r:embed="rId250"/>
          <a:stretch>
            <a:fillRect/>
          </a:stretch>
        </p:blipFill>
        <p:spPr>
          <a:xfrm>
            <a:off x="7704251" y="3011739"/>
            <a:ext cx="349805" cy="1092075"/>
          </a:xfrm>
          <a:prstGeom prst="rect">
            <a:avLst/>
          </a:prstGeom>
        </p:spPr>
      </p:pic>
      <p:pic>
        <p:nvPicPr>
          <p:cNvPr id="94" name="asset.output-token-upper">
            <a:extLst>
              <a:ext uri="{FF2B5EF4-FFF2-40B4-BE49-F238E27FC236}">
                <a16:creationId xmlns:a16="http://schemas.microsoft.com/office/drawing/2014/main" id="{2178DB77-660A-456B-815D-2928ED163A65}"/>
              </a:ext>
            </a:extLst>
          </p:cNvPr>
          <p:cNvPicPr>
            <a:picLocks/>
          </p:cNvPicPr>
          <p:nvPr>
            <p:custDataLst>
              <p:tags r:id="rId150"/>
            </p:custDataLst>
          </p:nvPr>
        </p:nvPicPr>
        <p:blipFill>
          <a:blip r:embed="rId251"/>
          <a:stretch>
            <a:fillRect/>
          </a:stretch>
        </p:blipFill>
        <p:spPr>
          <a:xfrm>
            <a:off x="7704251" y="1774623"/>
            <a:ext cx="349805" cy="972630"/>
          </a:xfrm>
          <a:prstGeom prst="rect">
            <a:avLst/>
          </a:prstGeom>
        </p:spPr>
      </p:pic>
      <p:pic>
        <p:nvPicPr>
          <p:cNvPr id="24" name="asset.trophy-bottom">
            <a:extLst>
              <a:ext uri="{FF2B5EF4-FFF2-40B4-BE49-F238E27FC236}">
                <a16:creationId xmlns:a16="http://schemas.microsoft.com/office/drawing/2014/main" id="{99729B57-B351-A178-67E1-A7F0DA7AB984}"/>
              </a:ext>
            </a:extLst>
          </p:cNvPr>
          <p:cNvPicPr>
            <a:picLocks/>
          </p:cNvPicPr>
          <p:nvPr>
            <p:custDataLst>
              <p:tags r:id="rId151"/>
            </p:custDataLst>
          </p:nvPr>
        </p:nvPicPr>
        <p:blipFill>
          <a:blip r:embed="rId252"/>
          <a:stretch>
            <a:fillRect/>
          </a:stretch>
        </p:blipFill>
        <p:spPr>
          <a:xfrm>
            <a:off x="5827247" y="4683980"/>
            <a:ext cx="273019" cy="332742"/>
          </a:xfrm>
          <a:prstGeom prst="rect">
            <a:avLst/>
          </a:prstGeom>
        </p:spPr>
      </p:pic>
      <p:pic>
        <p:nvPicPr>
          <p:cNvPr id="35" name="asset.trophy-top">
            <a:extLst>
              <a:ext uri="{FF2B5EF4-FFF2-40B4-BE49-F238E27FC236}">
                <a16:creationId xmlns:a16="http://schemas.microsoft.com/office/drawing/2014/main" id="{9B4F89BF-6692-FDE1-8D8F-E62D6AF62170}"/>
              </a:ext>
            </a:extLst>
          </p:cNvPr>
          <p:cNvPicPr>
            <a:picLocks/>
          </p:cNvPicPr>
          <p:nvPr>
            <p:custDataLst>
              <p:tags r:id="rId152"/>
            </p:custDataLst>
          </p:nvPr>
        </p:nvPicPr>
        <p:blipFill>
          <a:blip r:embed="rId253"/>
          <a:stretch>
            <a:fillRect/>
          </a:stretch>
        </p:blipFill>
        <p:spPr>
          <a:xfrm>
            <a:off x="10963414" y="1953791"/>
            <a:ext cx="281551" cy="324210"/>
          </a:xfrm>
          <a:prstGeom prst="rect">
            <a:avLst/>
          </a:prstGeom>
        </p:spPr>
      </p:pic>
      <p:pic>
        <p:nvPicPr>
          <p:cNvPr id="97" name="asset.wm-token-stack">
            <a:extLst>
              <a:ext uri="{FF2B5EF4-FFF2-40B4-BE49-F238E27FC236}">
                <a16:creationId xmlns:a16="http://schemas.microsoft.com/office/drawing/2014/main" id="{20C9411C-A0B8-D149-06D5-7CF10C4ECA91}"/>
              </a:ext>
            </a:extLst>
          </p:cNvPr>
          <p:cNvPicPr>
            <a:picLocks/>
          </p:cNvPicPr>
          <p:nvPr>
            <p:custDataLst>
              <p:tags r:id="rId153"/>
            </p:custDataLst>
          </p:nvPr>
        </p:nvPicPr>
        <p:blipFill>
          <a:blip r:embed="rId254"/>
          <a:stretch>
            <a:fillRect/>
          </a:stretch>
        </p:blipFill>
        <p:spPr>
          <a:xfrm>
            <a:off x="2952017" y="3190908"/>
            <a:ext cx="366869" cy="1092075"/>
          </a:xfrm>
          <a:prstGeom prst="rect">
            <a:avLst/>
          </a:prstGeom>
        </p:spPr>
      </p:pic>
      <p:sp>
        <p:nvSpPr>
          <p:cNvPr id="26" name="text.action">
            <a:extLst>
              <a:ext uri="{FF2B5EF4-FFF2-40B4-BE49-F238E27FC236}">
                <a16:creationId xmlns:a16="http://schemas.microsoft.com/office/drawing/2014/main" id="{F8526FCE-ACDA-C5D7-AA68-26797F2F0DDF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7840761" y="4709576"/>
            <a:ext cx="639888" cy="2900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777777"/>
                </a:solidFill>
                <a:latin typeface="Arial" panose="020B0604020202020204" pitchFamily="34" charset="0"/>
              </a:rPr>
              <a:t>action</a:t>
            </a:r>
            <a:endParaRPr lang="zh-CN" altLang="en-US" sz="1400" b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.behavior-learning">
            <a:extLst>
              <a:ext uri="{FF2B5EF4-FFF2-40B4-BE49-F238E27FC236}">
                <a16:creationId xmlns:a16="http://schemas.microsoft.com/office/drawing/2014/main" id="{355858A2-73C1-60EC-2226-0334E81C3E87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8583031" y="3984369"/>
            <a:ext cx="3276226" cy="28155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080808"/>
                </a:solidFill>
                <a:latin typeface="Arial" panose="020B0604020202020204" pitchFamily="34" charset="0"/>
              </a:rPr>
              <a:t>Task-Aware Behavior Learning</a:t>
            </a:r>
            <a:endParaRPr lang="zh-CN" altLang="en-US" sz="170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.dense-bottom">
            <a:extLst>
              <a:ext uri="{FF2B5EF4-FFF2-40B4-BE49-F238E27FC236}">
                <a16:creationId xmlns:a16="http://schemas.microsoft.com/office/drawing/2014/main" id="{A2A0D251-925B-A889-E78E-CF782C0BAF22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6134393" y="4709576"/>
            <a:ext cx="460719" cy="2900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175" b="0">
                <a:solidFill>
                  <a:srgbClr val="777777"/>
                </a:solidFill>
                <a:latin typeface="Arial" panose="020B0604020202020204" pitchFamily="34" charset="0"/>
              </a:rPr>
              <a:t>dense</a:t>
            </a:r>
            <a:endParaRPr lang="zh-CN" altLang="en-US" sz="1175" b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.dense-top">
            <a:extLst>
              <a:ext uri="{FF2B5EF4-FFF2-40B4-BE49-F238E27FC236}">
                <a16:creationId xmlns:a16="http://schemas.microsoft.com/office/drawing/2014/main" id="{6E4DFDDB-9F8E-4B63-41B1-1D126F4C6B32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1262028" y="1911132"/>
            <a:ext cx="563101" cy="1706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00" b="0">
                <a:solidFill>
                  <a:srgbClr val="666666"/>
                </a:solidFill>
                <a:latin typeface="Arial" panose="020B0604020202020204" pitchFamily="34" charset="0"/>
              </a:rPr>
              <a:t>dense</a:t>
            </a:r>
            <a:endParaRPr lang="zh-CN" altLang="en-US" sz="1000" b="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78" name="text.environment">
            <a:extLst>
              <a:ext uri="{FF2B5EF4-FFF2-40B4-BE49-F238E27FC236}">
                <a16:creationId xmlns:a16="http://schemas.microsoft.com/office/drawing/2014/main" id="{3A4EB43A-A5BC-37EE-2A49-617945479C21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0818373" y="4803426"/>
            <a:ext cx="1194458" cy="2900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080808"/>
                </a:solidFill>
                <a:latin typeface="Arial" panose="020B0604020202020204" pitchFamily="34" charset="0"/>
              </a:rPr>
              <a:t>Environment</a:t>
            </a:r>
            <a:endParaRPr lang="zh-CN" altLang="en-US" sz="140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79" name="text.joint-optimization">
            <a:extLst>
              <a:ext uri="{FF2B5EF4-FFF2-40B4-BE49-F238E27FC236}">
                <a16:creationId xmlns:a16="http://schemas.microsoft.com/office/drawing/2014/main" id="{0F8FE4C9-B978-1C37-E93E-261A3F9CFC10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766091" y="4692512"/>
            <a:ext cx="3242099" cy="32421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750" b="1">
                <a:solidFill>
                  <a:srgbClr val="080808"/>
                </a:solidFill>
                <a:latin typeface="Arial" panose="020B0604020202020204" pitchFamily="34" charset="0"/>
              </a:rPr>
              <a:t>MLLM-WM Joint Optimization</a:t>
            </a:r>
            <a:endParaRPr lang="zh-CN" altLang="en-US" sz="17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44" name="text.mapping">
            <a:extLst>
              <a:ext uri="{FF2B5EF4-FFF2-40B4-BE49-F238E27FC236}">
                <a16:creationId xmlns:a16="http://schemas.microsoft.com/office/drawing/2014/main" id="{C555B524-5353-6B29-1264-068DA4F8B770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6714558" y="366869"/>
            <a:ext cx="776397" cy="24742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080808"/>
                </a:solidFill>
                <a:latin typeface="Arial" panose="020B0604020202020204" pitchFamily="34" charset="0"/>
              </a:rPr>
              <a:t>mapping</a:t>
            </a:r>
            <a:endParaRPr lang="zh-CN" altLang="en-US" sz="130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.modular-joint-heading">
            <a:extLst>
              <a:ext uri="{FF2B5EF4-FFF2-40B4-BE49-F238E27FC236}">
                <a16:creationId xmlns:a16="http://schemas.microsoft.com/office/drawing/2014/main" id="{F4C7C1C4-7C90-F38F-6AE0-6A2332A4AC5A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349805" y="1151798"/>
            <a:ext cx="2815507" cy="2900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080808"/>
                </a:solidFill>
                <a:latin typeface="Arial" panose="020B0604020202020204" pitchFamily="34" charset="0"/>
              </a:rPr>
              <a:t>Task-Aware Modular Joint</a:t>
            </a:r>
            <a:endParaRPr lang="zh-CN" altLang="en-US" sz="170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00" name="text.observation">
            <a:extLst>
              <a:ext uri="{FF2B5EF4-FFF2-40B4-BE49-F238E27FC236}">
                <a16:creationId xmlns:a16="http://schemas.microsoft.com/office/drawing/2014/main" id="{2366E06A-6D84-FAC2-533D-4C8815A99A6D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238891" y="3267695"/>
            <a:ext cx="1066480" cy="2559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0">
                <a:solidFill>
                  <a:srgbClr val="080808"/>
                </a:solidFill>
                <a:latin typeface="Arial" panose="020B0604020202020204" pitchFamily="34" charset="0"/>
              </a:rPr>
              <a:t>observation</a:t>
            </a:r>
            <a:endParaRPr lang="zh-CN" altLang="en-US" sz="135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.reward-bottom">
            <a:extLst>
              <a:ext uri="{FF2B5EF4-FFF2-40B4-BE49-F238E27FC236}">
                <a16:creationId xmlns:a16="http://schemas.microsoft.com/office/drawing/2014/main" id="{9B114B91-AC48-1013-D86D-2CDECF4906C7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6637772" y="4709576"/>
            <a:ext cx="648420" cy="29008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777777"/>
                </a:solidFill>
                <a:latin typeface="Arial" panose="020B0604020202020204" pitchFamily="34" charset="0"/>
              </a:rPr>
              <a:t>reward</a:t>
            </a:r>
            <a:endParaRPr lang="zh-CN" altLang="en-US" sz="1400" b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.reward-top">
            <a:extLst>
              <a:ext uri="{FF2B5EF4-FFF2-40B4-BE49-F238E27FC236}">
                <a16:creationId xmlns:a16="http://schemas.microsoft.com/office/drawing/2014/main" id="{F6809E5B-6C93-A986-CE7E-FC935AD38BE4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1262028" y="2098833"/>
            <a:ext cx="614292" cy="1706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00" b="0">
                <a:solidFill>
                  <a:srgbClr val="666666"/>
                </a:solidFill>
                <a:latin typeface="Arial" panose="020B0604020202020204" pitchFamily="34" charset="0"/>
              </a:rPr>
              <a:t>reward</a:t>
            </a:r>
            <a:endParaRPr lang="zh-CN" altLang="en-US" sz="1000" b="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149" name="text.task-1-prompt">
            <a:extLst>
              <a:ext uri="{FF2B5EF4-FFF2-40B4-BE49-F238E27FC236}">
                <a16:creationId xmlns:a16="http://schemas.microsoft.com/office/drawing/2014/main" id="{392E3765-D626-C3D8-5844-5088CFE67FC3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955566" y="230360"/>
            <a:ext cx="2090301" cy="2132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0">
                <a:solidFill>
                  <a:srgbClr val="080808"/>
                </a:solidFill>
                <a:latin typeface="Arial" panose="020B0604020202020204" pitchFamily="34" charset="0"/>
              </a:rPr>
              <a:t>Task 1: Turn on lamp</a:t>
            </a:r>
            <a:endParaRPr lang="zh-CN" altLang="en-US" sz="135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50" name="text.task-2-ellipsis">
            <a:extLst>
              <a:ext uri="{FF2B5EF4-FFF2-40B4-BE49-F238E27FC236}">
                <a16:creationId xmlns:a16="http://schemas.microsoft.com/office/drawing/2014/main" id="{1B756505-3B69-F423-7182-390F405807A4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2977612" y="477783"/>
            <a:ext cx="230360" cy="2132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0">
                <a:solidFill>
                  <a:srgbClr val="080808"/>
                </a:solidFill>
                <a:latin typeface="Arial" panose="020B0604020202020204" pitchFamily="34" charset="0"/>
              </a:rPr>
              <a:t>...</a:t>
            </a:r>
            <a:endParaRPr lang="zh-CN" altLang="en-US" sz="135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51" name="text.task-2-prompt">
            <a:extLst>
              <a:ext uri="{FF2B5EF4-FFF2-40B4-BE49-F238E27FC236}">
                <a16:creationId xmlns:a16="http://schemas.microsoft.com/office/drawing/2014/main" id="{78096E5C-D9A6-E81A-60DA-183C719EE385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955566" y="477783"/>
            <a:ext cx="1979387" cy="2132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0">
                <a:solidFill>
                  <a:srgbClr val="080808"/>
                </a:solidFill>
                <a:latin typeface="Arial" panose="020B0604020202020204" pitchFamily="34" charset="0"/>
              </a:rPr>
              <a:t>Task 2: Close top drawer</a:t>
            </a:r>
            <a:endParaRPr lang="zh-CN" altLang="en-US" sz="135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42" name="text.task-encoder-encoder">
            <a:extLst>
              <a:ext uri="{FF2B5EF4-FFF2-40B4-BE49-F238E27FC236}">
                <a16:creationId xmlns:a16="http://schemas.microsoft.com/office/drawing/2014/main" id="{245610F0-07B7-2C12-B15D-29D25872109F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3847860" y="469251"/>
            <a:ext cx="776397" cy="22182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080808"/>
                </a:solidFill>
                <a:latin typeface="Arial" panose="020B0604020202020204" pitchFamily="34" charset="0"/>
              </a:rPr>
              <a:t>Encoder</a:t>
            </a:r>
            <a:endParaRPr lang="zh-CN" altLang="en-US" sz="130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43" name="text.task-encoder-task">
            <a:extLst>
              <a:ext uri="{FF2B5EF4-FFF2-40B4-BE49-F238E27FC236}">
                <a16:creationId xmlns:a16="http://schemas.microsoft.com/office/drawing/2014/main" id="{FF5CBC20-39BE-D105-7301-5B4A59A5A9BF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4027028" y="221828"/>
            <a:ext cx="443656" cy="2132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00" b="1">
                <a:solidFill>
                  <a:srgbClr val="080808"/>
                </a:solidFill>
                <a:latin typeface="Arial" panose="020B0604020202020204" pitchFamily="34" charset="0"/>
              </a:rPr>
              <a:t>Task</a:t>
            </a:r>
            <a:endParaRPr lang="zh-CN" altLang="en-US" sz="130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formula.fused-state" descr="AI_AUTOFIGURE_NATIVE_MATH_V1:eyJjb250ZW50X3J1bnMiOlt7ImNhbm9uaWNhbF9sYXRleCI6InpfdCIsImZvcm11bGFfaWQiOiJmb3JtdWxhLmZ1c2VkLXN0YXRlIiwia2luZCI6Im1hdGgiLCJsYXRleF9zaGEyNTYiOiI4YjI0Y2QzZTc4Yzg3NWMxYjBkZDJmNDRkNWRkMDdkMDRlZDJmMzAwNWU1NTFjODM5NGIwYzhkZmZmYzEyNTZj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0IiwiZm9ybXVsYV9pZCI6ImZvcm11bGEuZnVzZWQtc3RhdGUiLCJsYXRleF9zaGEyNTYiOiI4YjI0Y2QzZTc4Yzg3NWMxYjBkZDJmNDRkNWRkMDdkMDRlZDJmMzAwNWU1NTFjODM5NGIwYzhkZmZmYzEyNTZj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Zvcm11bGEuZnVzZWQtc3RhdGUiLCJzY2hlbWFfdmVyc2lvbiI6IjEuMCJ9">
                <a:extLst>
                  <a:ext uri="{FF2B5EF4-FFF2-40B4-BE49-F238E27FC236}">
                    <a16:creationId xmlns:a16="http://schemas.microsoft.com/office/drawing/2014/main" id="{9FFAC07B-039B-0259-F7E7-C4492A478305}"/>
                  </a:ext>
                </a:extLst>
              </p:cNvPr>
              <p:cNvSpPr txBox="1"/>
              <p:nvPr>
                <p:custDataLst>
                  <p:tags r:id="rId170"/>
                </p:custDataLst>
              </p:nvPr>
            </p:nvSpPr>
            <p:spPr>
              <a:xfrm>
                <a:off x="7781038" y="1552795"/>
                <a:ext cx="238891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3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01" name="formula.fused-state" descr="AI_AUTOFIGURE_MATH_FALLBACK_ONLY_V1:eyJjb250ZW50X3J1bnMiOlt7ImNhbm9uaWNhbF9sYXRleCI6InpfdCIsImZvcm11bGFfaWQiOiJmb3JtdWxhLmZ1c2VkLXN0YXRlIiwia2luZCI6Im1hdGgiLCJsYXRleF9zaGEyNTYiOiI4YjI0Y2QzZTc4Yzg3NWMxYjBkZDJmNDRkNWRkMDdkMDRlZDJmMzAwNWU1NTFjODM5NGIwYzhkZmZmYzEyNTZj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0IiwiZm9ybXVsYV9pZCI6ImZvcm11bGEuZnVzZWQtc3RhdGUiLCJsYXRleF9zaGEyNTYiOiI4YjI0Y2QzZTc4Yzg3NWMxYjBkZDJmNDRkNWRkMDdkMDRlZDJmMzAwNWU1NTFjODM5NGIwYzhkZmZmYzEyNTZj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Zvcm11bGEuZnVzZWQtc3RhdGUiLCJzY2hlbWFfdmVyc2lvbiI6IjEuMCJ9">
                <a:extLst>
                  <a:ext uri="{FF2B5EF4-FFF2-40B4-BE49-F238E27FC236}">
                    <a16:creationId xmlns:a16="http://schemas.microsoft.com/office/drawing/2014/main" id="{9FFAC07B-039B-0259-F7E7-C4492A478305}"/>
                  </a:ext>
                </a:extLst>
              </p:cNvPr>
              <p:cNvSpPr txBox="1"/>
              <p:nvPr>
                <p:custDataLst>
                  <p:tags r:id="rId255"/>
                </p:custDataLst>
              </p:nvPr>
            </p:nvSpPr>
            <p:spPr>
              <a:xfrm>
                <a:off x="7781038" y="1552795"/>
                <a:ext cx="238891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300">
                    <a:solidFill>
                      <a:srgbClr val="080808"/>
                    </a:solidFill>
                  </a:rPr>
                  <a:t>\(z_t\)</a:t>
                </a:r>
                <a:endParaRPr lang="en-US" dirty="0" sz="13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formula.mllm-feature" descr="AI_AUTOFIGURE_NATIVE_MATH_V1:eyJjb250ZW50X3J1bnMiOlt7ImNhbm9uaWNhbF9sYXRleCI6ImVfdiIsImZvcm11bGFfaWQiOiJmb3JtdWxhLm1sbG0tZmVhdHVyZSIsImtpbmQiOiJtYXRoIiwibGF0ZXhfc2hhMjU2IjoiMDQyMTYyYjZkOWNhNTU1ZDRjNTNjNjIyNmQwZmQ1MWFlODY4OTk5NjQ4OTk1MjExZDE4Y2ZhNTE3OWYwODU0NyIsIm1vZGUiOiJpbmxpbmUiLCJvbW1sX3NoYTI1NiI6IjYzNWEwNTJiNDI5ZTMyN2NiOWZmZTUyOTEyNGIyYzhkZTAwZWM5ZDJkYmQyN2YxNTFiZmUzOGZiMGY4Yzc3NzIiLCJzZW1hbnRpY19vbW1sX3Byb2ZpbGUiOiJvZmZpY2UtbWF0aC1zZW1hbnRpYy12MiIsInNlbWFudGljX29tbWxfc2hhMjU2IjoiMmY0ZWYyZGU0NDYwZTUyYjdiOTY3ZTVhYmY0ZmRiOTk0OTcyM2FlZTZjZDM3OTE5ZDRjZTk2NjZlZmUwMjdhOCJ9XSwiZm9ybXVsYXMiOlt7ImNhbm9uaWNhbF9sYXRleCI6ImVfdiIsImZvcm11bGFfaWQiOiJmb3JtdWxhLm1sbG0tZmVhdHVyZSIsImxhdGV4X3NoYTI1NiI6IjA0MjE2MmI2ZDljYTU1NWQ0YzUzYzYyMjZkMGZkNTFhZTg2ODk5OTY0ODk5NTIxMWQxOGNmYTUxNzlmMDg1NDciLCJtb2RlIjoiaW5saW5lIiwib21tbF9zaGEyNTYiOiI2MzVhMDUyYjQyOWUzMjdjYjlmZmU1MjkxMjRiMmM4ZGUwMGVjOWQyZGJkMjdmMTUxYmZlMzhmYjBmOGM3NzcyIiwic2VtYW50aWNfb21tbF9wcm9maWxlIjoib2ZmaWNlLW1hdGgtc2VtYW50aWMtdjIiLCJzZW1hbnRpY19vbW1sX3NoYTI1NiI6IjJmNGVmMmRlNDQ2MGU1MmI3Yjk2N2U1YWJmNGZkYjk5NDk3MjNhZWU2Y2QzNzkxOWQ0Y2U5NjY2ZWZlMDI3YTgifV0sImtpbmQiOiJuYXRpdmVfb2ZmaWNlX21hdGgiLCJwbGFjZWhvbGRlcl9uYW1lIjoiZm9ybXVsYS5tbGxtLWZlYXR1cmUiLCJzY2hlbWFfdmVyc2lvbiI6IjEuMCJ9">
                <a:extLst>
                  <a:ext uri="{FF2B5EF4-FFF2-40B4-BE49-F238E27FC236}">
                    <a16:creationId xmlns:a16="http://schemas.microsoft.com/office/drawing/2014/main" id="{53582FC3-C2B3-F997-C7E6-38A8A69BC973}"/>
                  </a:ext>
                </a:extLst>
              </p:cNvPr>
              <p:cNvSpPr txBox="1"/>
              <p:nvPr>
                <p:custDataLst>
                  <p:tags r:id="rId171"/>
                </p:custDataLst>
              </p:nvPr>
            </p:nvSpPr>
            <p:spPr>
              <a:xfrm>
                <a:off x="3037335" y="1569859"/>
                <a:ext cx="238891" cy="2303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13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02" name="formula.mllm-feature" descr="AI_AUTOFIGURE_MATH_FALLBACK_ONLY_V1:eyJjb250ZW50X3J1bnMiOlt7ImNhbm9uaWNhbF9sYXRleCI6ImVfdiIsImZvcm11bGFfaWQiOiJmb3JtdWxhLm1sbG0tZmVhdHVyZSIsImtpbmQiOiJtYXRoIiwibGF0ZXhfc2hhMjU2IjoiMDQyMTYyYjZkOWNhNTU1ZDRjNTNjNjIyNmQwZmQ1MWFlODY4OTk5NjQ4OTk1MjExZDE4Y2ZhNTE3OWYwODU0NyIsIm1vZGUiOiJpbmxpbmUiLCJvbW1sX3NoYTI1NiI6IjYzNWEwNTJiNDI5ZTMyN2NiOWZmZTUyOTEyNGIyYzhkZTAwZWM5ZDJkYmQyN2YxNTFiZmUzOGZiMGY4Yzc3NzIiLCJzZW1hbnRpY19vbW1sX3Byb2ZpbGUiOiJvZmZpY2UtbWF0aC1zZW1hbnRpYy12MiIsInNlbWFudGljX29tbWxfc2hhMjU2IjoiMmY0ZWYyZGU0NDYwZTUyYjdiOTY3ZTVhYmY0ZmRiOTk0OTcyM2FlZTZjZDM3OTE5ZDRjZTk2NjZlZmUwMjdhOCJ9XSwiZm9ybXVsYXMiOlt7ImNhbm9uaWNhbF9sYXRleCI6ImVfdiIsImZvcm11bGFfaWQiOiJmb3JtdWxhLm1sbG0tZmVhdHVyZSIsImxhdGV4X3NoYTI1NiI6IjA0MjE2MmI2ZDljYTU1NWQ0YzUzYzYyMjZkMGZkNTFhZTg2ODk5OTY0ODk5NTIxMWQxOGNmYTUxNzlmMDg1NDciLCJtb2RlIjoiaW5saW5lIiwib21tbF9zaGEyNTYiOiI2MzVhMDUyYjQyOWUzMjdjYjlmZmU1MjkxMjRiMmM4ZGUwMGVjOWQyZGJkMjdmMTUxYmZlMzhmYjBmOGM3NzcyIiwic2VtYW50aWNfb21tbF9wcm9maWxlIjoib2ZmaWNlLW1hdGgtc2VtYW50aWMtdjIiLCJzZW1hbnRpY19vbW1sX3NoYTI1NiI6IjJmNGVmMmRlNDQ2MGU1MmI3Yjk2N2U1YWJmNGZkYjk5NDk3MjNhZWU2Y2QzNzkxOWQ0Y2U5NjY2ZWZlMDI3YTgifV0sImtpbmQiOiJuYXRpdmVfb2ZmaWNlX21hdGgiLCJwbGFjZWhvbGRlcl9uYW1lIjoiZm9ybXVsYS5tbGxtLWZlYXR1cmUiLCJzY2hlbWFfdmVyc2lvbiI6IjEuMCJ9">
                <a:extLst>
                  <a:ext uri="{FF2B5EF4-FFF2-40B4-BE49-F238E27FC236}">
                    <a16:creationId xmlns:a16="http://schemas.microsoft.com/office/drawing/2014/main" id="{53582FC3-C2B3-F997-C7E6-38A8A69BC973}"/>
                  </a:ext>
                </a:extLst>
              </p:cNvPr>
              <p:cNvSpPr txBox="1"/>
              <p:nvPr>
                <p:custDataLst>
                  <p:tags r:id="rId256"/>
                </p:custDataLst>
              </p:nvPr>
            </p:nvSpPr>
            <p:spPr>
              <a:xfrm>
                <a:off x="3037335" y="1569859"/>
                <a:ext cx="238891" cy="2303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300">
                    <a:solidFill>
                      <a:srgbClr val="080808"/>
                    </a:solidFill>
                  </a:rPr>
                  <a:t>\(e_v\)</a:t>
                </a:r>
                <a:endParaRPr lang="en-US" dirty="0" sz="13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formula.reward.t" descr="AI_AUTOFIGURE_NATIVE_MATH_V1:eyJjb250ZW50X3J1bnMiOlt7ImNhbm9uaWNhbF9sYXRleCI6InJfdCIsImZvcm11bGFfaWQiOiJmb3JtdWxhLnJld2FyZC50Iiwia2luZCI6Im1hdGgiLCJsYXRleF9zaGEyNTYiOiI3ZDBiMGFhZWMzODgxMzBkNWRhNTM2Y2QzOWFkY2Q0NDMyNWYwOWNlYWZiZDhjYWNiMmIzMjMyYjFiNTFiYjA2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0IiwiZm9ybXVsYV9pZCI6ImZvcm11bGEucmV3YXJkLnQiLCJsYXRleF9zaGEyNTYiOiI3ZDBiMGFhZWMzODgxMzBkNWRhNTM2Y2QzOWFkY2Q0NDMyNWYwOWNlYWZiZDhjYWNiMmIzMjMyYjFiNTFiYjA2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Zvcm11bGEucmV3YXJkLnQiLCJzY2hlbWFfdmVyc2lvbiI6IjEuMCJ9">
                <a:extLst>
                  <a:ext uri="{FF2B5EF4-FFF2-40B4-BE49-F238E27FC236}">
                    <a16:creationId xmlns:a16="http://schemas.microsoft.com/office/drawing/2014/main" id="{4655330B-E63D-FF4F-D830-F69C185E81A0}"/>
                  </a:ext>
                </a:extLst>
              </p:cNvPr>
              <p:cNvSpPr txBox="1"/>
              <p:nvPr>
                <p:custDataLst>
                  <p:tags r:id="rId172"/>
                </p:custDataLst>
              </p:nvPr>
            </p:nvSpPr>
            <p:spPr>
              <a:xfrm>
                <a:off x="8676881" y="2004982"/>
                <a:ext cx="230360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40" name="formula.reward.t" descr="AI_AUTOFIGURE_MATH_FALLBACK_ONLY_V1:eyJjb250ZW50X3J1bnMiOlt7ImNhbm9uaWNhbF9sYXRleCI6InJfdCIsImZvcm11bGFfaWQiOiJmb3JtdWxhLnJld2FyZC50Iiwia2luZCI6Im1hdGgiLCJsYXRleF9zaGEyNTYiOiI3ZDBiMGFhZWMzODgxMzBkNWRhNTM2Y2QzOWFkY2Q0NDMyNWYwOWNlYWZiZDhjYWNiMmIzMjMyYjFiNTFiYjA2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0IiwiZm9ybXVsYV9pZCI6ImZvcm11bGEucmV3YXJkLnQiLCJsYXRleF9zaGEyNTYiOiI3ZDBiMGFhZWMzODgxMzBkNWRhNTM2Y2QzOWFkY2Q0NDMyNWYwOWNlYWZiZDhjYWNiMmIzMjMyYjFiNTFiYjA2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Zvcm11bGEucmV3YXJkLnQiLCJzY2hlbWFfdmVyc2lvbiI6IjEuMCJ9">
                <a:extLst>
                  <a:ext uri="{FF2B5EF4-FFF2-40B4-BE49-F238E27FC236}">
                    <a16:creationId xmlns:a16="http://schemas.microsoft.com/office/drawing/2014/main" id="{4655330B-E63D-FF4F-D830-F69C185E81A0}"/>
                  </a:ext>
                </a:extLst>
              </p:cNvPr>
              <p:cNvSpPr txBox="1"/>
              <p:nvPr>
                <p:custDataLst>
                  <p:tags r:id="rId257"/>
                </p:custDataLst>
              </p:nvPr>
            </p:nvSpPr>
            <p:spPr>
              <a:xfrm>
                <a:off x="8676881" y="2004982"/>
                <a:ext cx="230360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\(r_t\)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formula.task-map" descr="AI_AUTOFIGURE_NATIVE_MATH_V1:eyJjb250ZW50X3J1bnMiOlt7ImNhbm9uaWNhbF9sYXRleCI6ImZfe1xcbWF0aHJte21hcH19IiwiZm9ybXVsYV9pZCI6ImZvcm11bGEudGFzay1tYXAiLCJraW5kIjoibWF0aCIsImxhdGV4X3NoYTI1NiI6IjM5ODg5MjI4YmFhZjk2NmM2Zjc2NWY4OGFmODE1NWRkMDg0NmUyZDk3YmFiNzNkYTE2MTY3MGNmYjZhMzg5YWQiLCJtb2RlIjoiaW5saW5lIiwib21tbF9zaGEyNTYiOiI4NGZkNTkwZjJiNTk4MGJmMTNhM2ZhOWE0ZDIwNzQyMjE1MmE1NTRlOTI1ZDQ5MGE4ZWQyYmI1NDdhZDljMjNhIiwic2VtYW50aWNfb21tbF9wcm9maWxlIjoib2ZmaWNlLW1hdGgtc2VtYW50aWMtdjIiLCJzZW1hbnRpY19vbW1sX3NoYTI1NiI6Ijk3NDI3Y2E5MWFkZTliNTRkY2Q1YWRmOTNkMTkwNmRkOTEzZGZhZTNmZWRiM2Y4ZWFjNzUyZjhiYWU0ZDUwMzQifV0sImZvcm11bGFzIjpbeyJjYW5vbmljYWxfbGF0ZXgiOiJmX3tcXG1hdGhybXttYXB9fSIsImZvcm11bGFfaWQiOiJmb3JtdWxhLnRhc2stbWFwIiwibGF0ZXhfc2hhMjU2IjoiMzk4ODkyMjhiYWFmOTY2YzZmNzY1Zjg4YWY4MTU1ZGQwODQ2ZTJkOTdiYWI3M2RhMTYxNjcwY2ZiNmEzODlhZCIsIm1vZGUiOiJpbmxpbmUiLCJvbW1sX3NoYTI1NiI6Ijg0ZmQ1OTBmMmI1OTgwYmYxM2EzZmE5YTRkMjA3NDIyMTUyYTU1NGU5MjVkNDkwYThlZDJiYjU0N2FkOWMyM2EiLCJzZW1hbnRpY19vbW1sX3Byb2ZpbGUiOiJvZmZpY2UtbWF0aC1zZW1hbnRpYy12MiIsInNlbWFudGljX29tbWxfc2hhMjU2IjoiOTc0MjdjYTkxYWRlOWI1NGRjZDVhZGY5M2QxOTA2ZGQ5MTNkZmFlM2ZlZGIzZjhlYWM3NTJmOGJhZTRkNTAzNCJ9XSwia2luZCI6Im5hdGl2ZV9vZmZpY2VfbWF0aCIsInBsYWNlaG9sZGVyX25hbWUiOiJmb3JtdWxhLnRhc2stbWFwIiwic2NoZW1hX3ZlcnNpb24iOiIxLjAifQ==">
                <a:extLst>
                  <a:ext uri="{FF2B5EF4-FFF2-40B4-BE49-F238E27FC236}">
                    <a16:creationId xmlns:a16="http://schemas.microsoft.com/office/drawing/2014/main" id="{FA18912C-0BD7-2FE9-037F-3FAE2CC618D0}"/>
                  </a:ext>
                </a:extLst>
              </p:cNvPr>
              <p:cNvSpPr txBox="1"/>
              <p:nvPr>
                <p:custDataLst>
                  <p:tags r:id="rId173"/>
                </p:custDataLst>
              </p:nvPr>
            </p:nvSpPr>
            <p:spPr>
              <a:xfrm>
                <a:off x="7533615" y="366869"/>
                <a:ext cx="486315" cy="264487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map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45" name="formula.task-map" descr="AI_AUTOFIGURE_MATH_FALLBACK_ONLY_V1:eyJjb250ZW50X3J1bnMiOlt7ImNhbm9uaWNhbF9sYXRleCI6ImZfe1xcbWF0aHJte21hcH19IiwiZm9ybXVsYV9pZCI6ImZvcm11bGEudGFzay1tYXAiLCJraW5kIjoibWF0aCIsImxhdGV4X3NoYTI1NiI6IjM5ODg5MjI4YmFhZjk2NmM2Zjc2NWY4OGFmODE1NWRkMDg0NmUyZDk3YmFiNzNkYTE2MTY3MGNmYjZhMzg5YWQiLCJtb2RlIjoiaW5saW5lIiwib21tbF9zaGEyNTYiOiI4NGZkNTkwZjJiNTk4MGJmMTNhM2ZhOWE0ZDIwNzQyMjE1MmE1NTRlOTI1ZDQ5MGE4ZWQyYmI1NDdhZDljMjNhIiwic2VtYW50aWNfb21tbF9wcm9maWxlIjoib2ZmaWNlLW1hdGgtc2VtYW50aWMtdjIiLCJzZW1hbnRpY19vbW1sX3NoYTI1NiI6Ijk3NDI3Y2E5MWFkZTliNTRkY2Q1YWRmOTNkMTkwNmRkOTEzZGZhZTNmZWRiM2Y4ZWFjNzUyZjhiYWU0ZDUwMzQifV0sImZvcm11bGFzIjpbeyJjYW5vbmljYWxfbGF0ZXgiOiJmX3tcXG1hdGhybXttYXB9fSIsImZvcm11bGFfaWQiOiJmb3JtdWxhLnRhc2stbWFwIiwibGF0ZXhfc2hhMjU2IjoiMzk4ODkyMjhiYWFmOTY2YzZmNzY1Zjg4YWY4MTU1ZGQwODQ2ZTJkOTdiYWI3M2RhMTYxNjcwY2ZiNmEzODlhZCIsIm1vZGUiOiJpbmxpbmUiLCJvbW1sX3NoYTI1NiI6Ijg0ZmQ1OTBmMmI1OTgwYmYxM2EzZmE5YTRkMjA3NDIyMTUyYTU1NGU5MjVkNDkwYThlZDJiYjU0N2FkOWMyM2EiLCJzZW1hbnRpY19vbW1sX3Byb2ZpbGUiOiJvZmZpY2UtbWF0aC1zZW1hbnRpYy12MiIsInNlbWFudGljX29tbWxfc2hhMjU2IjoiOTc0MjdjYTkxYWRlOWI1NGRjZDVhZGY5M2QxOTA2ZGQ5MTNkZmFlM2ZlZGIzZjhlYWM3NTJmOGJhZTRkNTAzNCJ9XSwia2luZCI6Im5hdGl2ZV9vZmZpY2VfbWF0aCIsInBsYWNlaG9sZGVyX25hbWUiOiJmb3JtdWxhLnRhc2stbWFwIiwic2NoZW1hX3ZlcnNpb24iOiIxLjAifQ==">
                <a:extLst>
                  <a:ext uri="{FF2B5EF4-FFF2-40B4-BE49-F238E27FC236}">
                    <a16:creationId xmlns:a16="http://schemas.microsoft.com/office/drawing/2014/main" id="{FA18912C-0BD7-2FE9-037F-3FAE2CC618D0}"/>
                  </a:ext>
                </a:extLst>
              </p:cNvPr>
              <p:cNvSpPr txBox="1"/>
              <p:nvPr>
                <p:custDataLst>
                  <p:tags r:id="rId258"/>
                </p:custDataLst>
              </p:nvPr>
            </p:nvSpPr>
            <p:spPr>
              <a:xfrm>
                <a:off x="7533615" y="366869"/>
                <a:ext cx="486315" cy="264487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200">
                    <a:solidFill>
                      <a:srgbClr val="080808"/>
                    </a:solidFill>
                  </a:rPr>
                  <a:t>\(f_{\mathrm{map}}\)</a:t>
                </a:r>
                <a:endParaRPr lang="en-US" dirty="0" sz="12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formula.wm-state" descr="AI_AUTOFIGURE_NATIVE_MATH_V1:eyJjb250ZW50X3J1bnMiOlt7ImNhbm9uaWNhbF9sYXRleCI6InNfdCIsImZvcm11bGFfaWQiOiJmb3JtdWxhLndtLXN0YXRlIiwia2luZCI6Im1hdGgiLCJsYXRleF9zaGEyNTYiOiI0YmNhN2FmY2FmYTk3YTQ5ODU1MWJlMDJmYzQyNzQ2OTNhZjc5MDhiN2YzOWY1NjI4ZWVlZjI0OGQzZjc4ZjNl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0IiwiZm9ybXVsYV9pZCI6ImZvcm11bGEud20tc3RhdGUiLCJsYXRleF9zaGEyNTYiOiI0YmNhN2FmY2FmYTk3YTQ5ODU1MWJlMDJmYzQyNzQ2OTNhZjc5MDhiN2YzOWY1NjI4ZWVlZjI0OGQzZjc4ZjNl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Zvcm11bGEud20tc3RhdGUiLCJzY2hlbWFfdmVyc2lvbiI6IjEuMCJ9">
                <a:extLst>
                  <a:ext uri="{FF2B5EF4-FFF2-40B4-BE49-F238E27FC236}">
                    <a16:creationId xmlns:a16="http://schemas.microsoft.com/office/drawing/2014/main" id="{21293D08-AD81-8FA8-FEC8-C5F791A34F01}"/>
                  </a:ext>
                </a:extLst>
              </p:cNvPr>
              <p:cNvSpPr txBox="1"/>
              <p:nvPr>
                <p:custDataLst>
                  <p:tags r:id="rId174"/>
                </p:custDataLst>
              </p:nvPr>
            </p:nvSpPr>
            <p:spPr>
              <a:xfrm>
                <a:off x="3037335" y="2943485"/>
                <a:ext cx="238891" cy="2303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1300" dirty="0">
                              <a:solidFill>
                                <a:srgbClr val="080808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3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03" name="formula.wm-state" descr="AI_AUTOFIGURE_MATH_FALLBACK_ONLY_V1:eyJjb250ZW50X3J1bnMiOlt7ImNhbm9uaWNhbF9sYXRleCI6InNfdCIsImZvcm11bGFfaWQiOiJmb3JtdWxhLndtLXN0YXRlIiwia2luZCI6Im1hdGgiLCJsYXRleF9zaGEyNTYiOiI0YmNhN2FmY2FmYTk3YTQ5ODU1MWJlMDJmYzQyNzQ2OTNhZjc5MDhiN2YzOWY1NjI4ZWVlZjI0OGQzZjc4ZjNl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0IiwiZm9ybXVsYV9pZCI6ImZvcm11bGEud20tc3RhdGUiLCJsYXRleF9zaGEyNTYiOiI0YmNhN2FmY2FmYTk3YTQ5ODU1MWJlMDJmYzQyNzQ2OTNhZjc5MDhiN2YzOWY1NjI4ZWVlZjI0OGQzZjc4ZjNl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Zvcm11bGEud20tc3RhdGUiLCJzY2hlbWFfdmVyc2lvbiI6IjEuMCJ9">
                <a:extLst>
                  <a:ext uri="{FF2B5EF4-FFF2-40B4-BE49-F238E27FC236}">
                    <a16:creationId xmlns:a16="http://schemas.microsoft.com/office/drawing/2014/main" id="{21293D08-AD81-8FA8-FEC8-C5F791A34F01}"/>
                  </a:ext>
                </a:extLst>
              </p:cNvPr>
              <p:cNvSpPr txBox="1"/>
              <p:nvPr>
                <p:custDataLst>
                  <p:tags r:id="rId259"/>
                </p:custDataLst>
              </p:nvPr>
            </p:nvSpPr>
            <p:spPr>
              <a:xfrm>
                <a:off x="3037335" y="2943485"/>
                <a:ext cx="238891" cy="2303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300">
                    <a:solidFill>
                      <a:srgbClr val="080808"/>
                    </a:solidFill>
                  </a:rPr>
                  <a:t>\(s_t\)</a:t>
                </a:r>
                <a:endParaRPr lang="en-US" dirty="0" sz="1300">
                  <a:solidFill>
                    <a:srgbClr val="080808"/>
                  </a:solidFill>
                </a:endParaRPr>
              </a:p>
            </p:txBody>
          </p:sp>
        </mc:Fallback>
      </mc:AlternateContent>
      <p:sp>
        <p:nvSpPr>
          <p:cNvPr id="104" name="allocator.wedge">
            <a:extLst>
              <a:ext uri="{FF2B5EF4-FFF2-40B4-BE49-F238E27FC236}">
                <a16:creationId xmlns:a16="http://schemas.microsoft.com/office/drawing/2014/main" id="{9FEBAF11-B16E-3615-6A20-1D3BAF9BBE1D}"/>
              </a:ext>
            </a:extLst>
          </p:cNvPr>
          <p:cNvSpPr/>
          <p:nvPr>
            <p:custDataLst>
              <p:tags r:id="rId175"/>
            </p:custDataLst>
          </p:nvPr>
        </p:nvSpPr>
        <p:spPr>
          <a:xfrm>
            <a:off x="4436557" y="1518668"/>
            <a:ext cx="2405979" cy="255955"/>
          </a:xfrm>
          <a:prstGeom prst="triangle">
            <a:avLst/>
          </a:prstGeom>
          <a:solidFill>
            <a:srgbClr val="D3DDE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action.1">
            <a:extLst>
              <a:ext uri="{FF2B5EF4-FFF2-40B4-BE49-F238E27FC236}">
                <a16:creationId xmlns:a16="http://schemas.microsoft.com/office/drawing/2014/main" id="{BF62518F-7A31-CD03-C5C9-06C64CF478BD}"/>
              </a:ext>
            </a:extLst>
          </p:cNvPr>
          <p:cNvSpPr/>
          <p:nvPr>
            <p:custDataLst>
              <p:tags r:id="rId176"/>
            </p:custDataLst>
          </p:nvPr>
        </p:nvSpPr>
        <p:spPr>
          <a:xfrm>
            <a:off x="9026686" y="3045867"/>
            <a:ext cx="358337" cy="358337"/>
          </a:xfrm>
          <a:prstGeom prst="ellipse">
            <a:avLst/>
          </a:prstGeom>
          <a:solidFill>
            <a:srgbClr val="C95B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action.2">
            <a:extLst>
              <a:ext uri="{FF2B5EF4-FFF2-40B4-BE49-F238E27FC236}">
                <a16:creationId xmlns:a16="http://schemas.microsoft.com/office/drawing/2014/main" id="{0CB36F61-6046-E9BF-CB4F-7233B9E4BEBF}"/>
              </a:ext>
            </a:extLst>
          </p:cNvPr>
          <p:cNvSpPr/>
          <p:nvPr>
            <p:custDataLst>
              <p:tags r:id="rId177"/>
            </p:custDataLst>
          </p:nvPr>
        </p:nvSpPr>
        <p:spPr>
          <a:xfrm>
            <a:off x="9871339" y="3045867"/>
            <a:ext cx="358337" cy="358337"/>
          </a:xfrm>
          <a:prstGeom prst="ellipse">
            <a:avLst/>
          </a:prstGeom>
          <a:solidFill>
            <a:srgbClr val="C95B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action.3">
            <a:extLst>
              <a:ext uri="{FF2B5EF4-FFF2-40B4-BE49-F238E27FC236}">
                <a16:creationId xmlns:a16="http://schemas.microsoft.com/office/drawing/2014/main" id="{30D9C883-30E4-6F3C-B12E-5C35F6647F69}"/>
              </a:ext>
            </a:extLst>
          </p:cNvPr>
          <p:cNvSpPr/>
          <p:nvPr>
            <p:custDataLst>
              <p:tags r:id="rId178"/>
            </p:custDataLst>
          </p:nvPr>
        </p:nvSpPr>
        <p:spPr>
          <a:xfrm>
            <a:off x="10724523" y="3045867"/>
            <a:ext cx="358337" cy="358337"/>
          </a:xfrm>
          <a:prstGeom prst="ellipse">
            <a:avLst/>
          </a:prstGeom>
          <a:solidFill>
            <a:srgbClr val="C95B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policy.1">
            <a:extLst>
              <a:ext uri="{FF2B5EF4-FFF2-40B4-BE49-F238E27FC236}">
                <a16:creationId xmlns:a16="http://schemas.microsoft.com/office/drawing/2014/main" id="{D19B94A5-4EDA-3A09-BF51-CAE508D6511D}"/>
              </a:ext>
            </a:extLst>
          </p:cNvPr>
          <p:cNvSpPr/>
          <p:nvPr>
            <p:custDataLst>
              <p:tags r:id="rId179"/>
            </p:custDataLst>
          </p:nvPr>
        </p:nvSpPr>
        <p:spPr>
          <a:xfrm>
            <a:off x="8651286" y="3506586"/>
            <a:ext cx="332742" cy="332742"/>
          </a:xfrm>
          <a:prstGeom prst="ellipse">
            <a:avLst/>
          </a:prstGeom>
          <a:solidFill>
            <a:srgbClr val="8EB1E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policy.2">
            <a:extLst>
              <a:ext uri="{FF2B5EF4-FFF2-40B4-BE49-F238E27FC236}">
                <a16:creationId xmlns:a16="http://schemas.microsoft.com/office/drawing/2014/main" id="{6ED9DB67-D60D-9FD2-CE13-B10B458E6E0F}"/>
              </a:ext>
            </a:extLst>
          </p:cNvPr>
          <p:cNvSpPr/>
          <p:nvPr>
            <p:custDataLst>
              <p:tags r:id="rId180"/>
            </p:custDataLst>
          </p:nvPr>
        </p:nvSpPr>
        <p:spPr>
          <a:xfrm>
            <a:off x="9495937" y="3506586"/>
            <a:ext cx="332742" cy="332742"/>
          </a:xfrm>
          <a:prstGeom prst="ellipse">
            <a:avLst/>
          </a:prstGeom>
          <a:solidFill>
            <a:srgbClr val="8EB1E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policy.3">
            <a:extLst>
              <a:ext uri="{FF2B5EF4-FFF2-40B4-BE49-F238E27FC236}">
                <a16:creationId xmlns:a16="http://schemas.microsoft.com/office/drawing/2014/main" id="{EBDE057E-2DBA-F2B6-AE42-80F813452ED3}"/>
              </a:ext>
            </a:extLst>
          </p:cNvPr>
          <p:cNvSpPr/>
          <p:nvPr>
            <p:custDataLst>
              <p:tags r:id="rId181"/>
            </p:custDataLst>
          </p:nvPr>
        </p:nvSpPr>
        <p:spPr>
          <a:xfrm>
            <a:off x="10357654" y="3506586"/>
            <a:ext cx="332742" cy="332742"/>
          </a:xfrm>
          <a:prstGeom prst="ellipse">
            <a:avLst/>
          </a:prstGeom>
          <a:solidFill>
            <a:srgbClr val="8EB1E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state.imagination.t">
            <a:extLst>
              <a:ext uri="{FF2B5EF4-FFF2-40B4-BE49-F238E27FC236}">
                <a16:creationId xmlns:a16="http://schemas.microsoft.com/office/drawing/2014/main" id="{AF454B2F-082C-10FC-2C4C-842BE0B939A9}"/>
              </a:ext>
            </a:extLst>
          </p:cNvPr>
          <p:cNvSpPr/>
          <p:nvPr>
            <p:custDataLst>
              <p:tags r:id="rId182"/>
            </p:custDataLst>
          </p:nvPr>
        </p:nvSpPr>
        <p:spPr>
          <a:xfrm>
            <a:off x="8608626" y="1416285"/>
            <a:ext cx="400996" cy="290083"/>
          </a:xfrm>
          <a:prstGeom prst="roundRect">
            <a:avLst/>
          </a:prstGeom>
          <a:solidFill>
            <a:srgbClr val="91BFE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tate.imagination.t1">
            <a:extLst>
              <a:ext uri="{FF2B5EF4-FFF2-40B4-BE49-F238E27FC236}">
                <a16:creationId xmlns:a16="http://schemas.microsoft.com/office/drawing/2014/main" id="{6D88AEAF-B253-6469-2BCB-3C0FAA6AFC11}"/>
              </a:ext>
            </a:extLst>
          </p:cNvPr>
          <p:cNvSpPr/>
          <p:nvPr>
            <p:custDataLst>
              <p:tags r:id="rId183"/>
            </p:custDataLst>
          </p:nvPr>
        </p:nvSpPr>
        <p:spPr>
          <a:xfrm>
            <a:off x="9436215" y="1416285"/>
            <a:ext cx="400996" cy="290083"/>
          </a:xfrm>
          <a:prstGeom prst="roundRect">
            <a:avLst/>
          </a:prstGeom>
          <a:solidFill>
            <a:srgbClr val="91BFE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tate.imagination.t2">
            <a:extLst>
              <a:ext uri="{FF2B5EF4-FFF2-40B4-BE49-F238E27FC236}">
                <a16:creationId xmlns:a16="http://schemas.microsoft.com/office/drawing/2014/main" id="{94E7C796-756F-3801-F41A-C3289BE491B6}"/>
              </a:ext>
            </a:extLst>
          </p:cNvPr>
          <p:cNvSpPr/>
          <p:nvPr>
            <p:custDataLst>
              <p:tags r:id="rId184"/>
            </p:custDataLst>
          </p:nvPr>
        </p:nvSpPr>
        <p:spPr>
          <a:xfrm>
            <a:off x="10280867" y="1416285"/>
            <a:ext cx="400996" cy="290083"/>
          </a:xfrm>
          <a:prstGeom prst="roundRect">
            <a:avLst/>
          </a:prstGeom>
          <a:solidFill>
            <a:srgbClr val="91BFE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state.imagination.th">
            <a:extLst>
              <a:ext uri="{FF2B5EF4-FFF2-40B4-BE49-F238E27FC236}">
                <a16:creationId xmlns:a16="http://schemas.microsoft.com/office/drawing/2014/main" id="{4A222F50-6D42-6A0E-590F-6D6A5E2D6149}"/>
              </a:ext>
            </a:extLst>
          </p:cNvPr>
          <p:cNvSpPr/>
          <p:nvPr>
            <p:custDataLst>
              <p:tags r:id="rId185"/>
            </p:custDataLst>
          </p:nvPr>
        </p:nvSpPr>
        <p:spPr>
          <a:xfrm>
            <a:off x="11390006" y="1416285"/>
            <a:ext cx="400996" cy="290083"/>
          </a:xfrm>
          <a:prstGeom prst="roundRect">
            <a:avLst/>
          </a:prstGeom>
          <a:solidFill>
            <a:srgbClr val="91BFE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tate.rollout.t">
            <a:extLst>
              <a:ext uri="{FF2B5EF4-FFF2-40B4-BE49-F238E27FC236}">
                <a16:creationId xmlns:a16="http://schemas.microsoft.com/office/drawing/2014/main" id="{13C14972-FF7E-EBCE-71CC-948A56D0FDE0}"/>
              </a:ext>
            </a:extLst>
          </p:cNvPr>
          <p:cNvSpPr/>
          <p:nvPr>
            <p:custDataLst>
              <p:tags r:id="rId186"/>
            </p:custDataLst>
          </p:nvPr>
        </p:nvSpPr>
        <p:spPr>
          <a:xfrm>
            <a:off x="8608626" y="2533956"/>
            <a:ext cx="400996" cy="290083"/>
          </a:xfrm>
          <a:prstGeom prst="roundRect">
            <a:avLst/>
          </a:prstGeom>
          <a:solidFill>
            <a:srgbClr val="2870B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state.rollout.t1">
            <a:extLst>
              <a:ext uri="{FF2B5EF4-FFF2-40B4-BE49-F238E27FC236}">
                <a16:creationId xmlns:a16="http://schemas.microsoft.com/office/drawing/2014/main" id="{7ED1C60F-2870-B76B-F5B1-E5433CECE5E2}"/>
              </a:ext>
            </a:extLst>
          </p:cNvPr>
          <p:cNvSpPr/>
          <p:nvPr>
            <p:custDataLst>
              <p:tags r:id="rId187"/>
            </p:custDataLst>
          </p:nvPr>
        </p:nvSpPr>
        <p:spPr>
          <a:xfrm>
            <a:off x="9436215" y="2533956"/>
            <a:ext cx="400996" cy="290083"/>
          </a:xfrm>
          <a:prstGeom prst="roundRect">
            <a:avLst/>
          </a:prstGeom>
          <a:solidFill>
            <a:srgbClr val="2870B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state.rollout.t2">
            <a:extLst>
              <a:ext uri="{FF2B5EF4-FFF2-40B4-BE49-F238E27FC236}">
                <a16:creationId xmlns:a16="http://schemas.microsoft.com/office/drawing/2014/main" id="{735823BE-0B69-5754-9E6B-50CCE3C188A1}"/>
              </a:ext>
            </a:extLst>
          </p:cNvPr>
          <p:cNvSpPr/>
          <p:nvPr>
            <p:custDataLst>
              <p:tags r:id="rId188"/>
            </p:custDataLst>
          </p:nvPr>
        </p:nvSpPr>
        <p:spPr>
          <a:xfrm>
            <a:off x="10280867" y="2533956"/>
            <a:ext cx="400996" cy="290083"/>
          </a:xfrm>
          <a:prstGeom prst="roundRect">
            <a:avLst/>
          </a:prstGeom>
          <a:solidFill>
            <a:srgbClr val="2870B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tate.rollout.th">
            <a:extLst>
              <a:ext uri="{FF2B5EF4-FFF2-40B4-BE49-F238E27FC236}">
                <a16:creationId xmlns:a16="http://schemas.microsoft.com/office/drawing/2014/main" id="{F3585943-21DF-225F-27F6-E0423E770AC8}"/>
              </a:ext>
            </a:extLst>
          </p:cNvPr>
          <p:cNvSpPr/>
          <p:nvPr>
            <p:custDataLst>
              <p:tags r:id="rId189"/>
            </p:custDataLst>
          </p:nvPr>
        </p:nvSpPr>
        <p:spPr>
          <a:xfrm>
            <a:off x="11390006" y="2533956"/>
            <a:ext cx="400996" cy="290083"/>
          </a:xfrm>
          <a:prstGeom prst="roundRect">
            <a:avLst/>
          </a:prstGeom>
          <a:solidFill>
            <a:srgbClr val="2870B8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text.expert-allocator">
            <a:extLst>
              <a:ext uri="{FF2B5EF4-FFF2-40B4-BE49-F238E27FC236}">
                <a16:creationId xmlns:a16="http://schemas.microsoft.com/office/drawing/2014/main" id="{02FF958C-B3F2-E4C1-06BC-C404CC5ED3A9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4402429" y="1202989"/>
            <a:ext cx="2491297" cy="26448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Task-Guided Expert Allocator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.layer-ellipsis">
            <a:extLst>
              <a:ext uri="{FF2B5EF4-FFF2-40B4-BE49-F238E27FC236}">
                <a16:creationId xmlns:a16="http://schemas.microsoft.com/office/drawing/2014/main" id="{5C9662A3-5428-A2C5-08A1-6909FA38C244}"/>
              </a:ext>
            </a:extLst>
          </p:cNvPr>
          <p:cNvSpPr/>
          <p:nvPr>
            <p:custDataLst>
              <p:tags r:id="rId191"/>
            </p:custDataLst>
          </p:nvPr>
        </p:nvSpPr>
        <p:spPr>
          <a:xfrm rot="5400000">
            <a:off x="6492730" y="2747252"/>
            <a:ext cx="230360" cy="981162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zh-CN" sz="1300" b="0">
                <a:solidFill>
                  <a:srgbClr val="080808"/>
                </a:solidFill>
                <a:latin typeface="Arial" panose="020B0604020202020204" pitchFamily="34" charset="0"/>
              </a:rPr>
              <a:t>...</a:t>
            </a:r>
            <a:endParaRPr lang="zh-CN" altLang="en-US" sz="1300" b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text.mllm">
            <a:extLst>
              <a:ext uri="{FF2B5EF4-FFF2-40B4-BE49-F238E27FC236}">
                <a16:creationId xmlns:a16="http://schemas.microsoft.com/office/drawing/2014/main" id="{D963A91C-BA11-05CE-2D1F-BBA24A16AA29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842877" y="2158555"/>
            <a:ext cx="597229" cy="23889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MLLM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14" name="text.mllm-encoder">
            <a:extLst>
              <a:ext uri="{FF2B5EF4-FFF2-40B4-BE49-F238E27FC236}">
                <a16:creationId xmlns:a16="http://schemas.microsoft.com/office/drawing/2014/main" id="{1947336A-7036-4A32-5088-38FD77E97E11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766091" y="2405979"/>
            <a:ext cx="767866" cy="23889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Encoder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.rollout">
            <a:extLst>
              <a:ext uri="{FF2B5EF4-FFF2-40B4-BE49-F238E27FC236}">
                <a16:creationId xmlns:a16="http://schemas.microsoft.com/office/drawing/2014/main" id="{7F9B38B8-580F-605E-5B56-21BDC8D7EC8A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1125519" y="3532182"/>
            <a:ext cx="665484" cy="25595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rollout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.task-imagination">
            <a:extLst>
              <a:ext uri="{FF2B5EF4-FFF2-40B4-BE49-F238E27FC236}">
                <a16:creationId xmlns:a16="http://schemas.microsoft.com/office/drawing/2014/main" id="{0EA2E714-7051-C2B2-026C-D72BE5E70B89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8992559" y="1100607"/>
            <a:ext cx="2491297" cy="24742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task-conditioned imagination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15" name="text.wm">
            <a:extLst>
              <a:ext uri="{FF2B5EF4-FFF2-40B4-BE49-F238E27FC236}">
                <a16:creationId xmlns:a16="http://schemas.microsoft.com/office/drawing/2014/main" id="{8331AFC3-7EA2-E1DA-A21E-86EBAAE6DA5B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911132" y="3523650"/>
            <a:ext cx="460719" cy="23889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WM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116" name="text.wm-encoder">
            <a:extLst>
              <a:ext uri="{FF2B5EF4-FFF2-40B4-BE49-F238E27FC236}">
                <a16:creationId xmlns:a16="http://schemas.microsoft.com/office/drawing/2014/main" id="{4EFFDD3E-FAB7-B576-8B74-CC8D2AFB2E1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766091" y="3771073"/>
            <a:ext cx="767866" cy="23889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350" b="1">
                <a:solidFill>
                  <a:srgbClr val="080808"/>
                </a:solidFill>
                <a:latin typeface="Arial" panose="020B0604020202020204" pitchFamily="34" charset="0"/>
              </a:rPr>
              <a:t>Encoder</a:t>
            </a:r>
            <a:endParaRPr lang="zh-CN" altLang="en-US" sz="1350" b="1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formula.action.t" descr="AI_AUTOFIGURE_NATIVE_MATH_V1:eyJjb250ZW50X3J1bnMiOlt7ImNhbm9uaWNhbF9sYXRleCI6ImFfdCIsImZvcm11bGFfaWQiOiJmb3JtdWxhLmFjdGlvbi50Iiwia2luZCI6Im1hdGgiLCJsYXRleF9zaGEyNTYiOiJiMmUyNzJiNWI0YzNkMjdlY2UwZTM1YTQzYTBmOWYwOTgyMGY1M2M4MmI0MjRiNGQ1ZmFlM2RhMDliZThhZDk1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0IiwiZm9ybXVsYV9pZCI6ImZvcm11bGEuYWN0aW9uLnQiLCJsYXRleF9zaGEyNTYiOiJiMmUyNzJiNWI0YzNkMjdlY2UwZTM1YTQzYTBmOWYwOTgyMGY1M2M4MmI0MjRiNGQ1ZmFlM2RhMDliZThhZDk1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Zvcm11bGEuYWN0aW9uLnQiLCJzY2hlbWFfdmVyc2lvbiI6IjEuMCJ9">
                <a:extLst>
                  <a:ext uri="{FF2B5EF4-FFF2-40B4-BE49-F238E27FC236}">
                    <a16:creationId xmlns:a16="http://schemas.microsoft.com/office/drawing/2014/main" id="{155284A3-71B0-7B0D-9FB7-EB609BDD1E18}"/>
                  </a:ext>
                </a:extLst>
              </p:cNvPr>
              <p:cNvSpPr txBox="1"/>
              <p:nvPr>
                <p:custDataLst>
                  <p:tags r:id="rId198"/>
                </p:custDataLst>
              </p:nvPr>
            </p:nvSpPr>
            <p:spPr>
              <a:xfrm>
                <a:off x="9086410" y="3122653"/>
                <a:ext cx="247423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59" name="formula.action.t" descr="AI_AUTOFIGURE_MATH_FALLBACK_ONLY_V1:eyJjb250ZW50X3J1bnMiOlt7ImNhbm9uaWNhbF9sYXRleCI6ImFfdCIsImZvcm11bGFfaWQiOiJmb3JtdWxhLmFjdGlvbi50Iiwia2luZCI6Im1hdGgiLCJsYXRleF9zaGEyNTYiOiJiMmUyNzJiNWI0YzNkMjdlY2UwZTM1YTQzYTBmOWYwOTgyMGY1M2M4MmI0MjRiNGQ1ZmFlM2RhMDliZThhZDk1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0IiwiZm9ybXVsYV9pZCI6ImZvcm11bGEuYWN0aW9uLnQiLCJsYXRleF9zaGEyNTYiOiJiMmUyNzJiNWI0YzNkMjdlY2UwZTM1YTQzYTBmOWYwOTgyMGY1M2M4MmI0MjRiNGQ1ZmFlM2RhMDliZThhZDk1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Zvcm11bGEuYWN0aW9uLnQiLCJzY2hlbWFfdmVyc2lvbiI6IjEuMCJ9">
                <a:extLst>
                  <a:ext uri="{FF2B5EF4-FFF2-40B4-BE49-F238E27FC236}">
                    <a16:creationId xmlns:a16="http://schemas.microsoft.com/office/drawing/2014/main" id="{155284A3-71B0-7B0D-9FB7-EB609BDD1E18}"/>
                  </a:ext>
                </a:extLst>
              </p:cNvPr>
              <p:cNvSpPr txBox="1"/>
              <p:nvPr>
                <p:custDataLst>
                  <p:tags r:id="rId260"/>
                </p:custDataLst>
              </p:nvPr>
            </p:nvSpPr>
            <p:spPr>
              <a:xfrm>
                <a:off x="9086410" y="3122653"/>
                <a:ext cx="247423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\(a_t\)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formula.action.t1" descr="AI_AUTOFIGURE_NATIVE_MATH_V1:eyJjb250ZW50X3J1bnMiOlt7ImNhbm9uaWNhbF9sYXRleCI6ImFfe3QrMX0iLCJmb3JtdWxhX2lkIjoiZm9ybXVsYS5hY3Rpb24udD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mZvcm11bGEuYWN0aW9uLnQ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mb3JtdWxhLmFjdGlvbi50MSIsInNjaGVtYV92ZXJzaW9uIjoiMS4wIn0=">
                <a:extLst>
                  <a:ext uri="{FF2B5EF4-FFF2-40B4-BE49-F238E27FC236}">
                    <a16:creationId xmlns:a16="http://schemas.microsoft.com/office/drawing/2014/main" id="{25BA29DB-A041-6A7C-6699-16B83C6AF201}"/>
                  </a:ext>
                </a:extLst>
              </p:cNvPr>
              <p:cNvSpPr txBox="1"/>
              <p:nvPr>
                <p:custDataLst>
                  <p:tags r:id="rId199"/>
                </p:custDataLst>
              </p:nvPr>
            </p:nvSpPr>
            <p:spPr>
              <a:xfrm>
                <a:off x="9905466" y="3122653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0" name="formula.action.t1" descr="AI_AUTOFIGURE_MATH_FALLBACK_ONLY_V1:eyJjb250ZW50X3J1bnMiOlt7ImNhbm9uaWNhbF9sYXRleCI6ImFfe3QrMX0iLCJmb3JtdWxhX2lkIjoiZm9ybXVsYS5hY3Rpb24udD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mZvcm11bGEuYWN0aW9uLnQ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mb3JtdWxhLmFjdGlvbi50MSIsInNjaGVtYV92ZXJzaW9uIjoiMS4wIn0=">
                <a:extLst>
                  <a:ext uri="{FF2B5EF4-FFF2-40B4-BE49-F238E27FC236}">
                    <a16:creationId xmlns:a16="http://schemas.microsoft.com/office/drawing/2014/main" id="{25BA29DB-A041-6A7C-6699-16B83C6AF201}"/>
                  </a:ext>
                </a:extLst>
              </p:cNvPr>
              <p:cNvSpPr txBox="1"/>
              <p:nvPr>
                <p:custDataLst>
                  <p:tags r:id="rId261"/>
                </p:custDataLst>
              </p:nvPr>
            </p:nvSpPr>
            <p:spPr>
              <a:xfrm>
                <a:off x="9905466" y="3122653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\(a_{t+1}\)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formula.action.t2" descr="AI_AUTOFIGURE_NATIVE_MATH_V1:eyJjb250ZW50X3J1bnMiOlt7ImNhbm9uaWNhbF9sYXRleCI6ImFfe3QrMn0iLCJmb3JtdWxhX2lkIjoiZm9ybXVsYS5hY3Rpb24udD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mZvcm11bGEuYWN0aW9uLnQ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mb3JtdWxhLmFjdGlvbi50MiIsInNjaGVtYV92ZXJzaW9uIjoiMS4wIn0=">
                <a:extLst>
                  <a:ext uri="{FF2B5EF4-FFF2-40B4-BE49-F238E27FC236}">
                    <a16:creationId xmlns:a16="http://schemas.microsoft.com/office/drawing/2014/main" id="{39C11767-C5F6-707A-EEA4-B4E8315599EB}"/>
                  </a:ext>
                </a:extLst>
              </p:cNvPr>
              <p:cNvSpPr txBox="1"/>
              <p:nvPr>
                <p:custDataLst>
                  <p:tags r:id="rId200"/>
                </p:custDataLst>
              </p:nvPr>
            </p:nvSpPr>
            <p:spPr>
              <a:xfrm>
                <a:off x="10758650" y="3122653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1" name="formula.action.t2" descr="AI_AUTOFIGURE_MATH_FALLBACK_ONLY_V1:eyJjb250ZW50X3J1bnMiOlt7ImNhbm9uaWNhbF9sYXRleCI6ImFfe3QrMn0iLCJmb3JtdWxhX2lkIjoiZm9ybXVsYS5hY3Rpb24udD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mZvcm11bGEuYWN0aW9uLnQ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mb3JtdWxhLmFjdGlvbi50MiIsInNjaGVtYV92ZXJzaW9uIjoiMS4wIn0=">
                <a:extLst>
                  <a:ext uri="{FF2B5EF4-FFF2-40B4-BE49-F238E27FC236}">
                    <a16:creationId xmlns:a16="http://schemas.microsoft.com/office/drawing/2014/main" id="{39C11767-C5F6-707A-EEA4-B4E8315599EB}"/>
                  </a:ext>
                </a:extLst>
              </p:cNvPr>
              <p:cNvSpPr txBox="1"/>
              <p:nvPr>
                <p:custDataLst>
                  <p:tags r:id="rId262"/>
                </p:custDataLst>
              </p:nvPr>
            </p:nvSpPr>
            <p:spPr>
              <a:xfrm>
                <a:off x="10758650" y="3122653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\(a_{t+2}\)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formula.imagination.dots" descr="AI_AUTOFIGURE_NATIVE_MATH_V1:eyJjb250ZW50X3J1bnMiOlt7ImNhbm9uaWNhbF9sYXRleCI6IlxcbGRvdHMiLCJmb3JtdWxhX2lkIjoiZm9ybXVsYS5pbWFnaW5hdGlvbi5kb3RzIiwia2luZCI6Im1hdGgiLCJsYXRleF9zaGEyNTYiOiJmMGRjNjBjZDViNmU5MTQ4MjY1ODE3YzQ5ZjI2OWNhMGQ3ZGE1ODM2MGU4NDk1ZDRmMDkwNjM5NjM1NTZjYjgxIiwibW9kZSI6ImlubGluZSIsIm9tbWxfc2hhMjU2IjoiZjE2MjdkMTcwMmM2YTBlOTQ3MzE4YzZiMGY5ZDExNmIyZmU5OWYxNTAyYjIzODViNGIyY2U3NDVjMjBkNzYwYiIsInNlbWFudGljX29tbWxfcHJvZmlsZSI6Im9mZmljZS1tYXRoLXNlbWFudGljLXYyIiwic2VtYW50aWNfb21tbF9zaGEyNTYiOiJmNzE0ZDM2ZDVjYjJkZTM5YjQ0ZTAyZWQxZmY3MjcwNGZjN2U4ZmVjNmEyZTVkNTRiNWU3MWQyZmQwZjFkMTAzIn1dLCJmb3JtdWxhcyI6W3siY2Fub25pY2FsX2xhdGV4IjoiXFxsZG90cyIsImZvcm11bGFfaWQiOiJmb3JtdWxhLmltYWdpbmF0aW9uLmRvdHMiLCJsYXRleF9zaGEyNTYiOiJmMGRjNjBjZDViNmU5MTQ4MjY1ODE3YzQ5ZjI2OWNhMGQ3ZGE1ODM2MGU4NDk1ZDRmMDkwNjM5NjM1NTZjYjgxIiwibW9kZSI6ImlubGluZSIsIm9tbWxfc2hhMjU2IjoiZjE2MjdkMTcwMmM2YTBlOTQ3MzE4YzZiMGY5ZDExNmIyZmU5OWYxNTAyYjIzODViNGIyY2U3NDVjMjBkNzYwYiIsInNlbWFudGljX29tbWxfcHJvZmlsZSI6Im9mZmljZS1tYXRoLXNlbWFudGljLXYyIiwic2VtYW50aWNfb21tbF9zaGEyNTYiOiJmNzE0ZDM2ZDVjYjJkZTM5YjQ0ZTAyZWQxZmY3MjcwNGZjN2U4ZmVjNmEyZTVkNTRiNWU3MWQyZmQwZjFkMTAzIn1dLCJraW5kIjoibmF0aXZlX29mZmljZV9tYXRoIiwicGxhY2Vob2xkZXJfbmFtZSI6ImZvcm11bGEuaW1hZ2luYXRpb24uZG90cyIsInNjaGVtYV92ZXJzaW9uIjoiMS4wIn0=">
                <a:extLst>
                  <a:ext uri="{FF2B5EF4-FFF2-40B4-BE49-F238E27FC236}">
                    <a16:creationId xmlns:a16="http://schemas.microsoft.com/office/drawing/2014/main" id="{047668E6-35D3-CF95-1768-4522DA8F0375}"/>
                  </a:ext>
                </a:extLst>
              </p:cNvPr>
              <p:cNvSpPr txBox="1"/>
              <p:nvPr>
                <p:custDataLst>
                  <p:tags r:id="rId201"/>
                </p:custDataLst>
              </p:nvPr>
            </p:nvSpPr>
            <p:spPr>
              <a:xfrm>
                <a:off x="10767182" y="1441881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150" dirty="0">
                          <a:solidFill>
                            <a:srgbClr val="666666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1150" dirty="0">
                  <a:solidFill>
                    <a:srgbClr val="666666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2" name="formula.imagination.dots" descr="AI_AUTOFIGURE_MATH_FALLBACK_ONLY_V1:eyJjb250ZW50X3J1bnMiOlt7ImNhbm9uaWNhbF9sYXRleCI6IlxcbGRvdHMiLCJmb3JtdWxhX2lkIjoiZm9ybXVsYS5pbWFnaW5hdGlvbi5kb3RzIiwia2luZCI6Im1hdGgiLCJsYXRleF9zaGEyNTYiOiJmMGRjNjBjZDViNmU5MTQ4MjY1ODE3YzQ5ZjI2OWNhMGQ3ZGE1ODM2MGU4NDk1ZDRmMDkwNjM5NjM1NTZjYjgxIiwibW9kZSI6ImlubGluZSIsIm9tbWxfc2hhMjU2IjoiZjE2MjdkMTcwMmM2YTBlOTQ3MzE4YzZiMGY5ZDExNmIyZmU5OWYxNTAyYjIzODViNGIyY2U3NDVjMjBkNzYwYiIsInNlbWFudGljX29tbWxfcHJvZmlsZSI6Im9mZmljZS1tYXRoLXNlbWFudGljLXYyIiwic2VtYW50aWNfb21tbF9zaGEyNTYiOiJmNzE0ZDM2ZDVjYjJkZTM5YjQ0ZTAyZWQxZmY3MjcwNGZjN2U4ZmVjNmEyZTVkNTRiNWU3MWQyZmQwZjFkMTAzIn1dLCJmb3JtdWxhcyI6W3siY2Fub25pY2FsX2xhdGV4IjoiXFxsZG90cyIsImZvcm11bGFfaWQiOiJmb3JtdWxhLmltYWdpbmF0aW9uLmRvdHMiLCJsYXRleF9zaGEyNTYiOiJmMGRjNjBjZDViNmU5MTQ4MjY1ODE3YzQ5ZjI2OWNhMGQ3ZGE1ODM2MGU4NDk1ZDRmMDkwNjM5NjM1NTZjYjgxIiwibW9kZSI6ImlubGluZSIsIm9tbWxfc2hhMjU2IjoiZjE2MjdkMTcwMmM2YTBlOTQ3MzE4YzZiMGY5ZDExNmIyZmU5OWYxNTAyYjIzODViNGIyY2U3NDVjMjBkNzYwYiIsInNlbWFudGljX29tbWxfcHJvZmlsZSI6Im9mZmljZS1tYXRoLXNlbWFudGljLXYyIiwic2VtYW50aWNfb21tbF9zaGEyNTYiOiJmNzE0ZDM2ZDVjYjJkZTM5YjQ0ZTAyZWQxZmY3MjcwNGZjN2U4ZmVjNmEyZTVkNTRiNWU3MWQyZmQwZjFkMTAzIn1dLCJraW5kIjoibmF0aXZlX29mZmljZV9tYXRoIiwicGxhY2Vob2xkZXJfbmFtZSI6ImZvcm11bGEuaW1hZ2luYXRpb24uZG90cyIsInNjaGVtYV92ZXJzaW9uIjoiMS4wIn0=">
                <a:extLst>
                  <a:ext uri="{FF2B5EF4-FFF2-40B4-BE49-F238E27FC236}">
                    <a16:creationId xmlns:a16="http://schemas.microsoft.com/office/drawing/2014/main" id="{047668E6-35D3-CF95-1768-4522DA8F0375}"/>
                  </a:ext>
                </a:extLst>
              </p:cNvPr>
              <p:cNvSpPr txBox="1"/>
              <p:nvPr>
                <p:custDataLst>
                  <p:tags r:id="rId263"/>
                </p:custDataLst>
              </p:nvPr>
            </p:nvSpPr>
            <p:spPr>
              <a:xfrm>
                <a:off x="10767182" y="1441881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666666"/>
                    </a:solidFill>
                  </a:rPr>
                  <a:t>\(\ldots\)</a:t>
                </a:r>
                <a:endParaRPr lang="en-US" dirty="0" sz="1150">
                  <a:solidFill>
                    <a:srgbClr val="666666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formula.imagination.t" descr="AI_AUTOFIGURE_NATIVE_MATH_V1:eyJjb250ZW50X3J1bnMiOlt7ImNhbm9uaWNhbF9sYXRleCI6InpfdF5cXHRhdSIsImZvcm11bGFfaWQiOiJmb3JtdWxhLmltYWdpbmF0aW9uLnQiLCJraW5kIjoibWF0aCIsImxhdGV4X3NoYTI1NiI6ImE1ZDZlYmU5ODE4NWU1MzY3MWVlNTFhN2FlNGE3MGJiNjg4MmJmZTAzZmIyZjlmMGM0NjViM2NlMDdlZTQ1Njg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3ReXFx0YXUiLCJmb3JtdWxhX2lkIjoiZm9ybXVsYS5pbWFnaW5hdGlvbi50IiwibGF0ZXhfc2hhMjU2IjoiYTVkNmViZTk4MTg1ZTUzNjcxZWU1MWE3YWU0YTcwYmI2ODgyYmZlMDNmYjJmOWYwYzQ2NWIzY2UwN2VlNDU2OC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mb3JtdWxhLmltYWdpbmF0aW9uLnQiLCJzY2hlbWFfdmVyc2lvbiI6IjEuMCJ9">
                <a:extLst>
                  <a:ext uri="{FF2B5EF4-FFF2-40B4-BE49-F238E27FC236}">
                    <a16:creationId xmlns:a16="http://schemas.microsoft.com/office/drawing/2014/main" id="{31E5F0E1-F180-5A29-1F9E-2EDB55F9AAEE}"/>
                  </a:ext>
                </a:extLst>
              </p:cNvPr>
              <p:cNvSpPr txBox="1"/>
              <p:nvPr>
                <p:custDataLst>
                  <p:tags r:id="rId202"/>
                </p:custDataLst>
              </p:nvPr>
            </p:nvSpPr>
            <p:spPr>
              <a:xfrm>
                <a:off x="8659817" y="1441881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3" name="formula.imagination.t" descr="AI_AUTOFIGURE_MATH_FALLBACK_ONLY_V1:eyJjb250ZW50X3J1bnMiOlt7ImNhbm9uaWNhbF9sYXRleCI6InpfdF5cXHRhdSIsImZvcm11bGFfaWQiOiJmb3JtdWxhLmltYWdpbmF0aW9uLnQiLCJraW5kIjoibWF0aCIsImxhdGV4X3NoYTI1NiI6ImE1ZDZlYmU5ODE4NWU1MzY3MWVlNTFhN2FlNGE3MGJiNjg4MmJmZTAzZmIyZjlmMGM0NjViM2NlMDdlZTQ1Njg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3ReXFx0YXUiLCJmb3JtdWxhX2lkIjoiZm9ybXVsYS5pbWFnaW5hdGlvbi50IiwibGF0ZXhfc2hhMjU2IjoiYTVkNmViZTk4MTg1ZTUzNjcxZWU1MWE3YWU0YTcwYmI2ODgyYmZlMDNmYjJmOWYwYzQ2NWIzY2UwN2VlNDU2OC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mb3JtdWxhLmltYWdpbmF0aW9uLnQiLCJzY2hlbWFfdmVyc2lvbiI6IjEuMCJ9">
                <a:extLst>
                  <a:ext uri="{FF2B5EF4-FFF2-40B4-BE49-F238E27FC236}">
                    <a16:creationId xmlns:a16="http://schemas.microsoft.com/office/drawing/2014/main" id="{31E5F0E1-F180-5A29-1F9E-2EDB55F9AAEE}"/>
                  </a:ext>
                </a:extLst>
              </p:cNvPr>
              <p:cNvSpPr txBox="1"/>
              <p:nvPr>
                <p:custDataLst>
                  <p:tags r:id="rId264"/>
                </p:custDataLst>
              </p:nvPr>
            </p:nvSpPr>
            <p:spPr>
              <a:xfrm>
                <a:off x="8659817" y="1441881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\(z_t^\tau\)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formula.imagination.t1" descr="AI_AUTOFIGURE_NATIVE_MATH_V1:eyJjb250ZW50X3J1bnMiOlt7ImNhbm9uaWNhbF9sYXRleCI6Inpfe3QrMX1eXFx0YXUiLCJmb3JtdWxhX2lkIjoiZm9ybXVsYS5pbWFnaW5hdGlvbi50MSIsImtpbmQiOiJtYXRoIiwibGF0ZXhfc2hhMjU2IjoiYzlmNGIyZmU5YTIzMDE3M2YxMjAyNGJlNTFmNGYzY2UwYzc3N2E4M2JiNzk3ZDFkOGY0ZGQ5Nzc4YzQyMDNlN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fe3QrMX1eXFx0YXUiLCJmb3JtdWxhX2lkIjoiZm9ybXVsYS5pbWFnaW5hdGlvbi50MSIsImxhdGV4X3NoYTI1NiI6ImM5ZjRiMmZlOWEyMzAxNzNmMTIwMjRiZTUxZjRmM2NlMGM3NzdhODNiYjc5N2QxZDhmNGRkOTc3OGM0MjAzZTU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Zm9ybXVsYS5pbWFnaW5hdGlvbi50MSIsInNjaGVtYV92ZXJzaW9uIjoiMS4wIn0=">
                <a:extLst>
                  <a:ext uri="{FF2B5EF4-FFF2-40B4-BE49-F238E27FC236}">
                    <a16:creationId xmlns:a16="http://schemas.microsoft.com/office/drawing/2014/main" id="{65156500-020E-3B58-50F4-1EBBA11AC95A}"/>
                  </a:ext>
                </a:extLst>
              </p:cNvPr>
              <p:cNvSpPr txBox="1"/>
              <p:nvPr>
                <p:custDataLst>
                  <p:tags r:id="rId203"/>
                </p:custDataLst>
              </p:nvPr>
            </p:nvSpPr>
            <p:spPr>
              <a:xfrm>
                <a:off x="9470342" y="1441881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  <m:sup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4" name="formula.imagination.t1" descr="AI_AUTOFIGURE_MATH_FALLBACK_ONLY_V1:eyJjb250ZW50X3J1bnMiOlt7ImNhbm9uaWNhbF9sYXRleCI6Inpfe3QrMX1eXFx0YXUiLCJmb3JtdWxhX2lkIjoiZm9ybXVsYS5pbWFnaW5hdGlvbi50MSIsImtpbmQiOiJtYXRoIiwibGF0ZXhfc2hhMjU2IjoiYzlmNGIyZmU5YTIzMDE3M2YxMjAyNGJlNTFmNGYzY2UwYzc3N2E4M2JiNzk3ZDFkOGY0ZGQ5Nzc4YzQyMDNlN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fe3QrMX1eXFx0YXUiLCJmb3JtdWxhX2lkIjoiZm9ybXVsYS5pbWFnaW5hdGlvbi50MSIsImxhdGV4X3NoYTI1NiI6ImM5ZjRiMmZlOWEyMzAxNzNmMTIwMjRiZTUxZjRmM2NlMGM3NzdhODNiYjc5N2QxZDhmNGRkOTc3OGM0MjAzZTU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Zm9ybXVsYS5pbWFnaW5hdGlvbi50MSIsInNjaGVtYV92ZXJzaW9uIjoiMS4wIn0=">
                <a:extLst>
                  <a:ext uri="{FF2B5EF4-FFF2-40B4-BE49-F238E27FC236}">
                    <a16:creationId xmlns:a16="http://schemas.microsoft.com/office/drawing/2014/main" id="{65156500-020E-3B58-50F4-1EBBA11AC95A}"/>
                  </a:ext>
                </a:extLst>
              </p:cNvPr>
              <p:cNvSpPr txBox="1"/>
              <p:nvPr>
                <p:custDataLst>
                  <p:tags r:id="rId265"/>
                </p:custDataLst>
              </p:nvPr>
            </p:nvSpPr>
            <p:spPr>
              <a:xfrm>
                <a:off x="9470342" y="1441881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\(z_{t+1}^\tau\)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formula.imagination.t2" descr="AI_AUTOFIGURE_NATIVE_MATH_V1:eyJjb250ZW50X3J1bnMiOlt7ImNhbm9uaWNhbF9sYXRleCI6Inpfe3QrMn1eXFx0YXUiLCJmb3JtdWxhX2lkIjoiZm9ybXVsYS5pbWFnaW5hdGlvbi50MiIsImtpbmQiOiJtYXRoIiwibGF0ZXhfc2hhMjU2IjoiNGQyZTAyNTczMTk3YjIxZDVlMjRlNzgxNDFiNzUwZjZhZjhlNzc5NjAwZDBmNGJlMjBjYzg3YmQxODUyN2E0Y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fe3QrMn1eXFx0YXUiLCJmb3JtdWxhX2lkIjoiZm9ybXVsYS5pbWFnaW5hdGlvbi50MiIsImxhdGV4X3NoYTI1NiI6IjRkMmUwMjU3MzE5N2IyMWQ1ZTI0ZTc4MTQxYjc1MGY2YWY4ZTc3OTYwMGQwZjRiZTIwY2M4N2JkMTg1MjdhNGI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Zm9ybXVsYS5pbWFnaW5hdGlvbi50MiIsInNjaGVtYV92ZXJzaW9uIjoiMS4wIn0=">
                <a:extLst>
                  <a:ext uri="{FF2B5EF4-FFF2-40B4-BE49-F238E27FC236}">
                    <a16:creationId xmlns:a16="http://schemas.microsoft.com/office/drawing/2014/main" id="{FC008EA1-FC37-2B91-7EB9-966192E3FF15}"/>
                  </a:ext>
                </a:extLst>
              </p:cNvPr>
              <p:cNvSpPr txBox="1"/>
              <p:nvPr>
                <p:custDataLst>
                  <p:tags r:id="rId204"/>
                </p:custDataLst>
              </p:nvPr>
            </p:nvSpPr>
            <p:spPr>
              <a:xfrm>
                <a:off x="10314994" y="1433349"/>
                <a:ext cx="332742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  <m:sup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5" name="formula.imagination.t2" descr="AI_AUTOFIGURE_MATH_FALLBACK_ONLY_V1:eyJjb250ZW50X3J1bnMiOlt7ImNhbm9uaWNhbF9sYXRleCI6Inpfe3QrMn1eXFx0YXUiLCJmb3JtdWxhX2lkIjoiZm9ybXVsYS5pbWFnaW5hdGlvbi50MiIsImtpbmQiOiJtYXRoIiwibGF0ZXhfc2hhMjU2IjoiNGQyZTAyNTczMTk3YjIxZDVlMjRlNzgxNDFiNzUwZjZhZjhlNzc5NjAwZDBmNGJlMjBjYzg3YmQxODUyN2E0Y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fe3QrMn1eXFx0YXUiLCJmb3JtdWxhX2lkIjoiZm9ybXVsYS5pbWFnaW5hdGlvbi50MiIsImxhdGV4X3NoYTI1NiI6IjRkMmUwMjU3MzE5N2IyMWQ1ZTI0ZTc4MTQxYjc1MGY2YWY4ZTc3OTYwMGQwZjRiZTIwY2M4N2JkMTg1MjdhNGI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Zm9ybXVsYS5pbWFnaW5hdGlvbi50MiIsInNjaGVtYV92ZXJzaW9uIjoiMS4wIn0=">
                <a:extLst>
                  <a:ext uri="{FF2B5EF4-FFF2-40B4-BE49-F238E27FC236}">
                    <a16:creationId xmlns:a16="http://schemas.microsoft.com/office/drawing/2014/main" id="{FC008EA1-FC37-2B91-7EB9-966192E3FF15}"/>
                  </a:ext>
                </a:extLst>
              </p:cNvPr>
              <p:cNvSpPr txBox="1"/>
              <p:nvPr>
                <p:custDataLst>
                  <p:tags r:id="rId266"/>
                </p:custDataLst>
              </p:nvPr>
            </p:nvSpPr>
            <p:spPr>
              <a:xfrm>
                <a:off x="10314994" y="1433349"/>
                <a:ext cx="332742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\(z_{t+2}^\tau\)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formula.imagination.th" descr="AI_AUTOFIGURE_NATIVE_MATH_V1:eyJjb250ZW50X3J1bnMiOlt7ImNhbm9uaWNhbF9sYXRleCI6Inpfe3QraH1eXFx0YXUiLCJmb3JtdWxhX2lkIjoiZm9ybXVsYS5pbWFnaW5hdGlvbi50aCIsImtpbmQiOiJtYXRoIiwibGF0ZXhfc2hhMjU2IjoiODQ0NzY3ZTgwZmQxMmM2MGU0Mzg4MWE2Njg3ZDQ5YmNjYjRhOTliOWM1MmM5MDY1YjhjMGYzOTBiZjUxNzFjYy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fe3QraH1eXFx0YXUiLCJmb3JtdWxhX2lkIjoiZm9ybXVsYS5pbWFnaW5hdGlvbi50aCIsImxhdGV4X3NoYTI1NiI6Ijg0NDc2N2U4MGZkMTJjNjBlNDM4ODFhNjY4N2Q0OWJjY2I0YTk5YjljNTJjOTA2NWI4YzBmMzkwYmY1MTcxY2M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Zm9ybXVsYS5pbWFnaW5hdGlvbi50aCIsInNjaGVtYV92ZXJzaW9uIjoiMS4wIn0=">
                <a:extLst>
                  <a:ext uri="{FF2B5EF4-FFF2-40B4-BE49-F238E27FC236}">
                    <a16:creationId xmlns:a16="http://schemas.microsoft.com/office/drawing/2014/main" id="{76024056-F6A8-0608-715A-DCE2BDA33467}"/>
                  </a:ext>
                </a:extLst>
              </p:cNvPr>
              <p:cNvSpPr txBox="1"/>
              <p:nvPr>
                <p:custDataLst>
                  <p:tags r:id="rId205"/>
                </p:custDataLst>
              </p:nvPr>
            </p:nvSpPr>
            <p:spPr>
              <a:xfrm>
                <a:off x="11424134" y="1433349"/>
                <a:ext cx="332742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ℎ</m:t>
                          </m:r>
                        </m:sub>
                        <m:sup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𝜏</m:t>
                          </m:r>
                        </m:sup>
                      </m:sSubSup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6" name="formula.imagination.th" descr="AI_AUTOFIGURE_MATH_FALLBACK_ONLY_V1:eyJjb250ZW50X3J1bnMiOlt7ImNhbm9uaWNhbF9sYXRleCI6Inpfe3QraH1eXFx0YXUiLCJmb3JtdWxhX2lkIjoiZm9ybXVsYS5pbWFnaW5hdGlvbi50aCIsImtpbmQiOiJtYXRoIiwibGF0ZXhfc2hhMjU2IjoiODQ0NzY3ZTgwZmQxMmM2MGU0Mzg4MWE2Njg3ZDQ5YmNjYjRhOTliOWM1MmM5MDY1YjhjMGYzOTBiZjUxNzFjYy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fe3QraH1eXFx0YXUiLCJmb3JtdWxhX2lkIjoiZm9ybXVsYS5pbWFnaW5hdGlvbi50aCIsImxhdGV4X3NoYTI1NiI6Ijg0NDc2N2U4MGZkMTJjNjBlNDM4ODFhNjY4N2Q0OWJjY2I0YTk5YjljNTJjOTA2NWI4YzBmMzkwYmY1MTcxY2M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Zm9ybXVsYS5pbWFnaW5hdGlvbi50aCIsInNjaGVtYV92ZXJzaW9uIjoiMS4wIn0=">
                <a:extLst>
                  <a:ext uri="{FF2B5EF4-FFF2-40B4-BE49-F238E27FC236}">
                    <a16:creationId xmlns:a16="http://schemas.microsoft.com/office/drawing/2014/main" id="{76024056-F6A8-0608-715A-DCE2BDA33467}"/>
                  </a:ext>
                </a:extLst>
              </p:cNvPr>
              <p:cNvSpPr txBox="1"/>
              <p:nvPr>
                <p:custDataLst>
                  <p:tags r:id="rId267"/>
                </p:custDataLst>
              </p:nvPr>
            </p:nvSpPr>
            <p:spPr>
              <a:xfrm>
                <a:off x="11424134" y="1433349"/>
                <a:ext cx="332742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\(z_{t+h}^\tau\)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formula.layer.1" descr="AI_AUTOFIGURE_NATIVE_MATH_V1:eyJjb250ZW50X3J1bnMiOlt7ImNhbm9uaWNhbF9sYXRleCI6IjEiLCJmb3JtdWxhX2lkIjoiZm9ybXVsYS5sYXllci4xIiwia2luZCI6Im1hdGgiLCJsYXRleF9zaGEyNTYiOiI2Yjg2YjI3M2ZmMzRmY2UxOWQ2YjgwNGVmZjVhM2Y1NzQ3YWRhNGVhYTIyZjFkNDljMDFlNTJkZGI3ODc1YjRiIiwibW9kZSI6ImlubGluZSIsIm9tbWxfc2hhMjU2IjoiMDY1YWJiN2M2NjY3Y2JlNTM0ZGYzYTZkYTdhMGY0NWEyMzJiNDNjNTUyYTg1Y2M5M2QwMTVkZDE0YjQyMzRmOSIsInNlbWFudGljX29tbWxfcHJvZmlsZSI6Im9mZmljZS1tYXRoLXNlbWFudGljLXYyIiwic2VtYW50aWNfb21tbF9zaGEyNTYiOiI0MTgzNzg5OWFmZDA3MmEzOWZlNzI0ZDE2OGQxODQwMzdkZWY2ZGRmMWRlOGMyYzZhNjBiYzNhNTg0YjcxNzllIn1dLCJmb3JtdWxhcyI6W3siY2Fub25pY2FsX2xhdGV4IjoiMSIsImZvcm11bGFfaWQiOiJmb3JtdWxhLmxheWVyLjEiLCJsYXRleF9zaGEyNTYiOiI2Yjg2YjI3M2ZmMzRmY2UxOWQ2YjgwNGVmZjVhM2Y1NzQ3YWRhNGVhYTIyZjFkNDljMDFlNTJkZGI3ODc1YjRiIiwibW9kZSI6ImlubGluZSIsIm9tbWxfc2hhMjU2IjoiMDY1YWJiN2M2NjY3Y2JlNTM0ZGYzYTZkYTdhMGY0NWEyMzJiNDNjNTUyYTg1Y2M5M2QwMTVkZDE0YjQyMzRmOSIsInNlbWFudGljX29tbWxfcHJvZmlsZSI6Im9mZmljZS1tYXRoLXNlbWFudGljLXYyIiwic2VtYW50aWNfb21tbF9zaGEyNTYiOiI0MTgzNzg5OWFmZDA3MmEzOWZlNzI0ZDE2OGQxODQwMzdkZWY2ZGRmMWRlOGMyYzZhNjBiYzNhNTg0YjcxNzllIn1dLCJraW5kIjoibmF0aXZlX29mZmljZV9tYXRoIiwicGxhY2Vob2xkZXJfbmFtZSI6ImZvcm11bGEubGF5ZXIuMSIsInNjaGVtYV92ZXJzaW9uIjoiMS4wIn0=">
                <a:extLst>
                  <a:ext uri="{FF2B5EF4-FFF2-40B4-BE49-F238E27FC236}">
                    <a16:creationId xmlns:a16="http://schemas.microsoft.com/office/drawing/2014/main" id="{3BC35142-E2A5-2035-04CF-71D1B9ACB2D9}"/>
                  </a:ext>
                </a:extLst>
              </p:cNvPr>
              <p:cNvSpPr txBox="1"/>
              <p:nvPr>
                <p:custDataLst>
                  <p:tags r:id="rId206"/>
                </p:custDataLst>
              </p:nvPr>
            </p:nvSpPr>
            <p:spPr>
              <a:xfrm>
                <a:off x="4880212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200" dirty="0">
                          <a:solidFill>
                            <a:srgbClr val="080808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2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17" name="formula.layer.1" descr="AI_AUTOFIGURE_MATH_FALLBACK_ONLY_V1:eyJjb250ZW50X3J1bnMiOlt7ImNhbm9uaWNhbF9sYXRleCI6IjEiLCJmb3JtdWxhX2lkIjoiZm9ybXVsYS5sYXllci4xIiwia2luZCI6Im1hdGgiLCJsYXRleF9zaGEyNTYiOiI2Yjg2YjI3M2ZmMzRmY2UxOWQ2YjgwNGVmZjVhM2Y1NzQ3YWRhNGVhYTIyZjFkNDljMDFlNTJkZGI3ODc1YjRiIiwibW9kZSI6ImlubGluZSIsIm9tbWxfc2hhMjU2IjoiMDY1YWJiN2M2NjY3Y2JlNTM0ZGYzYTZkYTdhMGY0NWEyMzJiNDNjNTUyYTg1Y2M5M2QwMTVkZDE0YjQyMzRmOSIsInNlbWFudGljX29tbWxfcHJvZmlsZSI6Im9mZmljZS1tYXRoLXNlbWFudGljLXYyIiwic2VtYW50aWNfb21tbF9zaGEyNTYiOiI0MTgzNzg5OWFmZDA3MmEzOWZlNzI0ZDE2OGQxODQwMzdkZWY2ZGRmMWRlOGMyYzZhNjBiYzNhNTg0YjcxNzllIn1dLCJmb3JtdWxhcyI6W3siY2Fub25pY2FsX2xhdGV4IjoiMSIsImZvcm11bGFfaWQiOiJmb3JtdWxhLmxheWVyLjEiLCJsYXRleF9zaGEyNTYiOiI2Yjg2YjI3M2ZmMzRmY2UxOWQ2YjgwNGVmZjVhM2Y1NzQ3YWRhNGVhYTIyZjFkNDljMDFlNTJkZGI3ODc1YjRiIiwibW9kZSI6ImlubGluZSIsIm9tbWxfc2hhMjU2IjoiMDY1YWJiN2M2NjY3Y2JlNTM0ZGYzYTZkYTdhMGY0NWEyMzJiNDNjNTUyYTg1Y2M5M2QwMTVkZDE0YjQyMzRmOSIsInNlbWFudGljX29tbWxfcHJvZmlsZSI6Im9mZmljZS1tYXRoLXNlbWFudGljLXYyIiwic2VtYW50aWNfb21tbF9zaGEyNTYiOiI0MTgzNzg5OWFmZDA3MmEzOWZlNzI0ZDE2OGQxODQwMzdkZWY2ZGRmMWRlOGMyYzZhNjBiYzNhNTg0YjcxNzllIn1dLCJraW5kIjoibmF0aXZlX29mZmljZV9tYXRoIiwicGxhY2Vob2xkZXJfbmFtZSI6ImZvcm11bGEubGF5ZXIuMSIsInNjaGVtYV92ZXJzaW9uIjoiMS4wIn0=">
                <a:extLst>
                  <a:ext uri="{FF2B5EF4-FFF2-40B4-BE49-F238E27FC236}">
                    <a16:creationId xmlns:a16="http://schemas.microsoft.com/office/drawing/2014/main" id="{3BC35142-E2A5-2035-04CF-71D1B9ACB2D9}"/>
                  </a:ext>
                </a:extLst>
              </p:cNvPr>
              <p:cNvSpPr txBox="1"/>
              <p:nvPr>
                <p:custDataLst>
                  <p:tags r:id="rId268"/>
                </p:custDataLst>
              </p:nvPr>
            </p:nvSpPr>
            <p:spPr>
              <a:xfrm>
                <a:off x="4880212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200">
                    <a:solidFill>
                      <a:srgbClr val="080808"/>
                    </a:solidFill>
                  </a:rPr>
                  <a:t>\(1\)</a:t>
                </a:r>
                <a:endParaRPr lang="en-US" dirty="0" sz="12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formula.layer.2" descr="AI_AUTOFIGURE_NATIVE_MATH_V1:eyJjb250ZW50X3J1bnMiOlt7ImNhbm9uaWNhbF9sYXRleCI6IjIiLCJmb3JtdWxhX2lkIjoiZm9ybXVsYS5sYXllci4yIiwia2luZCI6Im1hdGgiLCJsYXRleF9zaGEyNTYiOiJkNDczNWUzYTI2NWUxNmVlZTAzZjU5NzE4YjliNWQwMzAxOWMwN2Q4YjZjNTFmOTBkYTNhNjY2ZWVjMTNhYjM1IiwibW9kZSI6ImlubGluZSIsIm9tbWxfc2hhMjU2IjoiYWE5ODEwOTY3NzA2MWQzMjEyMGZkNzU0NjE5ZDJhNGZkY2JjZDViOGFkMWUxM2IwMTViZTdmM2RkOTQxNWU5MiIsInNlbWFudGljX29tbWxfcHJvZmlsZSI6Im9mZmljZS1tYXRoLXNlbWFudGljLXYyIiwic2VtYW50aWNfb21tbF9zaGEyNTYiOiIwYjFmN2I4MDZhYTg1MWM3NmM3YjRhNWIzOGFhNTIwZDg4YjMwZTY1MzZkOGZhODAzMjI2M2MyNzA1MzJhNmQ4In1dLCJmb3JtdWxhcyI6W3siY2Fub25pY2FsX2xhdGV4IjoiMiIsImZvcm11bGFfaWQiOiJmb3JtdWxhLmxheWVyLjIiLCJsYXRleF9zaGEyNTYiOiJkNDczNWUzYTI2NWUxNmVlZTAzZjU5NzE4YjliNWQwMzAxOWMwN2Q4YjZjNTFmOTBkYTNhNjY2ZWVjMTNhYjM1IiwibW9kZSI6ImlubGluZSIsIm9tbWxfc2hhMjU2IjoiYWE5ODEwOTY3NzA2MWQzMjEyMGZkNzU0NjE5ZDJhNGZkY2JjZDViOGFkMWUxM2IwMTViZTdmM2RkOTQxNWU5MiIsInNlbWFudGljX29tbWxfcHJvZmlsZSI6Im9mZmljZS1tYXRoLXNlbWFudGljLXYyIiwic2VtYW50aWNfb21tbF9zaGEyNTYiOiIwYjFmN2I4MDZhYTg1MWM3NmM3YjRhNWIzOGFhNTIwZDg4YjMwZTY1MzZkOGZhODAzMjI2M2MyNzA1MzJhNmQ4In1dLCJraW5kIjoibmF0aXZlX29mZmljZV9tYXRoIiwicGxhY2Vob2xkZXJfbmFtZSI6ImZvcm11bGEubGF5ZXIuMiIsInNjaGVtYV92ZXJzaW9uIjoiMS4wIn0=">
                <a:extLst>
                  <a:ext uri="{FF2B5EF4-FFF2-40B4-BE49-F238E27FC236}">
                    <a16:creationId xmlns:a16="http://schemas.microsoft.com/office/drawing/2014/main" id="{3F9B2B57-6CEC-E318-8C7E-3380A62D6714}"/>
                  </a:ext>
                </a:extLst>
              </p:cNvPr>
              <p:cNvSpPr txBox="1"/>
              <p:nvPr>
                <p:custDataLst>
                  <p:tags r:id="rId207"/>
                </p:custDataLst>
              </p:nvPr>
            </p:nvSpPr>
            <p:spPr>
              <a:xfrm>
                <a:off x="5537164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200" dirty="0">
                          <a:solidFill>
                            <a:srgbClr val="080808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12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18" name="formula.layer.2" descr="AI_AUTOFIGURE_MATH_FALLBACK_ONLY_V1:eyJjb250ZW50X3J1bnMiOlt7ImNhbm9uaWNhbF9sYXRleCI6IjIiLCJmb3JtdWxhX2lkIjoiZm9ybXVsYS5sYXllci4yIiwia2luZCI6Im1hdGgiLCJsYXRleF9zaGEyNTYiOiJkNDczNWUzYTI2NWUxNmVlZTAzZjU5NzE4YjliNWQwMzAxOWMwN2Q4YjZjNTFmOTBkYTNhNjY2ZWVjMTNhYjM1IiwibW9kZSI6ImlubGluZSIsIm9tbWxfc2hhMjU2IjoiYWE5ODEwOTY3NzA2MWQzMjEyMGZkNzU0NjE5ZDJhNGZkY2JjZDViOGFkMWUxM2IwMTViZTdmM2RkOTQxNWU5MiIsInNlbWFudGljX29tbWxfcHJvZmlsZSI6Im9mZmljZS1tYXRoLXNlbWFudGljLXYyIiwic2VtYW50aWNfb21tbF9zaGEyNTYiOiIwYjFmN2I4MDZhYTg1MWM3NmM3YjRhNWIzOGFhNTIwZDg4YjMwZTY1MzZkOGZhODAzMjI2M2MyNzA1MzJhNmQ4In1dLCJmb3JtdWxhcyI6W3siY2Fub25pY2FsX2xhdGV4IjoiMiIsImZvcm11bGFfaWQiOiJmb3JtdWxhLmxheWVyLjIiLCJsYXRleF9zaGEyNTYiOiJkNDczNWUzYTI2NWUxNmVlZTAzZjU5NzE4YjliNWQwMzAxOWMwN2Q4YjZjNTFmOTBkYTNhNjY2ZWVjMTNhYjM1IiwibW9kZSI6ImlubGluZSIsIm9tbWxfc2hhMjU2IjoiYWE5ODEwOTY3NzA2MWQzMjEyMGZkNzU0NjE5ZDJhNGZkY2JjZDViOGFkMWUxM2IwMTViZTdmM2RkOTQxNWU5MiIsInNlbWFudGljX29tbWxfcHJvZmlsZSI6Im9mZmljZS1tYXRoLXNlbWFudGljLXYyIiwic2VtYW50aWNfb21tbF9zaGEyNTYiOiIwYjFmN2I4MDZhYTg1MWM3NmM3YjRhNWIzOGFhNTIwZDg4YjMwZTY1MzZkOGZhODAzMjI2M2MyNzA1MzJhNmQ4In1dLCJraW5kIjoibmF0aXZlX29mZmljZV9tYXRoIiwicGxhY2Vob2xkZXJfbmFtZSI6ImZvcm11bGEubGF5ZXIuMiIsInNjaGVtYV92ZXJzaW9uIjoiMS4wIn0=">
                <a:extLst>
                  <a:ext uri="{FF2B5EF4-FFF2-40B4-BE49-F238E27FC236}">
                    <a16:creationId xmlns:a16="http://schemas.microsoft.com/office/drawing/2014/main" id="{3F9B2B57-6CEC-E318-8C7E-3380A62D6714}"/>
                  </a:ext>
                </a:extLst>
              </p:cNvPr>
              <p:cNvSpPr txBox="1"/>
              <p:nvPr>
                <p:custDataLst>
                  <p:tags r:id="rId269"/>
                </p:custDataLst>
              </p:nvPr>
            </p:nvSpPr>
            <p:spPr>
              <a:xfrm>
                <a:off x="5537164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200">
                    <a:solidFill>
                      <a:srgbClr val="080808"/>
                    </a:solidFill>
                  </a:rPr>
                  <a:t>\(2\)</a:t>
                </a:r>
                <a:endParaRPr lang="en-US" dirty="0" sz="12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formula.layer.3" descr="AI_AUTOFIGURE_NATIVE_MATH_V1:eyJjb250ZW50X3J1bnMiOlt7ImNhbm9uaWNhbF9sYXRleCI6IjMiLCJmb3JtdWxhX2lkIjoiZm9ybXVsYS5sYXllci4zIiwia2luZCI6Im1hdGgiLCJsYXRleF9zaGEyNTYiOiI0ZTA3NDA4NTYyYmVkYjhiNjBjZTA1YzFkZWNmZTNhZDE2YjcyMjMwOTY3ZGUwMWY2NDBiN2U0NzI5YjQ5ZmNlIiwibW9kZSI6ImlubGluZSIsIm9tbWxfc2hhMjU2IjoiZGE3ZDJkZGFkMDMxMzJmN2FkMzJkMGEwMjI3YWFkNzNjZTcxOTFlM2JiNzI0NDJkZmJhMjM1ODliNjExZTY3NCIsInNlbWFudGljX29tbWxfcHJvZmlsZSI6Im9mZmljZS1tYXRoLXNlbWFudGljLXYyIiwic2VtYW50aWNfb21tbF9zaGEyNTYiOiJiY2MxNmZhMTcyZDc4YTBlNDcwZTQ2NWMzYmI3ZDk3OTk1OGJkODk3NjgzNThlOTJhNjE1OWFiZmE2MzgyZjFjIn1dLCJmb3JtdWxhcyI6W3siY2Fub25pY2FsX2xhdGV4IjoiMyIsImZvcm11bGFfaWQiOiJmb3JtdWxhLmxheWVyLjMiLCJsYXRleF9zaGEyNTYiOiI0ZTA3NDA4NTYyYmVkYjhiNjBjZTA1YzFkZWNmZTNhZDE2YjcyMjMwOTY3ZGUwMWY2NDBiN2U0NzI5YjQ5ZmNlIiwibW9kZSI6ImlubGluZSIsIm9tbWxfc2hhMjU2IjoiZGE3ZDJkZGFkMDMxMzJmN2FkMzJkMGEwMjI3YWFkNzNjZTcxOTFlM2JiNzI0NDJkZmJhMjM1ODliNjExZTY3NCIsInNlbWFudGljX29tbWxfcHJvZmlsZSI6Im9mZmljZS1tYXRoLXNlbWFudGljLXYyIiwic2VtYW50aWNfb21tbF9zaGEyNTYiOiJiY2MxNmZhMTcyZDc4YTBlNDcwZTQ2NWMzYmI3ZDk3OTk1OGJkODk3NjgzNThlOTJhNjE1OWFiZmE2MzgyZjFjIn1dLCJraW5kIjoibmF0aXZlX29mZmljZV9tYXRoIiwicGxhY2Vob2xkZXJfbmFtZSI6ImZvcm11bGEubGF5ZXIuMyIsInNjaGVtYV92ZXJzaW9uIjoiMS4wIn0=">
                <a:extLst>
                  <a:ext uri="{FF2B5EF4-FFF2-40B4-BE49-F238E27FC236}">
                    <a16:creationId xmlns:a16="http://schemas.microsoft.com/office/drawing/2014/main" id="{45003AEB-3B17-DE04-E25A-93D7DF7F67AD}"/>
                  </a:ext>
                </a:extLst>
              </p:cNvPr>
              <p:cNvSpPr txBox="1"/>
              <p:nvPr>
                <p:custDataLst>
                  <p:tags r:id="rId208"/>
                </p:custDataLst>
              </p:nvPr>
            </p:nvSpPr>
            <p:spPr>
              <a:xfrm>
                <a:off x="6194116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200" dirty="0">
                          <a:solidFill>
                            <a:srgbClr val="080808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2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19" name="formula.layer.3" descr="AI_AUTOFIGURE_MATH_FALLBACK_ONLY_V1:eyJjb250ZW50X3J1bnMiOlt7ImNhbm9uaWNhbF9sYXRleCI6IjMiLCJmb3JtdWxhX2lkIjoiZm9ybXVsYS5sYXllci4zIiwia2luZCI6Im1hdGgiLCJsYXRleF9zaGEyNTYiOiI0ZTA3NDA4NTYyYmVkYjhiNjBjZTA1YzFkZWNmZTNhZDE2YjcyMjMwOTY3ZGUwMWY2NDBiN2U0NzI5YjQ5ZmNlIiwibW9kZSI6ImlubGluZSIsIm9tbWxfc2hhMjU2IjoiZGE3ZDJkZGFkMDMxMzJmN2FkMzJkMGEwMjI3YWFkNzNjZTcxOTFlM2JiNzI0NDJkZmJhMjM1ODliNjExZTY3NCIsInNlbWFudGljX29tbWxfcHJvZmlsZSI6Im9mZmljZS1tYXRoLXNlbWFudGljLXYyIiwic2VtYW50aWNfb21tbF9zaGEyNTYiOiJiY2MxNmZhMTcyZDc4YTBlNDcwZTQ2NWMzYmI3ZDk3OTk1OGJkODk3NjgzNThlOTJhNjE1OWFiZmE2MzgyZjFjIn1dLCJmb3JtdWxhcyI6W3siY2Fub25pY2FsX2xhdGV4IjoiMyIsImZvcm11bGFfaWQiOiJmb3JtdWxhLmxheWVyLjMiLCJsYXRleF9zaGEyNTYiOiI0ZTA3NDA4NTYyYmVkYjhiNjBjZTA1YzFkZWNmZTNhZDE2YjcyMjMwOTY3ZGUwMWY2NDBiN2U0NzI5YjQ5ZmNlIiwibW9kZSI6ImlubGluZSIsIm9tbWxfc2hhMjU2IjoiZGE3ZDJkZGFkMDMxMzJmN2FkMzJkMGEwMjI3YWFkNzNjZTcxOTFlM2JiNzI0NDJkZmJhMjM1ODliNjExZTY3NCIsInNlbWFudGljX29tbWxfcHJvZmlsZSI6Im9mZmljZS1tYXRoLXNlbWFudGljLXYyIiwic2VtYW50aWNfb21tbF9zaGEyNTYiOiJiY2MxNmZhMTcyZDc4YTBlNDcwZTQ2NWMzYmI3ZDk3OTk1OGJkODk3NjgzNThlOTJhNjE1OWFiZmE2MzgyZjFjIn1dLCJraW5kIjoibmF0aXZlX29mZmljZV9tYXRoIiwicGxhY2Vob2xkZXJfbmFtZSI6ImZvcm11bGEubGF5ZXIuMyIsInNjaGVtYV92ZXJzaW9uIjoiMS4wIn0=">
                <a:extLst>
                  <a:ext uri="{FF2B5EF4-FFF2-40B4-BE49-F238E27FC236}">
                    <a16:creationId xmlns:a16="http://schemas.microsoft.com/office/drawing/2014/main" id="{45003AEB-3B17-DE04-E25A-93D7DF7F67AD}"/>
                  </a:ext>
                </a:extLst>
              </p:cNvPr>
              <p:cNvSpPr txBox="1"/>
              <p:nvPr>
                <p:custDataLst>
                  <p:tags r:id="rId270"/>
                </p:custDataLst>
              </p:nvPr>
            </p:nvSpPr>
            <p:spPr>
              <a:xfrm>
                <a:off x="6194116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200">
                    <a:solidFill>
                      <a:srgbClr val="080808"/>
                    </a:solidFill>
                  </a:rPr>
                  <a:t>\(3\)</a:t>
                </a:r>
                <a:endParaRPr lang="en-US" dirty="0" sz="12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formula.layer.l" descr="AI_AUTOFIGURE_NATIVE_MATH_V1:eyJjb250ZW50X3J1bnMiOlt7ImNhbm9uaWNhbF9sYXRleCI6IlxcZWxsIiwiZm9ybXVsYV9pZCI6ImZvcm11bGEubGF5ZXIubCIsImtpbmQiOiJtYXRoIiwibGF0ZXhfc2hhMjU2IjoiNWI4NmViMTg5N2M0NDgwNGM5MjAyZDY4YjY4YWFlOThmNTcyMDc5MGRmNDJmYmM0ODVkY2RlNjlmOTZjYzM4ZCIsIm1vZGUiOiJpbmxpbmUiLCJvbW1sX3NoYTI1NiI6ImVlMjM1Y2IxYzBkYmI4OGUwM2IyNjEwMTc2MTQxOGRhMTgxMDA2M2JhOTdlNDRkMDBhYzA5YTIzMDQ1OGQyMDQiLCJzZW1hbnRpY19vbW1sX3Byb2ZpbGUiOiJvZmZpY2UtbWF0aC1zZW1hbnRpYy12MiIsInNlbWFudGljX29tbWxfc2hhMjU2IjoiMDgwYjAwNGE1YTM3OTFhNjQ0NGYxZGE3YTA0N2U0NzA2ZjM2MzRkZGI1Mzk3ZWZhZTk3YTM1Y2MzMGE4NzQ0MSJ9XSwiZm9ybXVsYXMiOlt7ImNhbm9uaWNhbF9sYXRleCI6IlxcZWxsIiwiZm9ybXVsYV9pZCI6ImZvcm11bGEubGF5ZXIubCIsImxhdGV4X3NoYTI1NiI6IjViODZlYjE4OTdjNDQ4MDRjOTIwMmQ2OGI2OGFhZTk4ZjU3MjA3OTBkZjQyZmJjNDg1ZGNkZTY5Zjk2Y2MzOGQiLCJtb2RlIjoiaW5saW5lIiwib21tbF9zaGEyNTYiOiJlZTIzNWNiMWMwZGJiODhlMDNiMjYxMDE3NjE0MThkYTE4MTAwNjNiYTk3ZTQ0ZDAwYWMwOWEyMzA0NThkMjA0Iiwic2VtYW50aWNfb21tbF9wcm9maWxlIjoib2ZmaWNlLW1hdGgtc2VtYW50aWMtdjIiLCJzZW1hbnRpY19vbW1sX3NoYTI1NiI6IjA4MGIwMDRhNWEzNzkxYTY0NDRmMWRhN2EwNDdlNDcwNmYzNjM0ZGRiNTM5N2VmYWU5N2EzNWNjMzBhODc0NDEifV0sImtpbmQiOiJuYXRpdmVfb2ZmaWNlX21hdGgiLCJwbGFjZWhvbGRlcl9uYW1lIjoiZm9ybXVsYS5sYXllci5sIiwic2NoZW1hX3ZlcnNpb24iOiIxLjAifQ==">
                <a:extLst>
                  <a:ext uri="{FF2B5EF4-FFF2-40B4-BE49-F238E27FC236}">
                    <a16:creationId xmlns:a16="http://schemas.microsoft.com/office/drawing/2014/main" id="{E715FCE3-62C5-B4C1-BC60-820B238253EA}"/>
                  </a:ext>
                </a:extLst>
              </p:cNvPr>
              <p:cNvSpPr txBox="1"/>
              <p:nvPr>
                <p:custDataLst>
                  <p:tags r:id="rId209"/>
                </p:custDataLst>
              </p:nvPr>
            </p:nvSpPr>
            <p:spPr>
              <a:xfrm>
                <a:off x="6996109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80808"/>
                          </a:solidFill>
                          <a:latin typeface="Cambria Math"/>
                        </a:rPr>
                        <m:t>ℓ</m:t>
                      </m:r>
                    </m:oMath>
                  </m:oMathPara>
                </a14:m>
                <a:endParaRPr lang="en-US" sz="12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20" name="formula.layer.l" descr="AI_AUTOFIGURE_MATH_FALLBACK_ONLY_V1:eyJjb250ZW50X3J1bnMiOlt7ImNhbm9uaWNhbF9sYXRleCI6IlxcZWxsIiwiZm9ybXVsYV9pZCI6ImZvcm11bGEubGF5ZXIubCIsImtpbmQiOiJtYXRoIiwibGF0ZXhfc2hhMjU2IjoiNWI4NmViMTg5N2M0NDgwNGM5MjAyZDY4YjY4YWFlOThmNTcyMDc5MGRmNDJmYmM0ODVkY2RlNjlmOTZjYzM4ZCIsIm1vZGUiOiJpbmxpbmUiLCJvbW1sX3NoYTI1NiI6ImVlMjM1Y2IxYzBkYmI4OGUwM2IyNjEwMTc2MTQxOGRhMTgxMDA2M2JhOTdlNDRkMDBhYzA5YTIzMDQ1OGQyMDQiLCJzZW1hbnRpY19vbW1sX3Byb2ZpbGUiOiJvZmZpY2UtbWF0aC1zZW1hbnRpYy12MiIsInNlbWFudGljX29tbWxfc2hhMjU2IjoiMDgwYjAwNGE1YTM3OTFhNjQ0NGYxZGE3YTA0N2U0NzA2ZjM2MzRkZGI1Mzk3ZWZhZTk3YTM1Y2MzMGE4NzQ0MSJ9XSwiZm9ybXVsYXMiOlt7ImNhbm9uaWNhbF9sYXRleCI6IlxcZWxsIiwiZm9ybXVsYV9pZCI6ImZvcm11bGEubGF5ZXIubCIsImxhdGV4X3NoYTI1NiI6IjViODZlYjE4OTdjNDQ4MDRjOTIwMmQ2OGI2OGFhZTk4ZjU3MjA3OTBkZjQyZmJjNDg1ZGNkZTY5Zjk2Y2MzOGQiLCJtb2RlIjoiaW5saW5lIiwib21tbF9zaGEyNTYiOiJlZTIzNWNiMWMwZGJiODhlMDNiMjYxMDE3NjE0MThkYTE4MTAwNjNiYTk3ZTQ0ZDAwYWMwOWEyMzA0NThkMjA0Iiwic2VtYW50aWNfb21tbF9wcm9maWxlIjoib2ZmaWNlLW1hdGgtc2VtYW50aWMtdjIiLCJzZW1hbnRpY19vbW1sX3NoYTI1NiI6IjA4MGIwMDRhNWEzNzkxYTY0NDRmMWRhN2EwNDdlNDcwNmYzNjM0ZGRiNTM5N2VmYWU5N2EzNWNjMzBhODc0NDEifV0sImtpbmQiOiJuYXRpdmVfb2ZmaWNlX21hdGgiLCJwbGFjZWhvbGRlcl9uYW1lIjoiZm9ybXVsYS5sYXllci5sIiwic2NoZW1hX3ZlcnNpb24iOiIxLjAifQ==">
                <a:extLst>
                  <a:ext uri="{FF2B5EF4-FFF2-40B4-BE49-F238E27FC236}">
                    <a16:creationId xmlns:a16="http://schemas.microsoft.com/office/drawing/2014/main" id="{E715FCE3-62C5-B4C1-BC60-820B238253EA}"/>
                  </a:ext>
                </a:extLst>
              </p:cNvPr>
              <p:cNvSpPr txBox="1"/>
              <p:nvPr>
                <p:custDataLst>
                  <p:tags r:id="rId271"/>
                </p:custDataLst>
              </p:nvPr>
            </p:nvSpPr>
            <p:spPr>
              <a:xfrm>
                <a:off x="6996109" y="3975837"/>
                <a:ext cx="187700" cy="221828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200">
                    <a:solidFill>
                      <a:srgbClr val="080808"/>
                    </a:solidFill>
                  </a:rPr>
                  <a:t>\(\ell\)</a:t>
                </a:r>
                <a:endParaRPr lang="en-US" dirty="0" sz="12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formula.policy" descr="AI_AUTOFIGURE_NATIVE_MATH_V1:eyJjb250ZW50X3J1bnMiOlt7ImNhbm9uaWNhbF9sYXRleCI6IlxccGkiLCJmb3JtdWxhX2lkIjoiZm9ybXVsYS5wb2xpY3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mZvcm11bGEucG9saWN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mb3JtdWxhLnBvbGljeSIsInNjaGVtYV92ZXJzaW9uIjoiMS4wIn0=">
                <a:extLst>
                  <a:ext uri="{FF2B5EF4-FFF2-40B4-BE49-F238E27FC236}">
                    <a16:creationId xmlns:a16="http://schemas.microsoft.com/office/drawing/2014/main" id="{CA7F7693-9435-9A94-AF0C-08C2E91572F0}"/>
                  </a:ext>
                </a:extLst>
              </p:cNvPr>
              <p:cNvSpPr txBox="1"/>
              <p:nvPr>
                <p:custDataLst>
                  <p:tags r:id="rId210"/>
                </p:custDataLst>
              </p:nvPr>
            </p:nvSpPr>
            <p:spPr>
              <a:xfrm>
                <a:off x="8702477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10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10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7" name="formula.policy" descr="AI_AUTOFIGURE_MATH_FALLBACK_ONLY_V1:eyJjb250ZW50X3J1bnMiOlt7ImNhbm9uaWNhbF9sYXRleCI6IlxccGkiLCJmb3JtdWxhX2lkIjoiZm9ybXVsYS5wb2xpY3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mZvcm11bGEucG9saWN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mb3JtdWxhLnBvbGljeSIsInNjaGVtYV92ZXJzaW9uIjoiMS4wIn0=">
                <a:extLst>
                  <a:ext uri="{FF2B5EF4-FFF2-40B4-BE49-F238E27FC236}">
                    <a16:creationId xmlns:a16="http://schemas.microsoft.com/office/drawing/2014/main" id="{CA7F7693-9435-9A94-AF0C-08C2E91572F0}"/>
                  </a:ext>
                </a:extLst>
              </p:cNvPr>
              <p:cNvSpPr txBox="1"/>
              <p:nvPr>
                <p:custDataLst>
                  <p:tags r:id="rId272"/>
                </p:custDataLst>
              </p:nvPr>
            </p:nvSpPr>
            <p:spPr>
              <a:xfrm>
                <a:off x="8702477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00">
                    <a:solidFill>
                      <a:srgbClr val="FFFFFF"/>
                    </a:solidFill>
                  </a:rPr>
                  <a:t>\(\pi\)</a:t>
                </a:r>
                <a:endParaRPr lang="en-US" dirty="0" sz="110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formula.policy.2" descr="AI_AUTOFIGURE_NATIVE_MATH_V1:eyJjb250ZW50X3J1bnMiOlt7ImNhbm9uaWNhbF9sYXRleCI6IlxccGkiLCJmb3JtdWxhX2lkIjoiZm9ybXVsYS5wb2xpY3kuMiIsImtpbmQiOiJtYXRo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Zm9ybXVsYXMiOlt7ImNhbm9uaWNhbF9sYXRleCI6IlxccGkiLCJmb3JtdWxhX2lkIjoiZm9ybXVsYS5wb2xpY3kuMi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tpbmQiOiJuYXRpdmVfb2ZmaWNlX21hdGgiLCJwbGFjZWhvbGRlcl9uYW1lIjoiZm9ybXVsYS5wb2xpY3kuMiIsInNjaGVtYV92ZXJzaW9uIjoiMS4wIn0=">
                <a:extLst>
                  <a:ext uri="{FF2B5EF4-FFF2-40B4-BE49-F238E27FC236}">
                    <a16:creationId xmlns:a16="http://schemas.microsoft.com/office/drawing/2014/main" id="{F737070D-C003-B349-6A09-B60985FD0BFE}"/>
                  </a:ext>
                </a:extLst>
              </p:cNvPr>
              <p:cNvSpPr txBox="1"/>
              <p:nvPr>
                <p:custDataLst>
                  <p:tags r:id="rId211"/>
                </p:custDataLst>
              </p:nvPr>
            </p:nvSpPr>
            <p:spPr>
              <a:xfrm>
                <a:off x="9547129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10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10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8" name="formula.policy.2" descr="AI_AUTOFIGURE_MATH_FALLBACK_ONLY_V1:eyJjb250ZW50X3J1bnMiOlt7ImNhbm9uaWNhbF9sYXRleCI6IlxccGkiLCJmb3JtdWxhX2lkIjoiZm9ybXVsYS5wb2xpY3kuMiIsImtpbmQiOiJtYXRo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Zm9ybXVsYXMiOlt7ImNhbm9uaWNhbF9sYXRleCI6IlxccGkiLCJmb3JtdWxhX2lkIjoiZm9ybXVsYS5wb2xpY3kuMi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tpbmQiOiJuYXRpdmVfb2ZmaWNlX21hdGgiLCJwbGFjZWhvbGRlcl9uYW1lIjoiZm9ybXVsYS5wb2xpY3kuMiIsInNjaGVtYV92ZXJzaW9uIjoiMS4wIn0=">
                <a:extLst>
                  <a:ext uri="{FF2B5EF4-FFF2-40B4-BE49-F238E27FC236}">
                    <a16:creationId xmlns:a16="http://schemas.microsoft.com/office/drawing/2014/main" id="{F737070D-C003-B349-6A09-B60985FD0BFE}"/>
                  </a:ext>
                </a:extLst>
              </p:cNvPr>
              <p:cNvSpPr txBox="1"/>
              <p:nvPr>
                <p:custDataLst>
                  <p:tags r:id="rId273"/>
                </p:custDataLst>
              </p:nvPr>
            </p:nvSpPr>
            <p:spPr>
              <a:xfrm>
                <a:off x="9547129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00">
                    <a:solidFill>
                      <a:srgbClr val="FFFFFF"/>
                    </a:solidFill>
                  </a:rPr>
                  <a:t>\(\pi\)</a:t>
                </a:r>
                <a:endParaRPr lang="en-US" dirty="0" sz="110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formula.policy.3" descr="AI_AUTOFIGURE_NATIVE_MATH_V1:eyJjb250ZW50X3J1bnMiOlt7ImNhbm9uaWNhbF9sYXRleCI6IlxccGkiLCJmb3JtdWxhX2lkIjoiZm9ybXVsYS5wb2xpY3kuMyIsImtpbmQiOiJtYXRo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Zm9ybXVsYXMiOlt7ImNhbm9uaWNhbF9sYXRleCI6IlxccGkiLCJmb3JtdWxhX2lkIjoiZm9ybXVsYS5wb2xpY3kuMy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tpbmQiOiJuYXRpdmVfb2ZmaWNlX21hdGgiLCJwbGFjZWhvbGRlcl9uYW1lIjoiZm9ybXVsYS5wb2xpY3kuMyIsInNjaGVtYV92ZXJzaW9uIjoiMS4wIn0=">
                <a:extLst>
                  <a:ext uri="{FF2B5EF4-FFF2-40B4-BE49-F238E27FC236}">
                    <a16:creationId xmlns:a16="http://schemas.microsoft.com/office/drawing/2014/main" id="{2A4F9240-3954-B478-90CF-A6D4BB230C76}"/>
                  </a:ext>
                </a:extLst>
              </p:cNvPr>
              <p:cNvSpPr txBox="1"/>
              <p:nvPr>
                <p:custDataLst>
                  <p:tags r:id="rId212"/>
                </p:custDataLst>
              </p:nvPr>
            </p:nvSpPr>
            <p:spPr>
              <a:xfrm>
                <a:off x="10408845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100" dirty="0">
                          <a:solidFill>
                            <a:srgbClr val="FFFFFF"/>
                          </a:solidFill>
                          <a:latin typeface="Cambria Math"/>
                        </a:rPr>
                        <m:t>𝜋</m:t>
                      </m:r>
                    </m:oMath>
                  </m:oMathPara>
                </a14:m>
                <a:endParaRPr lang="en-US" sz="110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69" name="formula.policy.3" descr="AI_AUTOFIGURE_MATH_FALLBACK_ONLY_V1:eyJjb250ZW50X3J1bnMiOlt7ImNhbm9uaWNhbF9sYXRleCI6IlxccGkiLCJmb3JtdWxhX2lkIjoiZm9ybXVsYS5wb2xpY3kuMyIsImtpbmQiOiJtYXRo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Zm9ybXVsYXMiOlt7ImNhbm9uaWNhbF9sYXRleCI6IlxccGkiLCJmb3JtdWxhX2lkIjoiZm9ybXVsYS5wb2xpY3kuMy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tpbmQiOiJuYXRpdmVfb2ZmaWNlX21hdGgiLCJwbGFjZWhvbGRlcl9uYW1lIjoiZm9ybXVsYS5wb2xpY3kuMyIsInNjaGVtYV92ZXJzaW9uIjoiMS4wIn0=">
                <a:extLst>
                  <a:ext uri="{FF2B5EF4-FFF2-40B4-BE49-F238E27FC236}">
                    <a16:creationId xmlns:a16="http://schemas.microsoft.com/office/drawing/2014/main" id="{2A4F9240-3954-B478-90CF-A6D4BB230C76}"/>
                  </a:ext>
                </a:extLst>
              </p:cNvPr>
              <p:cNvSpPr txBox="1"/>
              <p:nvPr>
                <p:custDataLst>
                  <p:tags r:id="rId274"/>
                </p:custDataLst>
              </p:nvPr>
            </p:nvSpPr>
            <p:spPr>
              <a:xfrm>
                <a:off x="10408845" y="3532182"/>
                <a:ext cx="20476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00">
                    <a:solidFill>
                      <a:srgbClr val="FFFFFF"/>
                    </a:solidFill>
                  </a:rPr>
                  <a:t>\(\pi\)</a:t>
                </a:r>
                <a:endParaRPr lang="en-US" dirty="0" sz="110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formula.rollout.dots" descr="AI_AUTOFIGURE_NATIVE_MATH_V1:eyJjb250ZW50X3J1bnMiOlt7ImNhbm9uaWNhbF9sYXRleCI6IlxcbGRvdHMiLCJmb3JtdWxhX2lkIjoiZm9ybXVsYS5yb2xsb3V0LmRvdHMiLCJraW5kIjoibWF0aCIsImxhdGV4X3NoYTI1NiI6ImYwZGM2MGNkNWI2ZTkxNDgyNjU4MTdjNDlmMjY5Y2EwZDdkYTU4MzYwZTg0OTVkNGYwOTA2Mzk2MzU1NmNiODEiLCJtb2RlIjoiaW5saW5lIiwib21tbF9zaGEyNTYiOiJmMTYyN2QxNzAyYzZhMGU5NDczMThjNmIwZjlkMTE2YjJmZTk5ZjE1MDJiMjM4NWI0YjJjZTc0NWMyMGQ3NjBiIiwic2VtYW50aWNfb21tbF9wcm9maWxlIjoib2ZmaWNlLW1hdGgtc2VtYW50aWMtdjIiLCJzZW1hbnRpY19vbW1sX3NoYTI1NiI6ImY3MTRkMzZkNWNiMmRlMzliNDRlMDJlZDFmZjcyNzA0ZmM3ZThmZWM2YTJlNWQ1NGI1ZTcxZDJmZDBmMWQxMDMifV0sImZvcm11bGFzIjpbeyJjYW5vbmljYWxfbGF0ZXgiOiJcXGxkb3RzIiwiZm9ybXVsYV9pZCI6ImZvcm11bGEucm9sbG91dC5kb3RzIiwibGF0ZXhfc2hhMjU2IjoiZjBkYzYwY2Q1YjZlOTE0ODI2NTgxN2M0OWYyNjljYTBkN2RhNTgzNjBlODQ5NWQ0ZjA5MDYzOTYzNTU2Y2I4MSIsIm1vZGUiOiJpbmxpbmUiLCJvbW1sX3NoYTI1NiI6ImYxNjI3ZDE3MDJjNmEwZTk0NzMxOGM2YjBmOWQxMTZiMmZlOTlmMTUwMmIyMzg1YjRiMmNlNzQ1YzIwZDc2MGIiLCJzZW1hbnRpY19vbW1sX3Byb2ZpbGUiOiJvZmZpY2UtbWF0aC1zZW1hbnRpYy12MiIsInNlbWFudGljX29tbWxfc2hhMjU2IjoiZjcxNGQzNmQ1Y2IyZGUzOWI0NGUwMmVkMWZmNzI3MDRmYzdlOGZlYzZhMmU1ZDU0YjVlNzFkMmZkMGYxZDEwMyJ9XSwia2luZCI6Im5hdGl2ZV9vZmZpY2VfbWF0aCIsInBsYWNlaG9sZGVyX25hbWUiOiJmb3JtdWxhLnJvbGxvdXQuZG90cyIsInNjaGVtYV92ZXJzaW9uIjoiMS4wIn0=">
                <a:extLst>
                  <a:ext uri="{FF2B5EF4-FFF2-40B4-BE49-F238E27FC236}">
                    <a16:creationId xmlns:a16="http://schemas.microsoft.com/office/drawing/2014/main" id="{7BC17577-FC52-DC5C-88A5-3737B5511699}"/>
                  </a:ext>
                </a:extLst>
              </p:cNvPr>
              <p:cNvSpPr txBox="1"/>
              <p:nvPr>
                <p:custDataLst>
                  <p:tags r:id="rId213"/>
                </p:custDataLst>
              </p:nvPr>
            </p:nvSpPr>
            <p:spPr>
              <a:xfrm>
                <a:off x="10767182" y="2559552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150" dirty="0">
                          <a:solidFill>
                            <a:srgbClr val="666666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1150" dirty="0">
                  <a:solidFill>
                    <a:srgbClr val="666666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70" name="formula.rollout.dots" descr="AI_AUTOFIGURE_MATH_FALLBACK_ONLY_V1:eyJjb250ZW50X3J1bnMiOlt7ImNhbm9uaWNhbF9sYXRleCI6IlxcbGRvdHMiLCJmb3JtdWxhX2lkIjoiZm9ybXVsYS5yb2xsb3V0LmRvdHMiLCJraW5kIjoibWF0aCIsImxhdGV4X3NoYTI1NiI6ImYwZGM2MGNkNWI2ZTkxNDgyNjU4MTdjNDlmMjY5Y2EwZDdkYTU4MzYwZTg0OTVkNGYwOTA2Mzk2MzU1NmNiODEiLCJtb2RlIjoiaW5saW5lIiwib21tbF9zaGEyNTYiOiJmMTYyN2QxNzAyYzZhMGU5NDczMThjNmIwZjlkMTE2YjJmZTk5ZjE1MDJiMjM4NWI0YjJjZTc0NWMyMGQ3NjBiIiwic2VtYW50aWNfb21tbF9wcm9maWxlIjoib2ZmaWNlLW1hdGgtc2VtYW50aWMtdjIiLCJzZW1hbnRpY19vbW1sX3NoYTI1NiI6ImY3MTRkMzZkNWNiMmRlMzliNDRlMDJlZDFmZjcyNzA0ZmM3ZThmZWM2YTJlNWQ1NGI1ZTcxZDJmZDBmMWQxMDMifV0sImZvcm11bGFzIjpbeyJjYW5vbmljYWxfbGF0ZXgiOiJcXGxkb3RzIiwiZm9ybXVsYV9pZCI6ImZvcm11bGEucm9sbG91dC5kb3RzIiwibGF0ZXhfc2hhMjU2IjoiZjBkYzYwY2Q1YjZlOTE0ODI2NTgxN2M0OWYyNjljYTBkN2RhNTgzNjBlODQ5NWQ0ZjA5MDYzOTYzNTU2Y2I4MSIsIm1vZGUiOiJpbmxpbmUiLCJvbW1sX3NoYTI1NiI6ImYxNjI3ZDE3MDJjNmEwZTk0NzMxOGM2YjBmOWQxMTZiMmZlOTlmMTUwMmIyMzg1YjRiMmNlNzQ1YzIwZDc2MGIiLCJzZW1hbnRpY19vbW1sX3Byb2ZpbGUiOiJvZmZpY2UtbWF0aC1zZW1hbnRpYy12MiIsInNlbWFudGljX29tbWxfc2hhMjU2IjoiZjcxNGQzNmQ1Y2IyZGUzOWI0NGUwMmVkMWZmNzI3MDRmYzdlOGZlYzZhMmU1ZDU0YjVlNzFkMmZkMGYxZDEwMyJ9XSwia2luZCI6Im5hdGl2ZV9vZmZpY2VfbWF0aCIsInBsYWNlaG9sZGVyX25hbWUiOiJmb3JtdWxhLnJvbGxvdXQuZG90cyIsInNjaGVtYV92ZXJzaW9uIjoiMS4wIn0=">
                <a:extLst>
                  <a:ext uri="{FF2B5EF4-FFF2-40B4-BE49-F238E27FC236}">
                    <a16:creationId xmlns:a16="http://schemas.microsoft.com/office/drawing/2014/main" id="{7BC17577-FC52-DC5C-88A5-3737B5511699}"/>
                  </a:ext>
                </a:extLst>
              </p:cNvPr>
              <p:cNvSpPr txBox="1"/>
              <p:nvPr>
                <p:custDataLst>
                  <p:tags r:id="rId275"/>
                </p:custDataLst>
              </p:nvPr>
            </p:nvSpPr>
            <p:spPr>
              <a:xfrm>
                <a:off x="10767182" y="2559552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666666"/>
                    </a:solidFill>
                  </a:rPr>
                  <a:t>\(\ldots\)</a:t>
                </a:r>
                <a:endParaRPr lang="en-US" dirty="0" sz="1150">
                  <a:solidFill>
                    <a:srgbClr val="666666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formula.rollout.t" descr="AI_AUTOFIGURE_NATIVE_MATH_V1:eyJjb250ZW50X3J1bnMiOlt7ImNhbm9uaWNhbF9sYXRleCI6InpfdCIsImZvcm11bGFfaWQiOiJmb3JtdWxhLnJvbGxvdXQudCIsImtpbmQiOiJtYXRoIiwibGF0ZXhfc2hhMjU2IjoiOGIyNGNkM2U3OGM4NzVjMWIwZGQyZjQ0ZDVkZDA3ZDA0ZWQyZjMwMDVlNTUxYzgzOTRiMGM4ZGZmZmMxMjU2YyIsIm1vZGUiOiJpbmxpbmUiLCJvbW1sX3NoYTI1NiI6IjljYzIwNzZmNzdlOWQwZTg3YjlhOWNmY2FhZmZkYzUwYjc1OGQ2YmJjNTEwY2VmOGYzYmE1NzQ4Zjg1MjJjNWUiLCJzZW1hbnRpY19vbW1sX3Byb2ZpbGUiOiJvZmZpY2UtbWF0aC1zZW1hbnRpYy12MiIsInNlbWFudGljX29tbWxfc2hhMjU2IjoiNzBkMmFiOTZjNzY5MDE0NDIxYThmYzE5OWY0NDMxNGIxYWFjZWY1ZDdkYWRjYmY1NmQyNzMyYzFiYTI1NDMyOCJ9XSwiZm9ybXVsYXMiOlt7ImNhbm9uaWNhbF9sYXRleCI6InpfdCIsImZvcm11bGFfaWQiOiJmb3JtdWxhLnJvbGxvdXQudCIsImxhdGV4X3NoYTI1NiI6IjhiMjRjZDNlNzhjODc1YzFiMGRkMmY0NGQ1ZGQwN2QwNGVkMmYzMDA1ZTU1MWM4Mzk0YjBjOGRmZmZjMTI1NmMiLCJtb2RlIjoiaW5saW5lIiwib21tbF9zaGEyNTYiOiI5Y2MyMDc2Zjc3ZTlkMGU4N2I5YTljZmNhYWZmZGM1MGI3NThkNmJiYzUxMGNlZjhmM2JhNTc0OGY4NTIyYzVlIiwic2VtYW50aWNfb21tbF9wcm9maWxlIjoib2ZmaWNlLW1hdGgtc2VtYW50aWMtdjIiLCJzZW1hbnRpY19vbW1sX3NoYTI1NiI6IjcwZDJhYjk2Yzc2OTAxNDQyMWE4ZmMxOTlmNDQzMTRiMWFhY2VmNWQ3ZGFkY2JmNTZkMjczMmMxYmEyNTQzMjgifV0sImtpbmQiOiJuYXRpdmVfb2ZmaWNlX21hdGgiLCJwbGFjZWhvbGRlcl9uYW1lIjoiZm9ybXVsYS5yb2xsb3V0LnQiLCJzY2hlbWFfdmVyc2lvbiI6IjEuMCJ9">
                <a:extLst>
                  <a:ext uri="{FF2B5EF4-FFF2-40B4-BE49-F238E27FC236}">
                    <a16:creationId xmlns:a16="http://schemas.microsoft.com/office/drawing/2014/main" id="{37F38239-1649-5F4A-A883-C956F9485BBD}"/>
                  </a:ext>
                </a:extLst>
              </p:cNvPr>
              <p:cNvSpPr txBox="1"/>
              <p:nvPr>
                <p:custDataLst>
                  <p:tags r:id="rId214"/>
                </p:custDataLst>
              </p:nvPr>
            </p:nvSpPr>
            <p:spPr>
              <a:xfrm>
                <a:off x="8659817" y="2559552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71" name="formula.rollout.t" descr="AI_AUTOFIGURE_MATH_FALLBACK_ONLY_V1:eyJjb250ZW50X3J1bnMiOlt7ImNhbm9uaWNhbF9sYXRleCI6InpfdCIsImZvcm11bGFfaWQiOiJmb3JtdWxhLnJvbGxvdXQudCIsImtpbmQiOiJtYXRoIiwibGF0ZXhfc2hhMjU2IjoiOGIyNGNkM2U3OGM4NzVjMWIwZGQyZjQ0ZDVkZDA3ZDA0ZWQyZjMwMDVlNTUxYzgzOTRiMGM4ZGZmZmMxMjU2YyIsIm1vZGUiOiJpbmxpbmUiLCJvbW1sX3NoYTI1NiI6IjljYzIwNzZmNzdlOWQwZTg3YjlhOWNmY2FhZmZkYzUwYjc1OGQ2YmJjNTEwY2VmOGYzYmE1NzQ4Zjg1MjJjNWUiLCJzZW1hbnRpY19vbW1sX3Byb2ZpbGUiOiJvZmZpY2UtbWF0aC1zZW1hbnRpYy12MiIsInNlbWFudGljX29tbWxfc2hhMjU2IjoiNzBkMmFiOTZjNzY5MDE0NDIxYThmYzE5OWY0NDMxNGIxYWFjZWY1ZDdkYWRjYmY1NmQyNzMyYzFiYTI1NDMyOCJ9XSwiZm9ybXVsYXMiOlt7ImNhbm9uaWNhbF9sYXRleCI6InpfdCIsImZvcm11bGFfaWQiOiJmb3JtdWxhLnJvbGxvdXQudCIsImxhdGV4X3NoYTI1NiI6IjhiMjRjZDNlNzhjODc1YzFiMGRkMmY0NGQ1ZGQwN2QwNGVkMmYzMDA1ZTU1MWM4Mzk0YjBjOGRmZmZjMTI1NmMiLCJtb2RlIjoiaW5saW5lIiwib21tbF9zaGEyNTYiOiI5Y2MyMDc2Zjc3ZTlkMGU4N2I5YTljZmNhYWZmZGM1MGI3NThkNmJiYzUxMGNlZjhmM2JhNTc0OGY4NTIyYzVlIiwic2VtYW50aWNfb21tbF9wcm9maWxlIjoib2ZmaWNlLW1hdGgtc2VtYW50aWMtdjIiLCJzZW1hbnRpY19vbW1sX3NoYTI1NiI6IjcwZDJhYjk2Yzc2OTAxNDQyMWE4ZmMxOTlmNDQzMTRiMWFhY2VmNWQ3ZGFkY2JmNTZkMjczMmMxYmEyNTQzMjgifV0sImtpbmQiOiJuYXRpdmVfb2ZmaWNlX21hdGgiLCJwbGFjZWhvbGRlcl9uYW1lIjoiZm9ybXVsYS5yb2xsb3V0LnQiLCJzY2hlbWFfdmVyc2lvbiI6IjEuMCJ9">
                <a:extLst>
                  <a:ext uri="{FF2B5EF4-FFF2-40B4-BE49-F238E27FC236}">
                    <a16:creationId xmlns:a16="http://schemas.microsoft.com/office/drawing/2014/main" id="{37F38239-1649-5F4A-A883-C956F9485BBD}"/>
                  </a:ext>
                </a:extLst>
              </p:cNvPr>
              <p:cNvSpPr txBox="1"/>
              <p:nvPr>
                <p:custDataLst>
                  <p:tags r:id="rId276"/>
                </p:custDataLst>
              </p:nvPr>
            </p:nvSpPr>
            <p:spPr>
              <a:xfrm>
                <a:off x="8659817" y="2559552"/>
                <a:ext cx="298614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\(z_t\)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formula.rollout.t1" descr="AI_AUTOFIGURE_NATIVE_MATH_V1:eyJjb250ZW50X3J1bnMiOlt7ImNhbm9uaWNhbF9sYXRleCI6Inpfe3QrMX0iLCJmb3JtdWxhX2lkIjoiZm9ybXVsYS5yb2xsb3V0LnQxIiwia2luZCI6Im1hdGgiLCJsYXRleF9zaGEyNTYiOiI4ZTVkMDAwMGFiYjljZjA3NzNlNzhmYjUzMDI3NTIzMGI4ZWRmYjhjZDk2MmIzMjYzNWRkZTdjYzI4NDY5MDkxIiwibW9kZSI6ImlubGluZSIsIm9tbWxfc2hhMjU2IjoiYTk1ZjkyODQ3ZWM4MDJhMjM5MmQ0OWFmMGE2ZTE1NzczMWU3ZGM3YzIzOGMxMDBiNmU5YWQ2NjQ1YTI4ZmU0MiIsInNlbWFudGljX29tbWxfcHJvZmlsZSI6Im9mZmljZS1tYXRoLXNlbWFudGljLXYyIiwic2VtYW50aWNfb21tbF9zaGEyNTYiOiI2OTkyYjBkNDg5ZGFhMjNmN2VlYjI4MTI3NzYyMjRlOTQ0YTY3NTI0MTRjY2JkOWUyM2I0NDkzMjgzN2YzM2U2In1dLCJmb3JtdWxhcyI6W3siY2Fub25pY2FsX2xhdGV4Ijoiel97dCsxfSIsImZvcm11bGFfaWQiOiJmb3JtdWxhLnJvbGxvdXQudDEiLCJsYXRleF9zaGEyNTYiOiI4ZTVkMDAwMGFiYjljZjA3NzNlNzhmYjUzMDI3NTIzMGI4ZWRmYjhjZDk2MmIzMjYzNWRkZTdjYzI4NDY5MDkxIiwibW9kZSI6ImlubGluZSIsIm9tbWxfc2hhMjU2IjoiYTk1ZjkyODQ3ZWM4MDJhMjM5MmQ0OWFmMGE2ZTE1NzczMWU3ZGM3YzIzOGMxMDBiNmU5YWQ2NjQ1YTI4ZmU0MiIsInNlbWFudGljX29tbWxfcHJvZmlsZSI6Im9mZmljZS1tYXRoLXNlbWFudGljLXYyIiwic2VtYW50aWNfb21tbF9zaGEyNTYiOiI2OTkyYjBkNDg5ZGFhMjNmN2VlYjI4MTI3NzYyMjRlOTQ0YTY3NTI0MTRjY2JkOWUyM2I0NDkzMjgzN2YzM2U2In1dLCJraW5kIjoibmF0aXZlX29mZmljZV9tYXRoIiwicGxhY2Vob2xkZXJfbmFtZSI6ImZvcm11bGEucm9sbG91dC50MSIsInNjaGVtYV92ZXJzaW9uIjoiMS4wIn0=">
                <a:extLst>
                  <a:ext uri="{FF2B5EF4-FFF2-40B4-BE49-F238E27FC236}">
                    <a16:creationId xmlns:a16="http://schemas.microsoft.com/office/drawing/2014/main" id="{3998D422-B04A-2479-9114-BAC3DCF27F2A}"/>
                  </a:ext>
                </a:extLst>
              </p:cNvPr>
              <p:cNvSpPr txBox="1"/>
              <p:nvPr>
                <p:custDataLst>
                  <p:tags r:id="rId215"/>
                </p:custDataLst>
              </p:nvPr>
            </p:nvSpPr>
            <p:spPr>
              <a:xfrm>
                <a:off x="9470342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72" name="formula.rollout.t1" descr="AI_AUTOFIGURE_MATH_FALLBACK_ONLY_V1:eyJjb250ZW50X3J1bnMiOlt7ImNhbm9uaWNhbF9sYXRleCI6Inpfe3QrMX0iLCJmb3JtdWxhX2lkIjoiZm9ybXVsYS5yb2xsb3V0LnQxIiwia2luZCI6Im1hdGgiLCJsYXRleF9zaGEyNTYiOiI4ZTVkMDAwMGFiYjljZjA3NzNlNzhmYjUzMDI3NTIzMGI4ZWRmYjhjZDk2MmIzMjYzNWRkZTdjYzI4NDY5MDkxIiwibW9kZSI6ImlubGluZSIsIm9tbWxfc2hhMjU2IjoiYTk1ZjkyODQ3ZWM4MDJhMjM5MmQ0OWFmMGE2ZTE1NzczMWU3ZGM3YzIzOGMxMDBiNmU5YWQ2NjQ1YTI4ZmU0MiIsInNlbWFudGljX29tbWxfcHJvZmlsZSI6Im9mZmljZS1tYXRoLXNlbWFudGljLXYyIiwic2VtYW50aWNfb21tbF9zaGEyNTYiOiI2OTkyYjBkNDg5ZGFhMjNmN2VlYjI4MTI3NzYyMjRlOTQ0YTY3NTI0MTRjY2JkOWUyM2I0NDkzMjgzN2YzM2U2In1dLCJmb3JtdWxhcyI6W3siY2Fub25pY2FsX2xhdGV4Ijoiel97dCsxfSIsImZvcm11bGFfaWQiOiJmb3JtdWxhLnJvbGxvdXQudDEiLCJsYXRleF9zaGEyNTYiOiI4ZTVkMDAwMGFiYjljZjA3NzNlNzhmYjUzMDI3NTIzMGI4ZWRmYjhjZDk2MmIzMjYzNWRkZTdjYzI4NDY5MDkxIiwibW9kZSI6ImlubGluZSIsIm9tbWxfc2hhMjU2IjoiYTk1ZjkyODQ3ZWM4MDJhMjM5MmQ0OWFmMGE2ZTE1NzczMWU3ZGM3YzIzOGMxMDBiNmU5YWQ2NjQ1YTI4ZmU0MiIsInNlbWFudGljX29tbWxfcHJvZmlsZSI6Im9mZmljZS1tYXRoLXNlbWFudGljLXYyIiwic2VtYW50aWNfb21tbF9zaGEyNTYiOiI2OTkyYjBkNDg5ZGFhMjNmN2VlYjI4MTI3NzYyMjRlOTQ0YTY3NTI0MTRjY2JkOWUyM2I0NDkzMjgzN2YzM2U2In1dLCJraW5kIjoibmF0aXZlX29mZmljZV9tYXRoIiwicGxhY2Vob2xkZXJfbmFtZSI6ImZvcm11bGEucm9sbG91dC50MSIsInNjaGVtYV92ZXJzaW9uIjoiMS4wIn0=">
                <a:extLst>
                  <a:ext uri="{FF2B5EF4-FFF2-40B4-BE49-F238E27FC236}">
                    <a16:creationId xmlns:a16="http://schemas.microsoft.com/office/drawing/2014/main" id="{3998D422-B04A-2479-9114-BAC3DCF27F2A}"/>
                  </a:ext>
                </a:extLst>
              </p:cNvPr>
              <p:cNvSpPr txBox="1"/>
              <p:nvPr>
                <p:custDataLst>
                  <p:tags r:id="rId277"/>
                </p:custDataLst>
              </p:nvPr>
            </p:nvSpPr>
            <p:spPr>
              <a:xfrm>
                <a:off x="9470342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\(z_{t+1}\)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formula.rollout.t2" descr="AI_AUTOFIGURE_NATIVE_MATH_V1:eyJjb250ZW50X3J1bnMiOlt7ImNhbm9uaWNhbF9sYXRleCI6Inpfe3QrMn0iLCJmb3JtdWxhX2lkIjoiZm9ybXVsYS5yb2xsb3V0LnQyIiwia2luZCI6Im1hdGgiLCJsYXRleF9zaGEyNTYiOiJlZDdhMzNhZjA2Yjk2NTNmODM5NjJjMjdiMjBkZDliODQ2Y2IyZWUwZTAwMzA2NTBjYTE0NDM2YjM4OTcwOTNhIiwibW9kZSI6ImlubGluZSIsIm9tbWxfc2hhMjU2IjoiNjQ3NDM2MDE2Nzc1YzBlYjU2MGFiMzY2MzQyYzY1MWU1ZGNmYTMwZGVhN2Y1NzU3MjQzMWQxMzYzZWJiN2QwZCIsInNlbWFudGljX29tbWxfcHJvZmlsZSI6Im9mZmljZS1tYXRoLXNlbWFudGljLXYyIiwic2VtYW50aWNfb21tbF9zaGEyNTYiOiJhNWUwNGYxYTc2Yjc3ODI0OTc2NDMwZWM4ODJjZjhjYzFhOGU5OWJmMzdhZWExZTFlZTViNzgwOTJjOGU0ODEzIn1dLCJmb3JtdWxhcyI6W3siY2Fub25pY2FsX2xhdGV4Ijoiel97dCsyfSIsImZvcm11bGFfaWQiOiJmb3JtdWxhLnJvbGxvdXQudDIiLCJsYXRleF9zaGEyNTYiOiJlZDdhMzNhZjA2Yjk2NTNmODM5NjJjMjdiMjBkZDliODQ2Y2IyZWUwZTAwMzA2NTBjYTE0NDM2YjM4OTcwOTNhIiwibW9kZSI6ImlubGluZSIsIm9tbWxfc2hhMjU2IjoiNjQ3NDM2MDE2Nzc1YzBlYjU2MGFiMzY2MzQyYzY1MWU1ZGNmYTMwZGVhN2Y1NzU3MjQzMWQxMzYzZWJiN2QwZCIsInNlbWFudGljX29tbWxfcHJvZmlsZSI6Im9mZmljZS1tYXRoLXNlbWFudGljLXYyIiwic2VtYW50aWNfb21tbF9zaGEyNTYiOiJhNWUwNGYxYTc2Yjc3ODI0OTc2NDMwZWM4ODJjZjhjYzFhOGU5OWJmMzdhZWExZTFlZTViNzgwOTJjOGU0ODEzIn1dLCJraW5kIjoibmF0aXZlX29mZmljZV9tYXRoIiwicGxhY2Vob2xkZXJfbmFtZSI6ImZvcm11bGEucm9sbG91dC50MiIsInNjaGVtYV92ZXJzaW9uIjoiMS4wIn0=">
                <a:extLst>
                  <a:ext uri="{FF2B5EF4-FFF2-40B4-BE49-F238E27FC236}">
                    <a16:creationId xmlns:a16="http://schemas.microsoft.com/office/drawing/2014/main" id="{58D8C542-4C17-13AB-AC68-1C1346FADBA8}"/>
                  </a:ext>
                </a:extLst>
              </p:cNvPr>
              <p:cNvSpPr txBox="1"/>
              <p:nvPr>
                <p:custDataLst>
                  <p:tags r:id="rId216"/>
                </p:custDataLst>
              </p:nvPr>
            </p:nvSpPr>
            <p:spPr>
              <a:xfrm>
                <a:off x="10314994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73" name="formula.rollout.t2" descr="AI_AUTOFIGURE_MATH_FALLBACK_ONLY_V1:eyJjb250ZW50X3J1bnMiOlt7ImNhbm9uaWNhbF9sYXRleCI6Inpfe3QrMn0iLCJmb3JtdWxhX2lkIjoiZm9ybXVsYS5yb2xsb3V0LnQyIiwia2luZCI6Im1hdGgiLCJsYXRleF9zaGEyNTYiOiJlZDdhMzNhZjA2Yjk2NTNmODM5NjJjMjdiMjBkZDliODQ2Y2IyZWUwZTAwMzA2NTBjYTE0NDM2YjM4OTcwOTNhIiwibW9kZSI6ImlubGluZSIsIm9tbWxfc2hhMjU2IjoiNjQ3NDM2MDE2Nzc1YzBlYjU2MGFiMzY2MzQyYzY1MWU1ZGNmYTMwZGVhN2Y1NzU3MjQzMWQxMzYzZWJiN2QwZCIsInNlbWFudGljX29tbWxfcHJvZmlsZSI6Im9mZmljZS1tYXRoLXNlbWFudGljLXYyIiwic2VtYW50aWNfb21tbF9zaGEyNTYiOiJhNWUwNGYxYTc2Yjc3ODI0OTc2NDMwZWM4ODJjZjhjYzFhOGU5OWJmMzdhZWExZTFlZTViNzgwOTJjOGU0ODEzIn1dLCJmb3JtdWxhcyI6W3siY2Fub25pY2FsX2xhdGV4Ijoiel97dCsyfSIsImZvcm11bGFfaWQiOiJmb3JtdWxhLnJvbGxvdXQudDIiLCJsYXRleF9zaGEyNTYiOiJlZDdhMzNhZjA2Yjk2NTNmODM5NjJjMjdiMjBkZDliODQ2Y2IyZWUwZTAwMzA2NTBjYTE0NDM2YjM4OTcwOTNhIiwibW9kZSI6ImlubGluZSIsIm9tbWxfc2hhMjU2IjoiNjQ3NDM2MDE2Nzc1YzBlYjU2MGFiMzY2MzQyYzY1MWU1ZGNmYTMwZGVhN2Y1NzU3MjQzMWQxMzYzZWJiN2QwZCIsInNlbWFudGljX29tbWxfcHJvZmlsZSI6Im9mZmljZS1tYXRoLXNlbWFudGljLXYyIiwic2VtYW50aWNfb21tbF9zaGEyNTYiOiJhNWUwNGYxYTc2Yjc3ODI0OTc2NDMwZWM4ODJjZjhjYzFhOGU5OWJmMzdhZWExZTFlZTViNzgwOTJjOGU0ODEzIn1dLCJraW5kIjoibmF0aXZlX29mZmljZV9tYXRoIiwicGxhY2Vob2xkZXJfbmFtZSI6ImZvcm11bGEucm9sbG91dC50MiIsInNjaGVtYV92ZXJzaW9uIjoiMS4wIn0=">
                <a:extLst>
                  <a:ext uri="{FF2B5EF4-FFF2-40B4-BE49-F238E27FC236}">
                    <a16:creationId xmlns:a16="http://schemas.microsoft.com/office/drawing/2014/main" id="{58D8C542-4C17-13AB-AC68-1C1346FADBA8}"/>
                  </a:ext>
                </a:extLst>
              </p:cNvPr>
              <p:cNvSpPr txBox="1"/>
              <p:nvPr>
                <p:custDataLst>
                  <p:tags r:id="rId278"/>
                </p:custDataLst>
              </p:nvPr>
            </p:nvSpPr>
            <p:spPr>
              <a:xfrm>
                <a:off x="10314994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\(z_{t+2}\)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formula.rollout.th" descr="AI_AUTOFIGURE_NATIVE_MATH_V1:eyJjb250ZW50X3J1bnMiOlt7ImNhbm9uaWNhbF9sYXRleCI6Inpfe3QraH0iLCJmb3JtdWxhX2lkIjoiZm9ybXVsYS5yb2xsb3V0LnRoIiwia2luZCI6Im1hdGgiLCJsYXRleF9zaGEyNTYiOiIwNGVmMjUzNzViNzcyODQyYzc4ZTI5MTBkMGViMmU5MzE1MGU5MzZkZTRiZTI2YjQyOGE5OTBkMDFmYjQ1NmUwIiwibW9kZSI6ImlubGluZSIsIm9tbWxfc2hhMjU2IjoiNjEyZGNjNzMxYzFiZjljMzQ4ZjlkMWJiMDViOTQ1Y2MxMDcwZTQ1ZDMyNGQyZTg1ZTQ0YjUzZGUyMGY3ZmYxNCIsInNlbWFudGljX29tbWxfcHJvZmlsZSI6Im9mZmljZS1tYXRoLXNlbWFudGljLXYyIiwic2VtYW50aWNfb21tbF9zaGEyNTYiOiI4MWFjNmM0MWFmZjZhYmVjNTViYTlhZDM0YjU3ZDNlODA2Y2M2NGM1MzIxMmM0ZDg0NGQxOWM4MmI0YmY1NDQwIn1dLCJmb3JtdWxhcyI6W3siY2Fub25pY2FsX2xhdGV4Ijoiel97dCtofSIsImZvcm11bGFfaWQiOiJmb3JtdWxhLnJvbGxvdXQudGgiLCJsYXRleF9zaGEyNTYiOiIwNGVmMjUzNzViNzcyODQyYzc4ZTI5MTBkMGViMmU5MzE1MGU5MzZkZTRiZTI2YjQyOGE5OTBkMDFmYjQ1NmUwIiwibW9kZSI6ImlubGluZSIsIm9tbWxfc2hhMjU2IjoiNjEyZGNjNzMxYzFiZjljMzQ4ZjlkMWJiMDViOTQ1Y2MxMDcwZTQ1ZDMyNGQyZTg1ZTQ0YjUzZGUyMGY3ZmYxNCIsInNlbWFudGljX29tbWxfcHJvZmlsZSI6Im9mZmljZS1tYXRoLXNlbWFudGljLXYyIiwic2VtYW50aWNfb21tbF9zaGEyNTYiOiI4MWFjNmM0MWFmZjZhYmVjNTViYTlhZDM0YjU3ZDNlODA2Y2M2NGM1MzIxMmM0ZDg0NGQxOWM4MmI0YmY1NDQwIn1dLCJraW5kIjoibmF0aXZlX29mZmljZV9tYXRoIiwicGxhY2Vob2xkZXJfbmFtZSI6ImZvcm11bGEucm9sbG91dC50aCIsInNjaGVtYV92ZXJzaW9uIjoiMS4wIn0=">
                <a:extLst>
                  <a:ext uri="{FF2B5EF4-FFF2-40B4-BE49-F238E27FC236}">
                    <a16:creationId xmlns:a16="http://schemas.microsoft.com/office/drawing/2014/main" id="{19A62ADC-931E-D6EB-E95A-F34D07660174}"/>
                  </a:ext>
                </a:extLst>
              </p:cNvPr>
              <p:cNvSpPr txBox="1"/>
              <p:nvPr>
                <p:custDataLst>
                  <p:tags r:id="rId217"/>
                </p:custDataLst>
              </p:nvPr>
            </p:nvSpPr>
            <p:spPr>
              <a:xfrm>
                <a:off x="11424134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ℎ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74" name="formula.rollout.th" descr="AI_AUTOFIGURE_MATH_FALLBACK_ONLY_V1:eyJjb250ZW50X3J1bnMiOlt7ImNhbm9uaWNhbF9sYXRleCI6Inpfe3QraH0iLCJmb3JtdWxhX2lkIjoiZm9ybXVsYS5yb2xsb3V0LnRoIiwia2luZCI6Im1hdGgiLCJsYXRleF9zaGEyNTYiOiIwNGVmMjUzNzViNzcyODQyYzc4ZTI5MTBkMGViMmU5MzE1MGU5MzZkZTRiZTI2YjQyOGE5OTBkMDFmYjQ1NmUwIiwibW9kZSI6ImlubGluZSIsIm9tbWxfc2hhMjU2IjoiNjEyZGNjNzMxYzFiZjljMzQ4ZjlkMWJiMDViOTQ1Y2MxMDcwZTQ1ZDMyNGQyZTg1ZTQ0YjUzZGUyMGY3ZmYxNCIsInNlbWFudGljX29tbWxfcHJvZmlsZSI6Im9mZmljZS1tYXRoLXNlbWFudGljLXYyIiwic2VtYW50aWNfb21tbF9zaGEyNTYiOiI4MWFjNmM0MWFmZjZhYmVjNTViYTlhZDM0YjU3ZDNlODA2Y2M2NGM1MzIxMmM0ZDg0NGQxOWM4MmI0YmY1NDQwIn1dLCJmb3JtdWxhcyI6W3siY2Fub25pY2FsX2xhdGV4Ijoiel97dCtofSIsImZvcm11bGFfaWQiOiJmb3JtdWxhLnJvbGxvdXQudGgiLCJsYXRleF9zaGEyNTYiOiIwNGVmMjUzNzViNzcyODQyYzc4ZTI5MTBkMGViMmU5MzE1MGU5MzZkZTRiZTI2YjQyOGE5OTBkMDFmYjQ1NmUwIiwibW9kZSI6ImlubGluZSIsIm9tbWxfc2hhMjU2IjoiNjEyZGNjNzMxYzFiZjljMzQ4ZjlkMWJiMDViOTQ1Y2MxMDcwZTQ1ZDMyNGQyZTg1ZTQ0YjUzZGUyMGY3ZmYxNCIsInNlbWFudGljX29tbWxfcHJvZmlsZSI6Im9mZmljZS1tYXRoLXNlbWFudGljLXYyIiwic2VtYW50aWNfb21tbF9zaGEyNTYiOiI4MWFjNmM0MWFmZjZhYmVjNTViYTlhZDM0YjU3ZDNlODA2Y2M2NGM1MzIxMmM0ZDg0NGQxOWM4MmI0YmY1NDQwIn1dLCJraW5kIjoibmF0aXZlX29mZmljZV9tYXRoIiwicGxhY2Vob2xkZXJfbmFtZSI6ImZvcm11bGEucm9sbG91dC50aCIsInNjaGVtYV92ZXJzaW9uIjoiMS4wIn0=">
                <a:extLst>
                  <a:ext uri="{FF2B5EF4-FFF2-40B4-BE49-F238E27FC236}">
                    <a16:creationId xmlns:a16="http://schemas.microsoft.com/office/drawing/2014/main" id="{19A62ADC-931E-D6EB-E95A-F34D07660174}"/>
                  </a:ext>
                </a:extLst>
              </p:cNvPr>
              <p:cNvSpPr txBox="1"/>
              <p:nvPr>
                <p:custDataLst>
                  <p:tags r:id="rId279"/>
                </p:custDataLst>
              </p:nvPr>
            </p:nvSpPr>
            <p:spPr>
              <a:xfrm>
                <a:off x="11424134" y="2559552"/>
                <a:ext cx="332742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\(z_{t+h}\)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7" name="text.task-1">
            <a:extLst>
              <a:ext uri="{FF2B5EF4-FFF2-40B4-BE49-F238E27FC236}">
                <a16:creationId xmlns:a16="http://schemas.microsoft.com/office/drawing/2014/main" id="{564B6B64-796A-2831-0504-3F4CDBC2147E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3864923" y="2329192"/>
            <a:ext cx="622824" cy="26448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FFFFFF"/>
                </a:solidFill>
                <a:latin typeface="Arial" panose="020B0604020202020204" pitchFamily="34" charset="0"/>
              </a:rPr>
              <a:t>Task 1</a:t>
            </a:r>
            <a:endParaRPr lang="zh-CN" altLang="en-US" sz="1400" b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8" name="text.task-2">
            <a:extLst>
              <a:ext uri="{FF2B5EF4-FFF2-40B4-BE49-F238E27FC236}">
                <a16:creationId xmlns:a16="http://schemas.microsoft.com/office/drawing/2014/main" id="{D019B6E1-A224-5D59-27C4-32A2013F778C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3864923" y="3353013"/>
            <a:ext cx="622824" cy="26448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400" b="0">
                <a:solidFill>
                  <a:srgbClr val="FFFFFF"/>
                </a:solidFill>
                <a:latin typeface="Arial" panose="020B0604020202020204" pitchFamily="34" charset="0"/>
              </a:rPr>
              <a:t>Task 2</a:t>
            </a:r>
            <a:endParaRPr lang="zh-CN" altLang="en-US" sz="1400" b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ormula.task-embedding" descr="AI_AUTOFIGURE_NATIVE_MATH_V1:eyJjb250ZW50X3J1bnMiOlt7ImNhbm9uaWNhbF9sYXRleCI6IlxcdGF1IiwiZm9ybXVsYV9pZCI6ImZvcm11bGEudGFzay1lbWJlZGRpbmciLCJraW5kIjoibWF0aCIsImxhdGV4X3NoYTI1NiI6IjU1ZDE4MjM1NDViNWI0YzNjYmM0MmI3ODRjNWU4NDYwNWZmYmU4ZTU5ZDFkZWU5NzgyY2Q4Nzc0MWVlZjlkYzMiLCJtb2RlIjoiaW5saW5lIiwib21tbF9zaGEyNTYiOiI2Mjc1OGNhYmI2NThiNzc2ODFiYWE2MTRmYTQwMDUzYzQ0OWI1ZmNlOTMyZjFjOWE0ZDFlM2ExMGVmMjYxYWIyIiwic2VtYW50aWNfb21tbF9wcm9maWxlIjoib2ZmaWNlLW1hdGgtc2VtYW50aWMtdjIiLCJzZW1hbnRpY19vbW1sX3NoYTI1NiI6IjFmMzI3ZDczZGRkYjMxZjVhYmNmZmJjZDA4M2UxYmY4YjA1YTMwZjZkZmQwOTZlYWNmN2ViOWNhMGUxMGEzNjgifV0sImZvcm11bGFzIjpbeyJjYW5vbmljYWxfbGF0ZXgiOiJcXHRhdSIsImZvcm11bGFfaWQiOiJmb3JtdWxhLnRhc2stZW1iZWRkaW5nIiwibGF0ZXhfc2hhMjU2IjoiNTVkMTgyMzU0NWI1YjRjM2NiYzQyYjc4NGM1ZTg0NjA1ZmZiZThlNTlkMWRlZTk3ODJjZDg3NzQxZWVmOWRjMyIsIm1vZGUiOiJpbmxpbmUiLCJvbW1sX3NoYTI1NiI6IjYyNzU4Y2FiYjY1OGI3NzY4MWJhYTYxNGZhNDAwNTNjNDQ5YjVmY2U5MzJmMWM5YTRkMWUzYTEwZWYyNjFhYjIiLCJzZW1hbnRpY19vbW1sX3Byb2ZpbGUiOiJvZmZpY2UtbWF0aC1zZW1hbnRpYy12MiIsInNlbWFudGljX29tbWxfc2hhMjU2IjoiMWYzMjdkNzNkZGRiMzFmNWFiY2ZmYmNkMDgzZTFiZjhiMDVhMzBmNmRmZDA5NmVhY2Y3ZWI5Y2EwZTEwYTM2OCJ9XSwia2luZCI6Im5hdGl2ZV9vZmZpY2VfbWF0aCIsInBsYWNlaG9sZGVyX25hbWUiOiJmb3JtdWxhLnRhc2stZW1iZWRkaW5nIiwic2NoZW1hX3ZlcnNpb24iOiIxLjAifQ==">
                <a:extLst>
                  <a:ext uri="{FF2B5EF4-FFF2-40B4-BE49-F238E27FC236}">
                    <a16:creationId xmlns:a16="http://schemas.microsoft.com/office/drawing/2014/main" id="{5E1BCDA7-3CA8-4CBD-BBDF-C987BCBAC032}"/>
                  </a:ext>
                </a:extLst>
              </p:cNvPr>
              <p:cNvSpPr txBox="1"/>
              <p:nvPr>
                <p:custDataLst>
                  <p:tags r:id="rId220"/>
                </p:custDataLst>
              </p:nvPr>
            </p:nvSpPr>
            <p:spPr>
              <a:xfrm>
                <a:off x="5571291" y="42659"/>
                <a:ext cx="187700" cy="238891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400" dirty="0">
                          <a:solidFill>
                            <a:srgbClr val="080808"/>
                          </a:solidFill>
                          <a:latin typeface="Cambria Math"/>
                        </a:rPr>
                        <m:t>𝜏</m:t>
                      </m:r>
                    </m:oMath>
                  </m:oMathPara>
                </a14:m>
                <a:endParaRPr lang="en-US" sz="1400" dirty="0">
                  <a:solidFill>
                    <a:srgbClr val="080808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13" name="formula.task-embedding" descr="AI_AUTOFIGURE_MATH_FALLBACK_ONLY_V1:eyJjb250ZW50X3J1bnMiOlt7ImNhbm9uaWNhbF9sYXRleCI6IlxcdGF1IiwiZm9ybXVsYV9pZCI6ImZvcm11bGEudGFzay1lbWJlZGRpbmciLCJraW5kIjoibWF0aCIsImxhdGV4X3NoYTI1NiI6IjU1ZDE4MjM1NDViNWI0YzNjYmM0MmI3ODRjNWU4NDYwNWZmYmU4ZTU5ZDFkZWU5NzgyY2Q4Nzc0MWVlZjlkYzMiLCJtb2RlIjoiaW5saW5lIiwib21tbF9zaGEyNTYiOiI2Mjc1OGNhYmI2NThiNzc2ODFiYWE2MTRmYTQwMDUzYzQ0OWI1ZmNlOTMyZjFjOWE0ZDFlM2ExMGVmMjYxYWIyIiwic2VtYW50aWNfb21tbF9wcm9maWxlIjoib2ZmaWNlLW1hdGgtc2VtYW50aWMtdjIiLCJzZW1hbnRpY19vbW1sX3NoYTI1NiI6IjFmMzI3ZDczZGRkYjMxZjVhYmNmZmJjZDA4M2UxYmY4YjA1YTMwZjZkZmQwOTZlYWNmN2ViOWNhMGUxMGEzNjgifV0sImZvcm11bGFzIjpbeyJjYW5vbmljYWxfbGF0ZXgiOiJcXHRhdSIsImZvcm11bGFfaWQiOiJmb3JtdWxhLnRhc2stZW1iZWRkaW5nIiwibGF0ZXhfc2hhMjU2IjoiNTVkMTgyMzU0NWI1YjRjM2NiYzQyYjc4NGM1ZTg0NjA1ZmZiZThlNTlkMWRlZTk3ODJjZDg3NzQxZWVmOWRjMyIsIm1vZGUiOiJpbmxpbmUiLCJvbW1sX3NoYTI1NiI6IjYyNzU4Y2FiYjY1OGI3NzY4MWJhYTYxNGZhNDAwNTNjNDQ5YjVmY2U5MzJmMWM5YTRkMWUzYTEwZWYyNjFhYjIiLCJzZW1hbnRpY19vbW1sX3Byb2ZpbGUiOiJvZmZpY2UtbWF0aC1zZW1hbnRpYy12MiIsInNlbWFudGljX29tbWxfc2hhMjU2IjoiMWYzMjdkNzNkZGRiMzFmNWFiY2ZmYmNkMDgzZTFiZjhiMDVhMzBmNmRmZDA5NmVhY2Y3ZWI5Y2EwZTEwYTM2OCJ9XSwia2luZCI6Im5hdGl2ZV9vZmZpY2VfbWF0aCIsInBsYWNlaG9sZGVyX25hbWUiOiJmb3JtdWxhLnRhc2stZW1iZWRkaW5nIiwic2NoZW1hX3ZlcnNpb24iOiIxLjAifQ==">
                <a:extLst>
                  <a:ext uri="{FF2B5EF4-FFF2-40B4-BE49-F238E27FC236}">
                    <a16:creationId xmlns:a16="http://schemas.microsoft.com/office/drawing/2014/main" id="{5E1BCDA7-3CA8-4CBD-BBDF-C987BCBAC032}"/>
                  </a:ext>
                </a:extLst>
              </p:cNvPr>
              <p:cNvSpPr txBox="1"/>
              <p:nvPr>
                <p:custDataLst>
                  <p:tags r:id="rId280"/>
                </p:custDataLst>
              </p:nvPr>
            </p:nvSpPr>
            <p:spPr>
              <a:xfrm>
                <a:off x="5571291" y="42659"/>
                <a:ext cx="187700" cy="238891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400">
                    <a:solidFill>
                      <a:srgbClr val="080808"/>
                    </a:solidFill>
                  </a:rPr>
                  <a:t>\(\tau\)</a:t>
                </a:r>
                <a:endParaRPr lang="en-US" dirty="0" sz="1400">
                  <a:solidFill>
                    <a:srgbClr val="080808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formula.reward.t1" descr="AI_AUTOFIGURE_NATIVE_MATH_V1:eyJjb250ZW50X3J1bnMiOlt7ImNhbm9uaWNhbF9sYXRleCI6InJfe3QrMX0iLCJmb3JtdWxhX2lkIjoiZm9ybXVsYS5yZXdhcmQudD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mZvcm11bGEucmV3YXJkLnQ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mb3JtdWxhLnJld2FyZC50MSIsInNjaGVtYV92ZXJzaW9uIjoiMS4wIn0=">
                <a:extLst>
                  <a:ext uri="{FF2B5EF4-FFF2-40B4-BE49-F238E27FC236}">
                    <a16:creationId xmlns:a16="http://schemas.microsoft.com/office/drawing/2014/main" id="{5E29A63F-39E9-A0F7-7BA4-0416A7C39470}"/>
                  </a:ext>
                </a:extLst>
              </p:cNvPr>
              <p:cNvSpPr txBox="1"/>
              <p:nvPr>
                <p:custDataLst>
                  <p:tags r:id="rId221"/>
                </p:custDataLst>
              </p:nvPr>
            </p:nvSpPr>
            <p:spPr>
              <a:xfrm>
                <a:off x="9478873" y="2004982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41" name="formula.reward.t1" descr="AI_AUTOFIGURE_MATH_FALLBACK_ONLY_V1:eyJjb250ZW50X3J1bnMiOlt7ImNhbm9uaWNhbF9sYXRleCI6InJfe3QrMX0iLCJmb3JtdWxhX2lkIjoiZm9ybXVsYS5yZXdhcmQudD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mZvcm11bGEucmV3YXJkLnQ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mb3JtdWxhLnJld2FyZC50MSIsInNjaGVtYV92ZXJzaW9uIjoiMS4wIn0=">
                <a:extLst>
                  <a:ext uri="{FF2B5EF4-FFF2-40B4-BE49-F238E27FC236}">
                    <a16:creationId xmlns:a16="http://schemas.microsoft.com/office/drawing/2014/main" id="{5E29A63F-39E9-A0F7-7BA4-0416A7C39470}"/>
                  </a:ext>
                </a:extLst>
              </p:cNvPr>
              <p:cNvSpPr txBox="1"/>
              <p:nvPr>
                <p:custDataLst>
                  <p:tags r:id="rId281"/>
                </p:custDataLst>
              </p:nvPr>
            </p:nvSpPr>
            <p:spPr>
              <a:xfrm>
                <a:off x="9478873" y="2004982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\(r_{t+1}\)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formula.reward.t2" descr="AI_AUTOFIGURE_NATIVE_MATH_V1:eyJjb250ZW50X3J1bnMiOlt7ImNhbm9uaWNhbF9sYXRleCI6InJfe3QrMn0iLCJmb3JtdWxhX2lkIjoiZm9ybXVsYS5yZXdhcmQudD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mZvcm11bGEucmV3YXJkLnQ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mb3JtdWxhLnJld2FyZC50MiIsInNjaGVtYV92ZXJzaW9uIjoiMS4wIn0=">
                <a:extLst>
                  <a:ext uri="{FF2B5EF4-FFF2-40B4-BE49-F238E27FC236}">
                    <a16:creationId xmlns:a16="http://schemas.microsoft.com/office/drawing/2014/main" id="{8E2F6F86-139E-B14A-89CB-A38169917EDC}"/>
                  </a:ext>
                </a:extLst>
              </p:cNvPr>
              <p:cNvSpPr txBox="1"/>
              <p:nvPr>
                <p:custDataLst>
                  <p:tags r:id="rId222"/>
                </p:custDataLst>
              </p:nvPr>
            </p:nvSpPr>
            <p:spPr>
              <a:xfrm>
                <a:off x="10323525" y="2004982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150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150" dirty="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 xmlns="">
          <p:sp xmlns:a14="http://schemas.microsoft.com/office/drawing/2010/main">
            <p:nvSpPr>
              <p:cNvPr id="42" name="formula.reward.t2" descr="AI_AUTOFIGURE_MATH_FALLBACK_ONLY_V1:eyJjb250ZW50X3J1bnMiOlt7ImNhbm9uaWNhbF9sYXRleCI6InJfe3QrMn0iLCJmb3JtdWxhX2lkIjoiZm9ybXVsYS5yZXdhcmQudD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mZvcm11bGEucmV3YXJkLnQ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mb3JtdWxhLnJld2FyZC50MiIsInNjaGVtYV92ZXJzaW9uIjoiMS4wIn0=">
                <a:extLst>
                  <a:ext uri="{FF2B5EF4-FFF2-40B4-BE49-F238E27FC236}">
                    <a16:creationId xmlns:a16="http://schemas.microsoft.com/office/drawing/2014/main" id="{8E2F6F86-139E-B14A-89CB-A38169917EDC}"/>
                  </a:ext>
                </a:extLst>
              </p:cNvPr>
              <p:cNvSpPr txBox="1"/>
              <p:nvPr>
                <p:custDataLst>
                  <p:tags r:id="rId282"/>
                </p:custDataLst>
              </p:nvPr>
            </p:nvSpPr>
            <p:spPr>
              <a:xfrm>
                <a:off x="10323525" y="2004982"/>
                <a:ext cx="307146" cy="204764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:r>
                  <a:rPr lang="en-US" dirty="0" sz="1150">
                    <a:solidFill>
                      <a:srgbClr val="FFFFFF"/>
                    </a:solidFill>
                  </a:rPr>
                  <a:t>\(r_{t+2}\)</a:t>
                </a:r>
                <a:endParaRPr lang="en-US" dirty="0" sz="1150">
                  <a:solidFill>
                    <a:srgbClr val="FFFFFF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TASKMODE" val="HEX:5245434F4E5354525543545F31544F31"/>
  <p:tag name="AISCIENTIFICILLUSTRATORSCENESCHEMAVERSION" val="HEX:322E312E30"/>
  <p:tag name="AISCIENTIFICILLUSTRATORPROJECTID" val="HEX:61692D6175746F6669677572652D6D6F64756C61726167656E74"/>
  <p:tag name="AISCIENTIFICILLUSTRATORSESSIONID" val="HEX:30343034303632332D383030332D343333332D383066612D663536353335336362316633"/>
  <p:tag name="AISCIENTIFICILLUSTRATORTARGETID" val="HEX:6D6F64756C61726167656E742D76342D723130"/>
  <p:tag name="AISCIENTIFICILLUSTRATORSCENEGRAPHSHA256" val="HEX:61343233363964333439333438366232386333313833646639326530363138343666316139323430353764353532373030653632323035383763393630316138"/>
  <p:tag name="AISCIENTIFICILLUSTRATORRENDERPLANSHA256" val="HEX:61363435383534326439383433323666306466313538336437306634346466343034643031313765356337346135313566616134393931383666643930653665"/>
  <p:tag name="AISCIENTIFICILLUSTRATORREVISION" val="HEX: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A6F696E742D746F2D6D6F64756C6172"/>
  <p:tag name="AISCIENTIFICILLUSTRATORELEMENTIDHEXCOUNT" val="1"/>
  <p:tag name="AISCIENTIFICILLUSTRATORSEMANTICIDSHEX1" val="5B2272656C6174696F6E3A3A656467652E6A6F696E742D746F2D6D6F64756C6172225D"/>
  <p:tag name="AISCIENTIFICILLUSTRATORSEMANTICIDSHEXCOUNT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C6567656E642D746F2D6A6F696E74"/>
  <p:tag name="AISCIENTIFICILLUSTRATORELEMENTIDHEXCOUNT" val="1"/>
  <p:tag name="AISCIENTIFICILLUSTRATORSEMANTICIDSHEX1" val="5B2272656C6174696F6E3A3A656467652E6C6567656E642D746F2D6A6F696E74225D"/>
  <p:tag name="AISCIENTIFICILLUSTRATORSEMANTICIDSHEXCOUN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5776172642D746F2D6265686176696F72"/>
  <p:tag name="AISCIENTIFICILLUSTRATORELEMENTIDHEXCOUNT" val="1"/>
  <p:tag name="AISCIENTIFICILLUSTRATORSEMANTICIDSHEX1" val="5B2272656C6174696F6E3A3A656467652E7265776172642D746F2D6265686176696F72225D"/>
  <p:tag name="AISCIENTIFICILLUSTRATORSEMANTICIDSHEXCOUNT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16374696F6E2D6E6578742D73746174652E33"/>
  <p:tag name="AISCIENTIFICILLUSTRATORELEMENTIDHEXCOUNT" val="1"/>
  <p:tag name="AISCIENTIFICILLUSTRATORSEMANTICIDSHEX1" val="5B2272656C6174696F6E3A3A656467652E616374696F6E2D6E6578742D73746174652E33225D"/>
  <p:tag name="AISCIENTIFICILLUSTRATORSEMANTICIDSHEXCOUNT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06F6C6963792D616374696F6E2E33"/>
  <p:tag name="AISCIENTIFICILLUSTRATORELEMENTIDHEXCOUNT" val="1"/>
  <p:tag name="AISCIENTIFICILLUSTRATORSEMANTICIDSHEX1" val="5B2272656C6174696F6E3A3A656467652E706F6C6963792D616374696F6E2E33225D"/>
  <p:tag name="AISCIENTIFICILLUSTRATORSEMANTICIDSHEXCOUNT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16374696F6E2D6E6578742D73746174652E32"/>
  <p:tag name="AISCIENTIFICILLUSTRATORELEMENTIDHEXCOUNT" val="1"/>
  <p:tag name="AISCIENTIFICILLUSTRATORSEMANTICIDSHEX1" val="5B2272656C6174696F6E3A3A656467652E616374696F6E2D6E6578742D73746174652E32225D"/>
  <p:tag name="AISCIENTIFICILLUSTRATORSEMANTICIDSHEXCOUNT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06F6C6963792D616374696F6E2E32"/>
  <p:tag name="AISCIENTIFICILLUSTRATORELEMENTIDHEXCOUNT" val="1"/>
  <p:tag name="AISCIENTIFICILLUSTRATORSEMANTICIDSHEX1" val="5B2272656C6174696F6E3A3A656467652E706F6C6963792D616374696F6E2E32225D"/>
  <p:tag name="AISCIENTIFICILLUSTRATORSEMANTICIDSHEXCOUNT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16374696F6E2D6E6578742D73746174652E31"/>
  <p:tag name="AISCIENTIFICILLUSTRATORELEMENTIDHEXCOUNT" val="1"/>
  <p:tag name="AISCIENTIFICILLUSTRATORSEMANTICIDSHEX1" val="5B2272656C6174696F6E3A3A656467652E616374696F6E2D6E6578742D73746174652E31225D"/>
  <p:tag name="AISCIENTIFICILLUSTRATORSEMANTICIDSHEXCOUNT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06F6C6963792D616374696F6E2E31"/>
  <p:tag name="AISCIENTIFICILLUSTRATORELEMENTIDHEXCOUNT" val="1"/>
  <p:tag name="AISCIENTIFICILLUSTRATORSEMANTICIDSHEX1" val="5B2272656C6174696F6E3A3A656467652E706F6C6963792D616374696F6E2E31225D"/>
  <p:tag name="AISCIENTIFICILLUSTRATORSEMANTICIDSHEXCOUNT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461736B322D726F7574696E67"/>
  <p:tag name="AISCIENTIFICILLUSTRATORELEMENTIDHEXCOUNT" val="1"/>
  <p:tag name="AISCIENTIFICILLUSTRATORSEMANTICIDSHEX1" val="5B2272656C6174696F6E3A3A656467652E7461736B322D726F7574696E67225D"/>
  <p:tag name="AISCIENTIFICILLUSTRATORSEMANTICIDSHEXCOUNT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461736B312D726F7574696E67"/>
  <p:tag name="AISCIENTIFICILLUSTRATORELEMENTIDHEXCOUNT" val="1"/>
  <p:tag name="AISCIENTIFICILLUSTRATORSEMANTICIDSHEX1" val="5B2272656C6174696F6E3A3A656467652E7461736B312D726F7574696E67225D"/>
  <p:tag name="AISCIENTIFICILLUSTRATORSEMANTICIDSHEXCOUNT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46F6B656E2D746F2D7461736B32"/>
  <p:tag name="AISCIENTIFICILLUSTRATORELEMENTIDHEXCOUNT" val="1"/>
  <p:tag name="AISCIENTIFICILLUSTRATORSEMANTICIDSHEX1" val="5B2272656C6174696F6E3A3A656467652E746F6B656E2D746F2D7461736B32225D"/>
  <p:tag name="AISCIENTIFICILLUSTRATORSEMANTICIDSHEXCOUNT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76D2D746F2D746F6B656E"/>
  <p:tag name="AISCIENTIFICILLUSTRATORELEMENTIDHEXCOUNT" val="1"/>
  <p:tag name="AISCIENTIFICILLUSTRATORSEMANTICIDSHEX1" val="5B2272656C6174696F6E3A3A656467652E776D2D746F2D746F6B656E225D"/>
  <p:tag name="AISCIENTIFICILLUSTRATORSEMANTICIDSHEXCOUNT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46F6B656E2D746F2D7461736B31"/>
  <p:tag name="AISCIENTIFICILLUSTRATORELEMENTIDHEXCOUNT" val="1"/>
  <p:tag name="AISCIENTIFICILLUSTRATORSEMANTICIDSHEX1" val="5B2272656C6174696F6E3A3A656467652E746F6B656E2D746F2D7461736B31225D"/>
  <p:tag name="AISCIENTIFICILLUSTRATORSEMANTICIDSHEXCOUNT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D6C6C6D2D746F2D746F6B656E"/>
  <p:tag name="AISCIENTIFICILLUSTRATORELEMENTIDHEXCOUNT" val="1"/>
  <p:tag name="AISCIENTIFICILLUSTRATORSEMANTICIDSHEX1" val="5B2272656C6174696F6E3A3A656467652E6D6C6C6D2D746F2D746F6B656E225D"/>
  <p:tag name="AISCIENTIFICILLUSTRATORSEMANTICIDSHEXCOUNT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F62736572766174696F6E2D746F2D776D"/>
  <p:tag name="AISCIENTIFICILLUSTRATORELEMENTIDHEXCOUNT" val="1"/>
  <p:tag name="AISCIENTIFICILLUSTRATORSEMANTICIDSHEX1" val="5B2272656C6174696F6E3A3A656467652E6F62736572766174696F6E2D746F2D776D225D"/>
  <p:tag name="AISCIENTIFICILLUSTRATORSEMANTICIDSHEXCOUNT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F62736572766174696F6E2D746F2D6D6C6C6D"/>
  <p:tag name="AISCIENTIFICILLUSTRATORELEMENTIDHEXCOUNT" val="1"/>
  <p:tag name="AISCIENTIFICILLUSTRATORSEMANTICIDSHEX1" val="5B2272656C6174696F6E3A3A656467652E6F62736572766174696F6E2D746F2D6D6C6C6D225D"/>
  <p:tag name="AISCIENTIFICILLUSTRATORSEMANTICIDSHEXCOUNT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D617070696E672D746F2D696D6167696E6174696F6E"/>
  <p:tag name="AISCIENTIFICILLUSTRATORELEMENTIDHEXCOUNT" val="1"/>
  <p:tag name="AISCIENTIFICILLUSTRATORSEMANTICIDSHEX1" val="5B2272656C6174696F6E3A3A656467652E6D617070696E672D746F2D696D6167696E6174696F6E225D"/>
  <p:tag name="AISCIENTIFICILLUSTRATORSEMANTICIDSHEXCOUNT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56D62656464696E672D746F2D6D617070696E67"/>
  <p:tag name="AISCIENTIFICILLUSTRATORELEMENTIDHEXCOUNT" val="1"/>
  <p:tag name="AISCIENTIFICILLUSTRATORSEMANTICIDSHEX1" val="5B2272656C6174696F6E3A3A656467652E656D62656464696E672D746F2D6D617070696E67225D"/>
  <p:tag name="AISCIENTIFICILLUSTRATORSEMANTICIDSHEXCOUNT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461736B2D656E636F6465722D746F2D656D62656464696E67"/>
  <p:tag name="AISCIENTIFICILLUSTRATORELEMENTIDHEXCOUNT" val="1"/>
  <p:tag name="AISCIENTIFICILLUSTRATORSEMANTICIDSHEX1" val="5B2272656C6174696F6E3A3A656467652E7461736B2D656E636F6465722D746F2D656D62656464696E67225D"/>
  <p:tag name="AISCIENTIFICILLUSTRATORSEMANTICIDSHEXCOUNT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0726F6D70742D746F2D7461736B2D656E636F646572"/>
  <p:tag name="AISCIENTIFICILLUSTRATORELEMENTIDHEXCOUNT" val="1"/>
  <p:tag name="AISCIENTIFICILLUSTRATORSEMANTICIDSHEX1" val="5B2272656C6174696F6E3A3A656467652E70726F6D70742D746F2D7461736B2D656E636F646572225D"/>
  <p:tag name="AISCIENTIFICILLUSTRATORSEMANTICIDSHEXCOUNT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6E7661732E6261636B67726F756E64"/>
  <p:tag name="AISCIENTIFICILLUSTRATORELEMENTIDHEXCOUNT" val="1"/>
  <p:tag name="AISCIENTIFICILLUSTRATORSEMANTICIDSHEX1" val="5B2273656D616E7469633A3A63616E7661732E6261636B67726F756E64225D"/>
  <p:tag name="AISCIENTIFICILLUSTRATORSEMANTICIDSHEXCOUNT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265686176696F722D6C6561726E696E67"/>
  <p:tag name="AISCIENTIFICILLUSTRATORELEMENTIDHEXCOUNT" val="1"/>
  <p:tag name="AISCIENTIFICILLUSTRATORSEMANTICIDSHEX1" val="5B2273656D616E7469633A3A726567696F6E2E6265686176696F722D6C6561726E696E67225D"/>
  <p:tag name="AISCIENTIFICILLUSTRATORSEMANTICIDSHEXCOUNT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D6F64756C61722D6A6F696E74"/>
  <p:tag name="AISCIENTIFICILLUSTRATORELEMENTIDHEXCOUNT" val="1"/>
  <p:tag name="AISCIENTIFICILLUSTRATORSEMANTICIDSHEX1" val="5B2273656D616E7469633A3A726567696F6E2E6D6F64756C61722D6A6F696E74225D"/>
  <p:tag name="AISCIENTIFICILLUSTRATORSEMANTICIDSHEXCOUNT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C6567656E642E7265776172642D616374696F6E"/>
  <p:tag name="AISCIENTIFICILLUSTRATORELEMENTIDHEXCOUNT" val="1"/>
  <p:tag name="AISCIENTIFICILLUSTRATORSEMANTICIDSHEX1" val="5B2273656D616E7469633A3A6C6567656E642E7265776172642D616374696F6E225D"/>
  <p:tag name="AISCIENTIFICILLUSTRATORSEMANTICIDSHEXCOUNT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56E7669726F6E6D656E74"/>
  <p:tag name="AISCIENTIFICILLUSTRATORELEMENTIDHEXCOUNT" val="1"/>
  <p:tag name="AISCIENTIFICILLUSTRATORSEMANTICIDSHEX1" val="5B2273656D616E7469633A3A726567696F6E2E656E7669726F6E6D656E74225D"/>
  <p:tag name="AISCIENTIFICILLUSTRATORSEMANTICIDSHEXCOUNT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A6F696E742D6F7074696D697A6174696F6E"/>
  <p:tag name="AISCIENTIFICILLUSTRATORELEMENTIDHEXCOUNT" val="1"/>
  <p:tag name="AISCIENTIFICILLUSTRATORSEMANTICIDSHEX1" val="5B2273656D616E7469633A3A726567696F6E2E6A6F696E742D6F7074696D697A6174696F6E225D"/>
  <p:tag name="AISCIENTIFICILLUSTRATORSEMANTICIDSHEXCOUNT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656D62656464696E67"/>
  <p:tag name="AISCIENTIFICILLUSTRATORELEMENTIDHEXCOUNT" val="1"/>
  <p:tag name="AISCIENTIFICILLUSTRATORSEMANTICIDSHEX1" val="5B2273656D616E7469633A3A726567696F6E2E7461736B2D656D62656464696E67225D"/>
  <p:tag name="AISCIENTIFICILLUSTRATORSEMANTICIDSHEXCOUNT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656E636F646572"/>
  <p:tag name="AISCIENTIFICILLUSTRATORELEMENTIDHEXCOUNT" val="1"/>
  <p:tag name="AISCIENTIFICILLUSTRATORSEMANTICIDSHEX1" val="5B2273656D616E7469633A3A726567696F6E2E7461736B2D656E636F646572225D"/>
  <p:tag name="AISCIENTIFICILLUSTRATORSEMANTICIDSHEXCOUNT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6D617070696E67"/>
  <p:tag name="AISCIENTIFICILLUSTRATORELEMENTIDHEXCOUNT" val="1"/>
  <p:tag name="AISCIENTIFICILLUSTRATORSEMANTICIDSHEX1" val="5B2273656D616E7469633A3A726567696F6E2E7461736B2D6D617070696E67225D"/>
  <p:tag name="AISCIENTIFICILLUSTRATORSEMANTICIDSHEXCOUNT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70726F6D7074"/>
  <p:tag name="AISCIENTIFICILLUSTRATORELEMENTIDHEXCOUNT" val="1"/>
  <p:tag name="AISCIENTIFICILLUSTRATORSEMANTICIDSHEX1" val="5B2273656D616E7469633A3A726567696F6E2E7461736B2D70726F6D7074225D"/>
  <p:tag name="AISCIENTIFICILLUSTRATORSEMANTICIDSHEXCOUNT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16374696F6E2D69636F6E"/>
  <p:tag name="AISCIENTIFICILLUSTRATORELEMENTIDHEXCOUNT" val="1"/>
  <p:tag name="AISCIENTIFICILLUSTRATORSEMANTICIDSHEX1" val="5B2273656D616E7469633A3A61737365742E616374696F6E2D69636F6E225D"/>
  <p:tag name="AISCIENTIFICILLUSTRATORSEMANTICIDSHEXCOUNT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74726F7068792D626F74746F6D"/>
  <p:tag name="AISCIENTIFICILLUSTRATORELEMENTIDHEXCOUNT" val="1"/>
  <p:tag name="AISCIENTIFICILLUSTRATORSEMANTICIDSHEX1" val="5B2273656D616E7469633A3A61737365742E74726F7068792D626F74746F6D225D"/>
  <p:tag name="AISCIENTIFICILLUSTRATORSEMANTICIDSHEXCOUNT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26F6C6C6F7574"/>
  <p:tag name="AISCIENTIFICILLUSTRATORELEMENTIDHEXCOUNT" val="1"/>
  <p:tag name="AISCIENTIFICILLUSTRATORSEMANTICIDSHEX1" val="5B2273656D616E7469633A3A726567696F6E2E726F6C6C6F7574225D"/>
  <p:tag name="AISCIENTIFICILLUSTRATORSEMANTICIDSHEXCOUNT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696D6167696E6174696F6E"/>
  <p:tag name="AISCIENTIFICILLUSTRATORELEMENTIDHEXCOUNT" val="1"/>
  <p:tag name="AISCIENTIFICILLUSTRATORSEMANTICIDSHEX1" val="5B2273656D616E7469633A3A726567696F6E2E7461736B2D696D6167696E6174696F6E225D"/>
  <p:tag name="AISCIENTIFICILLUSTRATORSEMANTICIDSHEXCOUNT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74726F7068792D746F70"/>
  <p:tag name="AISCIENTIFICILLUSTRATORELEMENTIDHEXCOUNT" val="1"/>
  <p:tag name="AISCIENTIFICILLUSTRATORSEMANTICIDSHEX1" val="5B2273656D616E7469633A3A61737365742E74726F7068792D746F70225D"/>
  <p:tag name="AISCIENTIFICILLUSTRATORSEMANTICIDSHEXCOUNT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56E7669726F6E6D656E742D676C6F6265"/>
  <p:tag name="AISCIENTIFICILLUSTRATORELEMENTIDHEXCOUNT" val="1"/>
  <p:tag name="AISCIENTIFICILLUSTRATORSEMANTICIDSHEX1" val="5B2273656D616E7469633A3A61737365742E656E7669726F6E6D656E742D676C6F6265225D"/>
  <p:tag name="AISCIENTIFICILLUSTRATORSEMANTICIDSHEXCOUNT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D6F64756C61722D667573696F6E"/>
  <p:tag name="AISCIENTIFICILLUSTRATORELEMENTIDHEXCOUNT" val="1"/>
  <p:tag name="AISCIENTIFICILLUSTRATORSEMANTICIDSHEX1" val="5B2273656D616E7469633A3A726567696F6E2E6D6F64756C61722D667573696F6E225D"/>
  <p:tag name="AISCIENTIFICILLUSTRATORSEMANTICIDSHEXCOUNT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D6C6C6D2D656E636F646572"/>
  <p:tag name="AISCIENTIFICILLUSTRATORELEMENTIDHEXCOUNT" val="1"/>
  <p:tag name="AISCIENTIFICILLUSTRATORSEMANTICIDSHEX1" val="5B2273656D616E7469633A3A726567696F6E2E6D6C6C6D2D656E636F646572225D"/>
  <p:tag name="AISCIENTIFICILLUSTRATORSEMANTICIDSHEXCOUNT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76D2D656E636F646572"/>
  <p:tag name="AISCIENTIFICILLUSTRATORELEMENTIDHEXCOUNT" val="1"/>
  <p:tag name="AISCIENTIFICILLUSTRATORSEMANTICIDSHEX1" val="5B2273656D616E7469633A3A726567696F6E2E776D2D656E636F646572225D"/>
  <p:tag name="AISCIENTIFICILLUSTRATORSEMANTICIDSHEXCOUNT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6578706572742D616C6C6F6361746F72"/>
  <p:tag name="AISCIENTIFICILLUSTRATORELEMENTIDHEXCOUNT" val="1"/>
  <p:tag name="AISCIENTIFICILLUSTRATORSEMANTICIDSHEX1" val="5B2273656D616E7469633A3A726567696F6E2E6578706572742D616C6C6F6361746F72225D"/>
  <p:tag name="AISCIENTIFICILLUSTRATORSEMANTICIDSHEXCOUNT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D6C6C6D2D746F6B656E2D737461636B"/>
  <p:tag name="AISCIENTIFICILLUSTRATORELEMENTIDHEXCOUNT" val="1"/>
  <p:tag name="AISCIENTIFICILLUSTRATORSEMANTICIDSHEX1" val="5B2273656D616E7469633A3A61737365742E6D6C6C6D2D746F6B656E2D737461636B225D"/>
  <p:tag name="AISCIENTIFICILLUSTRATORSEMANTICIDSHEXCOUNT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F62736572766174696F6E2D6D6F6E74616765"/>
  <p:tag name="AISCIENTIFICILLUSTRATORELEMENTIDHEXCOUNT" val="1"/>
  <p:tag name="AISCIENTIFICILLUSTRATORSEMANTICIDSHEX1" val="5B2273656D616E7469633A3A61737365742E6F62736572766174696F6E2D6D6F6E74616765225D"/>
  <p:tag name="AISCIENTIFICILLUSTRATORSEMANTICIDSHEXCOUNT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F75747075742D746F6B656E2D6C6F776572"/>
  <p:tag name="AISCIENTIFICILLUSTRATORELEMENTIDHEXCOUNT" val="1"/>
  <p:tag name="AISCIENTIFICILLUSTRATORSEMANTICIDSHEX1" val="5B2273656D616E7469633A3A61737365742E6F75747075742D746F6B656E2D6C6F776572225D"/>
  <p:tag name="AISCIENTIFICILLUSTRATORSEMANTICIDSHEXCOUNT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6F75747075742D746F6B656E2D7570706572"/>
  <p:tag name="AISCIENTIFICILLUSTRATORELEMENTIDHEXCOUNT" val="1"/>
  <p:tag name="AISCIENTIFICILLUSTRATORSEMANTICIDSHEX1" val="5B2273656D616E7469633A3A61737365742E6F75747075742D746F6B656E2D7570706572225D"/>
  <p:tag name="AISCIENTIFICILLUSTRATORSEMANTICIDSHEXCOUNT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737365742E776D2D746F6B656E2D737461636B"/>
  <p:tag name="AISCIENTIFICILLUSTRATORELEMENTIDHEXCOUNT" val="1"/>
  <p:tag name="AISCIENTIFICILLUSTRATORSEMANTICIDSHEX1" val="5B2273656D616E7469633A3A61737365742E776D2D746F6B656E2D737461636B225D"/>
  <p:tag name="AISCIENTIFICILLUSTRATORSEMANTICIDSHEXCOUNT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36F6C756D6E2E31"/>
  <p:tag name="AISCIENTIFICILLUSTRATORELEMENTIDHEXCOUNT" val="1"/>
  <p:tag name="AISCIENTIFICILLUSTRATORSEMANTICIDSHEX1" val="5B2273656D616E7469633A3A6578706572742E636F6C756D6E2E31225D"/>
  <p:tag name="AISCIENTIFICILLUSTRATORSEMANTICIDSHEXCOUNT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36F6C756D6E2E32"/>
  <p:tag name="AISCIENTIFICILLUSTRATORELEMENTIDHEXCOUNT" val="1"/>
  <p:tag name="AISCIENTIFICILLUSTRATORSEMANTICIDSHEX1" val="5B2273656D616E7469633A3A6578706572742E636F6C756D6E2E32225D"/>
  <p:tag name="AISCIENTIFICILLUSTRATORSEMANTICIDSHEXCOUNT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36F6C756D6E2E33"/>
  <p:tag name="AISCIENTIFICILLUSTRATORELEMENTIDHEXCOUNT" val="1"/>
  <p:tag name="AISCIENTIFICILLUSTRATORSEMANTICIDSHEX1" val="5B2273656D616E7469633A3A6578706572742E636F6C756D6E2E33225D"/>
  <p:tag name="AISCIENTIFICILLUSTRATORSEMANTICIDSHEXCOUNT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36F6C756D6E2E6C"/>
  <p:tag name="AISCIENTIFICILLUSTRATORELEMENTIDHEXCOUNT" val="1"/>
  <p:tag name="AISCIENTIFICILLUSTRATORSEMANTICIDSHEX1" val="5B2273656D616E7469633A3A6578706572742E636F6C756D6E2E6C225D"/>
  <p:tag name="AISCIENTIFICILLUSTRATORSEMANTICIDSHEXCOUNT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312D726F757465"/>
  <p:tag name="AISCIENTIFICILLUSTRATORELEMENTIDHEXCOUNT" val="1"/>
  <p:tag name="AISCIENTIFICILLUSTRATORSEMANTICIDSHEX1" val="5B2273656D616E7469633A3A726567696F6E2E7461736B2D312D726F757465225D"/>
  <p:tag name="AISCIENTIFICILLUSTRATORSEMANTICIDSHEXCOUNT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67696F6E2E7461736B2D322D726F757465"/>
  <p:tag name="AISCIENTIFICILLUSTRATORELEMENTIDHEXCOUNT" val="1"/>
  <p:tag name="AISCIENTIFICILLUSTRATORSEMANTICIDSHEX1" val="5B2273656D616E7469633A3A726567696F6E2E7461736B2D322D726F757465225D"/>
  <p:tag name="AISCIENTIFICILLUSTRATORSEMANTICIDSHEXCOUNT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726F6D70742D746F2D7461736B2D656E636F6465722E66696C6C6564"/>
  <p:tag name="AISCIENTIFICILLUSTRATORELEMENTIDHEXCOUNT" val="1"/>
  <p:tag name="AISCIENTIFICILLUSTRATORSEMANTICIDSHEX1" val="5B2273656D616E7469633A3A636172726965722E656467652E70726F6D70742D746F2D7461736B2D656E636F6465722E66696C6C6564225D"/>
  <p:tag name="AISCIENTIFICILLUSTRATORSEMANTICIDSHEXCOUNT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2D656E636F6465722D746F2D656D62656464696E672E66696C6C6564"/>
  <p:tag name="AISCIENTIFICILLUSTRATORELEMENTIDHEXCOUNT" val="1"/>
  <p:tag name="AISCIENTIFICILLUSTRATORSEMANTICIDSHEX1" val="5B2273656D616E7469633A3A636172726965722E656467652E7461736B2D656E636F6465722D746F2D656D62656464696E672E66696C6C6564225D"/>
  <p:tag name="AISCIENTIFICILLUSTRATORSEMANTICIDSHEXCOUNT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56D62656464696E672D746F2D6D617070696E672E66696C6C6564"/>
  <p:tag name="AISCIENTIFICILLUSTRATORELEMENTIDHEXCOUNT" val="1"/>
  <p:tag name="AISCIENTIFICILLUSTRATORSEMANTICIDSHEX1" val="5B2273656D616E7469633A3A636172726965722E656467652E656D62656464696E672D746F2D6D617070696E672E66696C6C6564225D"/>
  <p:tag name="AISCIENTIFICILLUSTRATORSEMANTICIDSHEXCOUNT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D617070696E672D746F2D696D6167696E6174696F6E2E66696C6C6564"/>
  <p:tag name="AISCIENTIFICILLUSTRATORELEMENTIDHEXCOUNT" val="1"/>
  <p:tag name="AISCIENTIFICILLUSTRATORSEMANTICIDSHEX1" val="5B2273656D616E7469633A3A636172726965722E656467652E6D617070696E672D746F2D696D6167696E6174696F6E2E66696C6C6564225D"/>
  <p:tag name="AISCIENTIFICILLUSTRATORSEMANTICIDSHEXCOUNT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56D62656464696E672D746F2D616C6C6F6361746F72"/>
  <p:tag name="AISCIENTIFICILLUSTRATORELEMENTIDHEXCOUNT" val="1"/>
  <p:tag name="AISCIENTIFICILLUSTRATORSEMANTICIDSHEX1" val="5B2272656C6174696F6E3A3A656467652E656D62656464696E672D746F2D616C6C6F6361746F72225D"/>
  <p:tag name="AISCIENTIFICILLUSTRATORSEMANTICIDSHEXCOUNT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F62736572766174696F6E2D746F2D6D6C6C6D2E66696C6C6564"/>
  <p:tag name="AISCIENTIFICILLUSTRATORELEMENTIDHEXCOUNT" val="1"/>
  <p:tag name="AISCIENTIFICILLUSTRATORSEMANTICIDSHEX1" val="5B2273656D616E7469633A3A636172726965722E656467652E6F62736572766174696F6E2D746F2D6D6C6C6D2E66696C6C6564225D"/>
  <p:tag name="AISCIENTIFICILLUSTRATORSEMANTICIDSHEXCOUNT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F62736572766174696F6E2D746F2D776D2E66696C6C6564"/>
  <p:tag name="AISCIENTIFICILLUSTRATORELEMENTIDHEXCOUNT" val="1"/>
  <p:tag name="AISCIENTIFICILLUSTRATORSEMANTICIDSHEX1" val="5B2273656D616E7469633A3A636172726965722E656467652E6F62736572766174696F6E2D746F2D776D2E66696C6C6564225D"/>
  <p:tag name="AISCIENTIFICILLUSTRATORSEMANTICIDSHEXCOUNT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D6C6C6D2D746F2D746F6B656E2E66696C6C6564"/>
  <p:tag name="AISCIENTIFICILLUSTRATORELEMENTIDHEXCOUNT" val="1"/>
  <p:tag name="AISCIENTIFICILLUSTRATORSEMANTICIDSHEX1" val="5B2273656D616E7469633A3A636172726965722E656467652E6D6C6C6D2D746F2D746F6B656E2E66696C6C6564225D"/>
  <p:tag name="AISCIENTIFICILLUSTRATORSEMANTICIDSHEXCOUNT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F6B656E2D746F2D7461736B312E66696C6C6564"/>
  <p:tag name="AISCIENTIFICILLUSTRATORELEMENTIDHEXCOUNT" val="1"/>
  <p:tag name="AISCIENTIFICILLUSTRATORSEMANTICIDSHEX1" val="5B2273656D616E7469633A3A636172726965722E656467652E746F6B656E2D746F2D7461736B312E66696C6C6564225D"/>
  <p:tag name="AISCIENTIFICILLUSTRATORSEMANTICIDSHEXCOUNT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76D2D746F2D746F6B656E2E66696C6C6564"/>
  <p:tag name="AISCIENTIFICILLUSTRATORELEMENTIDHEXCOUNT" val="1"/>
  <p:tag name="AISCIENTIFICILLUSTRATORSEMANTICIDSHEX1" val="5B2273656D616E7469633A3A636172726965722E656467652E776D2D746F2D746F6B656E2E66696C6C6564225D"/>
  <p:tag name="AISCIENTIFICILLUSTRATORSEMANTICIDSHEXCOUNT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F6B656E2D746F2D7461736B322E66696C6C6564"/>
  <p:tag name="AISCIENTIFICILLUSTRATORELEMENTIDHEXCOUNT" val="1"/>
  <p:tag name="AISCIENTIFICILLUSTRATORSEMANTICIDSHEX1" val="5B2273656D616E7469633A3A636172726965722E656467652E746F6B656E2D746F2D7461736B322E66696C6C6564225D"/>
  <p:tag name="AISCIENTIFICILLUSTRATORSEMANTICIDSHEXCOUNT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16C6C6F6361746F722D746F2D667573696F6E"/>
  <p:tag name="AISCIENTIFICILLUSTRATORELEMENTIDHEXCOUNT" val="1"/>
  <p:tag name="AISCIENTIFICILLUSTRATORSEMANTICIDSHEX1" val="5B2272656C6174696F6E3A3A656467652E616C6C6F6361746F722D746F2D667573696F6E225D"/>
  <p:tag name="AISCIENTIFICILLUSTRATORSEMANTICIDSHEXCOUNT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1"/>
  <p:tag name="AISCIENTIFICILLUSTRATORELEMENTIDHEXCOUNT" val="1"/>
  <p:tag name="AISCIENTIFICILLUSTRATORSEMANTICIDSHEX1" val="5B2273656D616E7469633A3A636172726965722E656467652E7461736B312D726F7574696E672E7365676D656E742E31225D"/>
  <p:tag name="AISCIENTIFICILLUSTRATORSEMANTICIDSHEXCOUNT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2"/>
  <p:tag name="AISCIENTIFICILLUSTRATORELEMENTIDHEXCOUNT" val="1"/>
  <p:tag name="AISCIENTIFICILLUSTRATORSEMANTICIDSHEX1" val="5B2273656D616E7469633A3A636172726965722E656467652E7461736B312D726F7574696E672E7365676D656E742E32225D"/>
  <p:tag name="AISCIENTIFICILLUSTRATORSEMANTICIDSHEXCOUNT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3"/>
  <p:tag name="AISCIENTIFICILLUSTRATORELEMENTIDHEXCOUNT" val="1"/>
  <p:tag name="AISCIENTIFICILLUSTRATORSEMANTICIDSHEX1" val="5B2273656D616E7469633A3A636172726965722E656467652E7461736B312D726F7574696E672E7365676D656E742E33225D"/>
  <p:tag name="AISCIENTIFICILLUSTRATORSEMANTICIDSHEXCOUNT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4"/>
  <p:tag name="AISCIENTIFICILLUSTRATORELEMENTIDHEXCOUNT" val="1"/>
  <p:tag name="AISCIENTIFICILLUSTRATORSEMANTICIDSHEX1" val="5B2273656D616E7469633A3A636172726965722E656467652E7461736B312D726F7574696E672E7365676D656E742E34225D"/>
  <p:tag name="AISCIENTIFICILLUSTRATORSEMANTICIDSHEXCOUNT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5"/>
  <p:tag name="AISCIENTIFICILLUSTRATORELEMENTIDHEXCOUNT" val="1"/>
  <p:tag name="AISCIENTIFICILLUSTRATORSEMANTICIDSHEX1" val="5B2273656D616E7469633A3A636172726965722E656467652E7461736B312D726F7574696E672E7365676D656E742E35225D"/>
  <p:tag name="AISCIENTIFICILLUSTRATORSEMANTICIDSHEXCOUNT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6"/>
  <p:tag name="AISCIENTIFICILLUSTRATORELEMENTIDHEXCOUNT" val="1"/>
  <p:tag name="AISCIENTIFICILLUSTRATORSEMANTICIDSHEX1" val="5B2273656D616E7469633A3A636172726965722E656467652E7461736B312D726F7574696E672E7365676D656E742E36225D"/>
  <p:tag name="AISCIENTIFICILLUSTRATORSEMANTICIDSHEXCOUNT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7"/>
  <p:tag name="AISCIENTIFICILLUSTRATORELEMENTIDHEXCOUNT" val="1"/>
  <p:tag name="AISCIENTIFICILLUSTRATORSEMANTICIDSHEX1" val="5B2273656D616E7469633A3A636172726965722E656467652E7461736B312D726F7574696E672E7365676D656E742E37225D"/>
  <p:tag name="AISCIENTIFICILLUSTRATORSEMANTICIDSHEXCOUNT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8"/>
  <p:tag name="AISCIENTIFICILLUSTRATORELEMENTIDHEXCOUNT" val="1"/>
  <p:tag name="AISCIENTIFICILLUSTRATORSEMANTICIDSHEX1" val="5B2273656D616E7469633A3A636172726965722E656467652E7461736B312D726F7574696E672E7365676D656E742E38225D"/>
  <p:tag name="AISCIENTIFICILLUSTRATORSEMANTICIDSHEXCOUNT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9"/>
  <p:tag name="AISCIENTIFICILLUSTRATORELEMENTIDHEXCOUNT" val="1"/>
  <p:tag name="AISCIENTIFICILLUSTRATORSEMANTICIDSHEX1" val="5B2273656D616E7469633A3A636172726965722E656467652E7461736B312D726F7574696E672E7365676D656E742E39225D"/>
  <p:tag name="AISCIENTIFICILLUSTRATORSEMANTICIDSHEXCOUNT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130"/>
  <p:tag name="AISCIENTIFICILLUSTRATORELEMENTIDHEXCOUNT" val="1"/>
  <p:tag name="AISCIENTIFICILLUSTRATORSEMANTICIDSHEX1" val="5B2273656D616E7469633A3A636172726965722E656467652E7461736B312D726F7574696E672E7365676D656E742E3130225D"/>
  <p:tag name="AISCIENTIFICILLUSTRATORSEMANTICIDSHEXCOUNT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12D726F7574696E672E7365676D656E742E3131"/>
  <p:tag name="AISCIENTIFICILLUSTRATORELEMENTIDHEXCOUNT" val="1"/>
  <p:tag name="AISCIENTIFICILLUSTRATORSEMANTICIDSHEX1" val="5B2273656D616E7469633A3A636172726965722E656467652E7461736B312D726F7574696E672E7365676D656E742E3131225D"/>
  <p:tag name="AISCIENTIFICILLUSTRATORSEMANTICIDSHEXCOUNT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1"/>
  <p:tag name="AISCIENTIFICILLUSTRATORELEMENTIDHEXCOUNT" val="1"/>
  <p:tag name="AISCIENTIFICILLUSTRATORSEMANTICIDSHEX1" val="5B2273656D616E7469633A3A636172726965722E656467652E7461736B322D726F7574696E672E7365676D656E742E31225D"/>
  <p:tag name="AISCIENTIFICILLUSTRATORSEMANTICIDSHEXCOUNT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2"/>
  <p:tag name="AISCIENTIFICILLUSTRATORELEMENTIDHEXCOUNT" val="1"/>
  <p:tag name="AISCIENTIFICILLUSTRATORSEMANTICIDSHEX1" val="5B2273656D616E7469633A3A636172726965722E656467652E7461736B322D726F7574696E672E7365676D656E742E32225D"/>
  <p:tag name="AISCIENTIFICILLUSTRATORSEMANTICIDSHEXCOUNT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3"/>
  <p:tag name="AISCIENTIFICILLUSTRATORELEMENTIDHEXCOUNT" val="1"/>
  <p:tag name="AISCIENTIFICILLUSTRATORSEMANTICIDSHEX1" val="5B2273656D616E7469633A3A636172726965722E656467652E7461736B322D726F7574696E672E7365676D656E742E33225D"/>
  <p:tag name="AISCIENTIFICILLUSTRATORSEMANTICIDSHEXCOUNT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4"/>
  <p:tag name="AISCIENTIFICILLUSTRATORELEMENTIDHEXCOUNT" val="1"/>
  <p:tag name="AISCIENTIFICILLUSTRATORSEMANTICIDSHEX1" val="5B2273656D616E7469633A3A636172726965722E656467652E7461736B322D726F7574696E672E7365676D656E742E34225D"/>
  <p:tag name="AISCIENTIFICILLUSTRATORSEMANTICIDSHEXCOUNT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5"/>
  <p:tag name="AISCIENTIFICILLUSTRATORELEMENTIDHEXCOUNT" val="1"/>
  <p:tag name="AISCIENTIFICILLUSTRATORSEMANTICIDSHEX1" val="5B2273656D616E7469633A3A636172726965722E656467652E7461736B322D726F7574696E672E7365676D656E742E35225D"/>
  <p:tag name="AISCIENTIFICILLUSTRATORSEMANTICIDSHEXCOUNT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6"/>
  <p:tag name="AISCIENTIFICILLUSTRATORELEMENTIDHEXCOUNT" val="1"/>
  <p:tag name="AISCIENTIFICILLUSTRATORSEMANTICIDSHEX1" val="5B2273656D616E7469633A3A636172726965722E656467652E7461736B322D726F7574696E672E7365676D656E742E36225D"/>
  <p:tag name="AISCIENTIFICILLUSTRATORSEMANTICIDSHEXCOUNT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7"/>
  <p:tag name="AISCIENTIFICILLUSTRATORELEMENTIDHEXCOUNT" val="1"/>
  <p:tag name="AISCIENTIFICILLUSTRATORSEMANTICIDSHEX1" val="5B2273656D616E7469633A3A636172726965722E656467652E7461736B322D726F7574696E672E7365676D656E742E37225D"/>
  <p:tag name="AISCIENTIFICILLUSTRATORSEMANTICIDSHEXCOUNT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8"/>
  <p:tag name="AISCIENTIFICILLUSTRATORELEMENTIDHEXCOUNT" val="1"/>
  <p:tag name="AISCIENTIFICILLUSTRATORSEMANTICIDSHEX1" val="5B2273656D616E7469633A3A636172726965722E656467652E7461736B322D726F7574696E672E7365676D656E742E38225D"/>
  <p:tag name="AISCIENTIFICILLUSTRATORSEMANTICIDSHEXCOUNT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9"/>
  <p:tag name="AISCIENTIFICILLUSTRATORELEMENTIDHEXCOUNT" val="1"/>
  <p:tag name="AISCIENTIFICILLUSTRATORSEMANTICIDSHEX1" val="5B2273656D616E7469633A3A636172726965722E656467652E7461736B322D726F7574696E672E7365676D656E742E39225D"/>
  <p:tag name="AISCIENTIFICILLUSTRATORSEMANTICIDSHEXCOUNT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130"/>
  <p:tag name="AISCIENTIFICILLUSTRATORELEMENTIDHEXCOUNT" val="1"/>
  <p:tag name="AISCIENTIFICILLUSTRATORSEMANTICIDSHEX1" val="5B2273656D616E7469633A3A636172726965722E656467652E7461736B322D726F7574696E672E7365676D656E742E3130225D"/>
  <p:tag name="AISCIENTIFICILLUSTRATORSEMANTICIDSHEXCOUNT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461736B322D726F7574696E672E7365676D656E742E3131"/>
  <p:tag name="AISCIENTIFICILLUSTRATORELEMENTIDHEXCOUNT" val="1"/>
  <p:tag name="AISCIENTIFICILLUSTRATORSEMANTICIDSHEX1" val="5B2273656D616E7469633A3A636172726965722E656467652E7461736B322D726F7574696E672E7365676D656E742E3131225D"/>
  <p:tag name="AISCIENTIFICILLUSTRATORSEMANTICIDSHEXCOUNT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5707065722D746F6B656E2D746F2D696D6167696E6174696F6E"/>
  <p:tag name="AISCIENTIFICILLUSTRATORELEMENTIDHEXCOUNT" val="1"/>
  <p:tag name="AISCIENTIFICILLUSTRATORSEMANTICIDSHEX1" val="5B2272656C6174696F6E3A3A656467652E75707065722D746F6B656E2D746F2D696D6167696E6174696F6E225D"/>
  <p:tag name="AISCIENTIFICILLUSTRATORSEMANTICIDSHEXCOUNT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C6F7765722D746F6B656E2D746F2D726F6C6C6F7574"/>
  <p:tag name="AISCIENTIFICILLUSTRATORELEMENTIDHEXCOUNT" val="1"/>
  <p:tag name="AISCIENTIFICILLUSTRATORSEMANTICIDSHEX1" val="5B2272656C6174696F6E3A3A656467652E6C6F7765722D746F6B656E2D746F2D726F6C6C6F7574225D"/>
  <p:tag name="AISCIENTIFICILLUSTRATORSEMANTICIDSHEXCOUNT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3746174652E31"/>
  <p:tag name="AISCIENTIFICILLUSTRATORELEMENTIDHEXCOUNT" val="1"/>
  <p:tag name="AISCIENTIFICILLUSTRATORSEMANTICIDSHEX1" val="5B2272656C6174696F6E3A3A656467652E696D6167696E6174696F6E2E73746174652E31225D"/>
  <p:tag name="AISCIENTIFICILLUSTRATORSEMANTICIDSHEXCOUNT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3746174652E32"/>
  <p:tag name="AISCIENTIFICILLUSTRATORELEMENTIDHEXCOUNT" val="1"/>
  <p:tag name="AISCIENTIFICILLUSTRATORSEMANTICIDSHEX1" val="5B2272656C6174696F6E3A3A656467652E696D6167696E6174696F6E2E73746174652E32225D"/>
  <p:tag name="AISCIENTIFICILLUSTRATORSEMANTICIDSHEXCOUNT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3746174652E33"/>
  <p:tag name="AISCIENTIFICILLUSTRATORELEMENTIDHEXCOUNT" val="1"/>
  <p:tag name="AISCIENTIFICILLUSTRATORSEMANTICIDSHEX1" val="5B2272656C6174696F6E3A3A656467652E696D6167696E6174696F6E2E73746174652E33225D"/>
  <p:tag name="AISCIENTIFICILLUSTRATORSEMANTICIDSHEXCOUNT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3746174652E31"/>
  <p:tag name="AISCIENTIFICILLUSTRATORELEMENTIDHEXCOUNT" val="1"/>
  <p:tag name="AISCIENTIFICILLUSTRATORSEMANTICIDSHEX1" val="5B2272656C6174696F6E3A3A656467652E726F6C6C6F75742E73746174652E31225D"/>
  <p:tag name="AISCIENTIFICILLUSTRATORSEMANTICIDSHEXCOUNT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3746174652E32"/>
  <p:tag name="AISCIENTIFICILLUSTRATORELEMENTIDHEXCOUNT" val="1"/>
  <p:tag name="AISCIENTIFICILLUSTRATORSEMANTICIDSHEX1" val="5B2272656C6174696F6E3A3A656467652E726F6C6C6F75742E73746174652E32225D"/>
  <p:tag name="AISCIENTIFICILLUSTRATORSEMANTICIDSHEXCOUNT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3746174652E33"/>
  <p:tag name="AISCIENTIFICILLUSTRATORELEMENTIDHEXCOUNT" val="1"/>
  <p:tag name="AISCIENTIFICILLUSTRATORSEMANTICIDSHEX1" val="5B2272656C6174696F6E3A3A656467652E726F6C6C6F75742E73746174652E33225D"/>
  <p:tag name="AISCIENTIFICILLUSTRATORSEMANTICIDSHEXCOUNT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265776172642E31"/>
  <p:tag name="AISCIENTIFICILLUSTRATORELEMENTIDHEXCOUNT" val="1"/>
  <p:tag name="AISCIENTIFICILLUSTRATORSEMANTICIDSHEX1" val="5B2272656C6174696F6E3A3A656467652E696D6167696E6174696F6E2E7265776172642E31225D"/>
  <p:tag name="AISCIENTIFICILLUSTRATORSEMANTICIDSHEXCOUNT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06F6C6963792E31"/>
  <p:tag name="AISCIENTIFICILLUSTRATORELEMENTIDHEXCOUNT" val="1"/>
  <p:tag name="AISCIENTIFICILLUSTRATORSEMANTICIDSHEX1" val="5B2272656C6174696F6E3A3A656467652E726F6C6C6F75742E706F6C6963792E31225D"/>
  <p:tag name="AISCIENTIFICILLUSTRATORSEMANTICIDSHEXCOUNT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12E7365676D656E742E31"/>
  <p:tag name="AISCIENTIFICILLUSTRATORELEMENTIDHEXCOUNT" val="1"/>
  <p:tag name="AISCIENTIFICILLUSTRATORSEMANTICIDSHEX1" val="5B2273656D616E7469633A3A636172726965722E656467652E706F6C6963792D616374696F6E2E312E7365676D656E742E31225D"/>
  <p:tag name="AISCIENTIFICILLUSTRATORSEMANTICIDSHEXCOUNT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12E7365676D656E742E32"/>
  <p:tag name="AISCIENTIFICILLUSTRATORELEMENTIDHEXCOUNT" val="1"/>
  <p:tag name="AISCIENTIFICILLUSTRATORSEMANTICIDSHEX1" val="5B2273656D616E7469633A3A636172726965722E656467652E706F6C6963792D616374696F6E2E312E7365676D656E742E32225D"/>
  <p:tag name="AISCIENTIFICILLUSTRATORSEMANTICIDSHEXCOUNT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12E7365676D656E742E33"/>
  <p:tag name="AISCIENTIFICILLUSTRATORELEMENTIDHEXCOUNT" val="1"/>
  <p:tag name="AISCIENTIFICILLUSTRATORSEMANTICIDSHEX1" val="5B2273656D616E7469633A3A636172726965722E656467652E706F6C6963792D616374696F6E2E312E7365676D656E742E33225D"/>
  <p:tag name="AISCIENTIFICILLUSTRATORSEMANTICIDSHEXCOUNT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12E7365676D656E742E34"/>
  <p:tag name="AISCIENTIFICILLUSTRATORELEMENTIDHEXCOUNT" val="1"/>
  <p:tag name="AISCIENTIFICILLUSTRATORSEMANTICIDSHEX1" val="5B2273656D616E7469633A3A636172726965722E656467652E706F6C6963792D616374696F6E2E312E7365676D656E742E34225D"/>
  <p:tag name="AISCIENTIFICILLUSTRATORSEMANTICIDSHEXCOUNT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12E7365676D656E742E31"/>
  <p:tag name="AISCIENTIFICILLUSTRATORELEMENTIDHEXCOUNT" val="1"/>
  <p:tag name="AISCIENTIFICILLUSTRATORSEMANTICIDSHEX1" val="5B2273656D616E7469633A3A636172726965722E656467652E616374696F6E2D6E6578742D73746174652E312E7365676D656E742E31225D"/>
  <p:tag name="AISCIENTIFICILLUSTRATORSEMANTICIDSHEXCOUNT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12E7365676D656E742E32"/>
  <p:tag name="AISCIENTIFICILLUSTRATORELEMENTIDHEXCOUNT" val="1"/>
  <p:tag name="AISCIENTIFICILLUSTRATORSEMANTICIDSHEX1" val="5B2273656D616E7469633A3A636172726965722E656467652E616374696F6E2D6E6578742D73746174652E312E7365676D656E742E32225D"/>
  <p:tag name="AISCIENTIFICILLUSTRATORSEMANTICIDSHEXCOUNT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12E7365676D656E742E33"/>
  <p:tag name="AISCIENTIFICILLUSTRATORELEMENTIDHEXCOUNT" val="1"/>
  <p:tag name="AISCIENTIFICILLUSTRATORSEMANTICIDSHEX1" val="5B2273656D616E7469633A3A636172726965722E656467652E616374696F6E2D6E6578742D73746174652E312E7365676D656E742E33225D"/>
  <p:tag name="AISCIENTIFICILLUSTRATORSEMANTICIDSHEXCOUNT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12E7365676D656E742E34"/>
  <p:tag name="AISCIENTIFICILLUSTRATORELEMENTIDHEXCOUNT" val="1"/>
  <p:tag name="AISCIENTIFICILLUSTRATORSEMANTICIDSHEX1" val="5B2273656D616E7469633A3A636172726965722E656467652E616374696F6E2D6E6578742D73746174652E312E7365676D656E742E34225D"/>
  <p:tag name="AISCIENTIFICILLUSTRATORSEMANTICIDSHEXCOUNT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265776172642E32"/>
  <p:tag name="AISCIENTIFICILLUSTRATORELEMENTIDHEXCOUNT" val="1"/>
  <p:tag name="AISCIENTIFICILLUSTRATORSEMANTICIDSHEX1" val="5B2272656C6174696F6E3A3A656467652E696D6167696E6174696F6E2E7265776172642E32225D"/>
  <p:tag name="AISCIENTIFICILLUSTRATORSEMANTICIDSHEXCOUNT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06F6C6963792E32"/>
  <p:tag name="AISCIENTIFICILLUSTRATORELEMENTIDHEXCOUNT" val="1"/>
  <p:tag name="AISCIENTIFICILLUSTRATORSEMANTICIDSHEX1" val="5B2272656C6174696F6E3A3A656467652E726F6C6C6F75742E706F6C6963792E32225D"/>
  <p:tag name="AISCIENTIFICILLUSTRATORSEMANTICIDSHEXCOUNT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22E7365676D656E742E31"/>
  <p:tag name="AISCIENTIFICILLUSTRATORELEMENTIDHEXCOUNT" val="1"/>
  <p:tag name="AISCIENTIFICILLUSTRATORSEMANTICIDSHEX1" val="5B2273656D616E7469633A3A636172726965722E656467652E706F6C6963792D616374696F6E2E322E7365676D656E742E31225D"/>
  <p:tag name="AISCIENTIFICILLUSTRATORSEMANTICIDSHEXCOUNT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22E7365676D656E742E32"/>
  <p:tag name="AISCIENTIFICILLUSTRATORELEMENTIDHEXCOUNT" val="1"/>
  <p:tag name="AISCIENTIFICILLUSTRATORSEMANTICIDSHEX1" val="5B2273656D616E7469633A3A636172726965722E656467652E706F6C6963792D616374696F6E2E322E7365676D656E742E32225D"/>
  <p:tag name="AISCIENTIFICILLUSTRATORSEMANTICIDSHEXCOUNT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22E7365676D656E742E33"/>
  <p:tag name="AISCIENTIFICILLUSTRATORELEMENTIDHEXCOUNT" val="1"/>
  <p:tag name="AISCIENTIFICILLUSTRATORSEMANTICIDSHEX1" val="5B2273656D616E7469633A3A636172726965722E656467652E706F6C6963792D616374696F6E2E322E7365676D656E742E33225D"/>
  <p:tag name="AISCIENTIFICILLUSTRATORSEMANTICIDSHEXCOUNT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22E7365676D656E742E34"/>
  <p:tag name="AISCIENTIFICILLUSTRATORELEMENTIDHEXCOUNT" val="1"/>
  <p:tag name="AISCIENTIFICILLUSTRATORSEMANTICIDSHEX1" val="5B2273656D616E7469633A3A636172726965722E656467652E706F6C6963792D616374696F6E2E322E7365676D656E742E34225D"/>
  <p:tag name="AISCIENTIFICILLUSTRATORSEMANTICIDSHEXCOUNT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22E7365676D656E742E31"/>
  <p:tag name="AISCIENTIFICILLUSTRATORELEMENTIDHEXCOUNT" val="1"/>
  <p:tag name="AISCIENTIFICILLUSTRATORSEMANTICIDSHEX1" val="5B2273656D616E7469633A3A636172726965722E656467652E616374696F6E2D6E6578742D73746174652E322E7365676D656E742E31225D"/>
  <p:tag name="AISCIENTIFICILLUSTRATORSEMANTICIDSHEXCOUNT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22E7365676D656E742E32"/>
  <p:tag name="AISCIENTIFICILLUSTRATORELEMENTIDHEXCOUNT" val="1"/>
  <p:tag name="AISCIENTIFICILLUSTRATORSEMANTICIDSHEX1" val="5B2273656D616E7469633A3A636172726965722E656467652E616374696F6E2D6E6578742D73746174652E322E7365676D656E742E32225D"/>
  <p:tag name="AISCIENTIFICILLUSTRATORSEMANTICIDSHEXCOUNT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22E7365676D656E742E33"/>
  <p:tag name="AISCIENTIFICILLUSTRATORELEMENTIDHEXCOUNT" val="1"/>
  <p:tag name="AISCIENTIFICILLUSTRATORSEMANTICIDSHEX1" val="5B2273656D616E7469633A3A636172726965722E656467652E616374696F6E2D6E6578742D73746174652E322E7365676D656E742E33225D"/>
  <p:tag name="AISCIENTIFICILLUSTRATORSEMANTICIDSHEXCOUNT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22E7365676D656E742E34"/>
  <p:tag name="AISCIENTIFICILLUSTRATORELEMENTIDHEXCOUNT" val="1"/>
  <p:tag name="AISCIENTIFICILLUSTRATORSEMANTICIDSHEX1" val="5B2273656D616E7469633A3A636172726965722E656467652E616374696F6E2D6E6578742D73746174652E322E7365676D656E742E34225D"/>
  <p:tag name="AISCIENTIFICILLUSTRATORSEMANTICIDSHEXCOUNT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96D6167696E6174696F6E2E7265776172642E33"/>
  <p:tag name="AISCIENTIFICILLUSTRATORELEMENTIDHEXCOUNT" val="1"/>
  <p:tag name="AISCIENTIFICILLUSTRATORSEMANTICIDSHEX1" val="5B2272656C6174696F6E3A3A656467652E696D6167696E6174696F6E2E7265776172642E33225D"/>
  <p:tag name="AISCIENTIFICILLUSTRATORSEMANTICIDSHEXCOUNT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726F6C6C6F75742E706F6C6963792E33"/>
  <p:tag name="AISCIENTIFICILLUSTRATORELEMENTIDHEXCOUNT" val="1"/>
  <p:tag name="AISCIENTIFICILLUSTRATORSEMANTICIDSHEX1" val="5B2272656C6174696F6E3A3A656467652E726F6C6C6F75742E706F6C6963792E33225D"/>
  <p:tag name="AISCIENTIFICILLUSTRATORSEMANTICIDSHEXCOUNT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32E7365676D656E742E31"/>
  <p:tag name="AISCIENTIFICILLUSTRATORELEMENTIDHEXCOUNT" val="1"/>
  <p:tag name="AISCIENTIFICILLUSTRATORSEMANTICIDSHEX1" val="5B2273656D616E7469633A3A636172726965722E656467652E706F6C6963792D616374696F6E2E332E7365676D656E742E31225D"/>
  <p:tag name="AISCIENTIFICILLUSTRATORSEMANTICIDSHEXCOUNT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32E7365676D656E742E32"/>
  <p:tag name="AISCIENTIFICILLUSTRATORELEMENTIDHEXCOUNT" val="1"/>
  <p:tag name="AISCIENTIFICILLUSTRATORSEMANTICIDSHEX1" val="5B2273656D616E7469633A3A636172726965722E656467652E706F6C6963792D616374696F6E2E332E7365676D656E742E32225D"/>
  <p:tag name="AISCIENTIFICILLUSTRATORSEMANTICIDSHEXCOUNT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32E7365676D656E742E33"/>
  <p:tag name="AISCIENTIFICILLUSTRATORELEMENTIDHEXCOUNT" val="1"/>
  <p:tag name="AISCIENTIFICILLUSTRATORSEMANTICIDSHEX1" val="5B2273656D616E7469633A3A636172726965722E656467652E706F6C6963792D616374696F6E2E332E7365676D656E742E33225D"/>
  <p:tag name="AISCIENTIFICILLUSTRATORSEMANTICIDSHEXCOUNT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06F6C6963792D616374696F6E2E332E7365676D656E742E34"/>
  <p:tag name="AISCIENTIFICILLUSTRATORELEMENTIDHEXCOUNT" val="1"/>
  <p:tag name="AISCIENTIFICILLUSTRATORSEMANTICIDSHEX1" val="5B2273656D616E7469633A3A636172726965722E656467652E706F6C6963792D616374696F6E2E332E7365676D656E742E34225D"/>
  <p:tag name="AISCIENTIFICILLUSTRATORSEMANTICIDSHEXCOUNT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32E7365676D656E742E31"/>
  <p:tag name="AISCIENTIFICILLUSTRATORELEMENTIDHEXCOUNT" val="1"/>
  <p:tag name="AISCIENTIFICILLUSTRATORSEMANTICIDSHEX1" val="5B2273656D616E7469633A3A636172726965722E656467652E616374696F6E2D6E6578742D73746174652E332E7365676D656E742E31225D"/>
  <p:tag name="AISCIENTIFICILLUSTRATORSEMANTICIDSHEXCOUNT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32E7365676D656E742E32"/>
  <p:tag name="AISCIENTIFICILLUSTRATORELEMENTIDHEXCOUNT" val="1"/>
  <p:tag name="AISCIENTIFICILLUSTRATORSEMANTICIDSHEX1" val="5B2273656D616E7469633A3A636172726965722E656467652E616374696F6E2D6E6578742D73746174652E332E7365676D656E742E32225D"/>
  <p:tag name="AISCIENTIFICILLUSTRATORSEMANTICIDSHEXCOUNT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32E7365676D656E742E33"/>
  <p:tag name="AISCIENTIFICILLUSTRATORELEMENTIDHEXCOUNT" val="1"/>
  <p:tag name="AISCIENTIFICILLUSTRATORSEMANTICIDSHEX1" val="5B2273656D616E7469633A3A636172726965722E656467652E616374696F6E2D6E6578742D73746174652E332E7365676D656E742E33225D"/>
  <p:tag name="AISCIENTIFICILLUSTRATORSEMANTICIDSHEXCOUNT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16374696F6E2D6E6578742D73746174652E332E7365676D656E742E34"/>
  <p:tag name="AISCIENTIFICILLUSTRATORELEMENTIDHEXCOUNT" val="1"/>
  <p:tag name="AISCIENTIFICILLUSTRATORSEMANTICIDSHEX1" val="5B2273656D616E7469633A3A636172726965722E656467652E616374696F6E2D6E6578742D73746174652E332E7365676D656E742E34225D"/>
  <p:tag name="AISCIENTIFICILLUSTRATORSEMANTICIDSHEXCOUNT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7265776172642D746F2D6265686176696F722E66696C6C6564"/>
  <p:tag name="AISCIENTIFICILLUSTRATORELEMENTIDHEXCOUNT" val="1"/>
  <p:tag name="AISCIENTIFICILLUSTRATORSEMANTICIDSHEX1" val="5B2273656D616E7469633A3A636172726965722E656467652E7265776172642D746F2D6265686176696F722E66696C6C6564225D"/>
  <p:tag name="AISCIENTIFICILLUSTRATORSEMANTICIDSHEXCOUNT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C6567656E642D746F2D6A6F696E742E66696C6C6564"/>
  <p:tag name="AISCIENTIFICILLUSTRATORELEMENTIDHEXCOUNT" val="1"/>
  <p:tag name="AISCIENTIFICILLUSTRATORSEMANTICIDSHEX1" val="5B2273656D616E7469633A3A636172726965722E656467652E6C6567656E642D746F2D6A6F696E742E66696C6C6564225D"/>
  <p:tag name="AISCIENTIFICILLUSTRATORSEMANTICIDSHEXCOUNT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A6F696E742D746F2D6D6F64756C61722E7365676D656E742E31"/>
  <p:tag name="AISCIENTIFICILLUSTRATORELEMENTIDHEXCOUNT" val="1"/>
  <p:tag name="AISCIENTIFICILLUSTRATORSEMANTICIDSHEX1" val="5B2273656D616E7469633A3A636172726965722E656467652E6A6F696E742D746F2D6D6F64756C61722E7365676D656E742E31225D"/>
  <p:tag name="AISCIENTIFICILLUSTRATORSEMANTICIDSHEXCOUNT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36172726965722E656467652E6A6F696E742D746F2D6D6F64756C61722E7365676D656E742E32"/>
  <p:tag name="AISCIENTIFICILLUSTRATORELEMENTIDHEXCOUNT" val="1"/>
  <p:tag name="AISCIENTIFICILLUSTRATORSEMANTICIDSHEX1" val="5B2273656D616E7469633A3A636172726965722E656467652E6A6F696E742D746F2D6D6F64756C61722E7365676D656E742E32225D"/>
  <p:tag name="AISCIENTIFICILLUSTRATORSEMANTICIDSHEXCOUNT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6467652E656E7669726F6E6D656E742D696E746572616374696F6E"/>
  <p:tag name="AISCIENTIFICILLUSTRATORELEMENTIDHEXCOUNT" val="1"/>
  <p:tag name="AISCIENTIFICILLUSTRATORSEMANTICIDSHEX1" val="5B2272656C6174696F6E3A3A656467652E656E7669726F6E6D656E742D696E746572616374696F6E225D"/>
  <p:tag name="AISCIENTIFICILLUSTRATORSEMANTICIDSHEXCOUNT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E617469766567726F75702E6C6567656E642E65787065727473"/>
  <p:tag name="AISCIENTIFICILLUSTRATORELEMENTIDHEXCOUNT" val="1"/>
  <p:tag name="AISCIENTIFICILLUSTRATORSEMANTICIDSHEX1" val="5B2273656D616E7469633A3A6E617469766567726F75702E6C6567656E642E65787065727473225D"/>
  <p:tag name="AISCIENTIFICILLUSTRATORSEMANTICIDSHEXCOUNT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E617469766567726F75702E6578706572742E636F6C756D6E2E31"/>
  <p:tag name="AISCIENTIFICILLUSTRATORELEMENTIDHEXCOUNT" val="1"/>
  <p:tag name="AISCIENTIFICILLUSTRATORSEMANTICIDSHEX1" val="5B2273656D616E7469633A3A6E617469766567726F75702E6578706572742E636F6C756D6E2E31225D"/>
  <p:tag name="AISCIENTIFICILLUSTRATORSEMANTICIDSHEXCOUNT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E617469766567726F75702E6578706572742E636F6C756D6E2E32"/>
  <p:tag name="AISCIENTIFICILLUSTRATORELEMENTIDHEXCOUNT" val="1"/>
  <p:tag name="AISCIENTIFICILLUSTRATORSEMANTICIDSHEX1" val="5B2273656D616E7469633A3A6E617469766567726F75702E6578706572742E636F6C756D6E2E32225D"/>
  <p:tag name="AISCIENTIFICILLUSTRATORSEMANTICIDSHEXCOUNT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E617469766567726F75702E6578706572742E636F6C756D6E2E33"/>
  <p:tag name="AISCIENTIFICILLUSTRATORELEMENTIDHEXCOUNT" val="1"/>
  <p:tag name="AISCIENTIFICILLUSTRATORSEMANTICIDSHEX1" val="5B2273656D616E7469633A3A6E617469766567726F75702E6578706572742E636F6C756D6E2E33225D"/>
  <p:tag name="AISCIENTIFICILLUSTRATORSEMANTICIDSHEXCOUNT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E617469766567726F75702E6578706572742E636F6C756D6E2E6C"/>
  <p:tag name="AISCIENTIFICILLUSTRATORELEMENTIDHEXCOUNT" val="1"/>
  <p:tag name="AISCIENTIFICILLUSTRATORSEMANTICIDSHEX1" val="5B2273656D616E7469633A3A6E617469766567726F75702E6578706572742E636F6C756D6E2E6C225D"/>
  <p:tag name="AISCIENTIFICILLUSTRATORSEMANTICIDSHEXCOUNT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96E746572616374696F6E"/>
  <p:tag name="AISCIENTIFICILLUSTRATORELEMENTIDHEXCOUNT" val="1"/>
  <p:tag name="AISCIENTIFICILLUSTRATORSEMANTICIDSHEX1" val="5B2273656D616E7469633A3A746578742E696E746572616374696F6E225D"/>
  <p:tag name="AISCIENTIFICILLUSTRATORSEMANTICIDSHEXCOUNT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9636F6E2E7461736B2D757365722E6F75746572"/>
  <p:tag name="AISCIENTIFICILLUSTRATORELEMENTIDHEXCOUNT" val="1"/>
  <p:tag name="AISCIENTIFICILLUSTRATORSEMANTICIDSHEX1" val="5B2273656D616E7469633A3A69636F6E2E7461736B2D757365722E6F75746572225D"/>
  <p:tag name="AISCIENTIFICILLUSTRATORSEMANTICIDSHEXCOUNT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776172642E31"/>
  <p:tag name="AISCIENTIFICILLUSTRATORELEMENTIDHEXCOUNT" val="1"/>
  <p:tag name="AISCIENTIFICILLUSTRATORSEMANTICIDSHEX1" val="5B2273656D616E7469633A3A7265776172642E31225D"/>
  <p:tag name="AISCIENTIFICILLUSTRATORSEMANTICIDSHEXCOUNT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776172642E32"/>
  <p:tag name="AISCIENTIFICILLUSTRATORELEMENTIDHEXCOUNT" val="1"/>
  <p:tag name="AISCIENTIFICILLUSTRATORSEMANTICIDSHEX1" val="5B2273656D616E7469633A3A7265776172642E32225D"/>
  <p:tag name="AISCIENTIFICILLUSTRATORSEMANTICIDSHEXCOUNT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265776172642E33"/>
  <p:tag name="AISCIENTIFICILLUSTRATORELEMENTIDHEXCOUNT" val="1"/>
  <p:tag name="AISCIENTIFICILLUSTRATORSEMANTICIDSHEX1" val="5B2273656D616E7469633A3A7265776172642E33225D"/>
  <p:tag name="AISCIENTIFICILLUSTRATORSEMANTICIDSHEXCOUNT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F6B656E2E7461736B2E31"/>
  <p:tag name="AISCIENTIFICILLUSTRATORELEMENTIDHEXCOUNT" val="1"/>
  <p:tag name="AISCIENTIFICILLUSTRATORSEMANTICIDSHEX1" val="5B2273656D616E7469633A3A746F6B656E2E7461736B2E31225D"/>
  <p:tag name="AISCIENTIFICILLUSTRATORSEMANTICIDSHEXCOUNT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F6B656E2E7461736B2E32"/>
  <p:tag name="AISCIENTIFICILLUSTRATORELEMENTIDHEXCOUNT" val="1"/>
  <p:tag name="AISCIENTIFICILLUSTRATORSEMANTICIDSHEX1" val="5B2273656D616E7469633A3A746F6B656E2E7461736B2E32225D"/>
  <p:tag name="AISCIENTIFICILLUSTRATORSEMANTICIDSHEXCOUNT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F6B656E2E7461736B2E33"/>
  <p:tag name="AISCIENTIFICILLUSTRATORELEMENTIDHEXCOUNT" val="1"/>
  <p:tag name="AISCIENTIFICILLUSTRATORSEMANTICIDSHEX1" val="5B2273656D616E7469633A3A746F6B656E2E7461736B2E33225D"/>
  <p:tag name="AISCIENTIFICILLUSTRATORSEMANTICIDSHEXCOUNT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9636F6E2E7461736B2D757365722E626F6479"/>
  <p:tag name="AISCIENTIFICILLUSTRATORELEMENTIDHEXCOUNT" val="1"/>
  <p:tag name="AISCIENTIFICILLUSTRATORSEMANTICIDSHEX1" val="5B2273656D616E7469633A3A69636F6E2E7461736B2D757365722E626F6479225D"/>
  <p:tag name="AISCIENTIFICILLUSTRATORSEMANTICIDSHEXCOUNT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9636F6E2E7461736B2D757365722E68656164"/>
  <p:tag name="AISCIENTIFICILLUSTRATORELEMENTIDHEXCOUNT" val="1"/>
  <p:tag name="AISCIENTIFICILLUSTRATORSEMANTICIDSHEX1" val="5B2273656D616E7469633A3A69636F6E2E7461736B2D757365722E68656164225D"/>
  <p:tag name="AISCIENTIFICILLUSTRATORSEMANTICIDSHEXCOUNT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action-icon"/>
  <p:tag name="AISCIENTIFICILLUSTRATORSOURCESHA256" val="0a63a145af2ddb95965f908879edf3f57e4836143932557b4466c24a8e3360f2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16374696F6E2D69636F6E"/>
  <p:tag name="AISCIENTIFICILLUSTRATORELEMENTIDHEXCOUNT" val="1"/>
  <p:tag name="AISCIENTIFICILLUSTRATORSEMANTICIDSHEX1" val="5B2273656D616E7469633A3A61737365742E616374696F6E2D69636F6E225D"/>
  <p:tag name="AISCIENTIFICILLUSTRATORSEMANTICIDSHEXCOUNT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environment-globe"/>
  <p:tag name="AISCIENTIFICILLUSTRATORSOURCESHA256" val="a8c21e9083bc5d05f66a23140ec0cf6206445f9e17a454db22fb336ab0d46097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56E7669726F6E6D656E742D676C6F6265"/>
  <p:tag name="AISCIENTIFICILLUSTRATORELEMENTIDHEXCOUNT" val="1"/>
  <p:tag name="AISCIENTIFICILLUSTRATORSEMANTICIDSHEX1" val="5B2273656D616E7469633A3A61737365742E656E7669726F6E6D656E742D676C6F6265225D"/>
  <p:tag name="AISCIENTIFICILLUSTRATORSEMANTICIDSHEXCOUNT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mllm-token-stack"/>
  <p:tag name="AISCIENTIFICILLUSTRATORSOURCESHA256" val="66f9feb7c61db5ca438566fe68d680bc82087e867807bc4cb86a55ddc47a89d6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D6C6C6D2D746F6B656E2D737461636B"/>
  <p:tag name="AISCIENTIFICILLUSTRATORELEMENTIDHEXCOUNT" val="1"/>
  <p:tag name="AISCIENTIFICILLUSTRATORSEMANTICIDSHEX1" val="5B2273656D616E7469633A3A61737365742E6D6C6C6D2D746F6B656E2D737461636B225D"/>
  <p:tag name="AISCIENTIFICILLUSTRATORSEMANTICIDSHEXCOUNT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observation-montage"/>
  <p:tag name="AISCIENTIFICILLUSTRATORSOURCESHA256" val="75af25bdea2f8bfd55ffe1ef95cb1c22e7ee504f7baae8c5d9a977ad3a4aca22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F62736572766174696F6E2D6D6F6E74616765"/>
  <p:tag name="AISCIENTIFICILLUSTRATORELEMENTIDHEXCOUNT" val="1"/>
  <p:tag name="AISCIENTIFICILLUSTRATORSEMANTICIDSHEX1" val="5B2273656D616E7469633A3A61737365742E6F62736572766174696F6E2D6D6F6E74616765225D"/>
  <p:tag name="AISCIENTIFICILLUSTRATORSEMANTICIDSHEXCOUNT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output-token-lower"/>
  <p:tag name="AISCIENTIFICILLUSTRATORSOURCESHA256" val="bae05c32e3441a23af25dabf402456296f8a62ccfb707b57c11e5168a4022edf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F75747075742D746F6B656E2D6C6F776572"/>
  <p:tag name="AISCIENTIFICILLUSTRATORELEMENTIDHEXCOUNT" val="1"/>
  <p:tag name="AISCIENTIFICILLUSTRATORSEMANTICIDSHEX1" val="5B2273656D616E7469633A3A61737365742E6F75747075742D746F6B656E2D6C6F776572225D"/>
  <p:tag name="AISCIENTIFICILLUSTRATORSEMANTICIDSHEXCOUNT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output-token-upper"/>
  <p:tag name="AISCIENTIFICILLUSTRATORSOURCESHA256" val="dbb760e32bd8239e7aeefd68dedfeb8cdb8fb8c4372f0f753966639b673482a1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6F75747075742D746F6B656E2D7570706572"/>
  <p:tag name="AISCIENTIFICILLUSTRATORELEMENTIDHEXCOUNT" val="1"/>
  <p:tag name="AISCIENTIFICILLUSTRATORSEMANTICIDSHEX1" val="5B2273656D616E7469633A3A61737365742E6F75747075742D746F6B656E2D7570706572225D"/>
  <p:tag name="AISCIENTIFICILLUSTRATORSEMANTICIDSHEXCOUNT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trophy-bottom"/>
  <p:tag name="AISCIENTIFICILLUSTRATORSOURCESHA256" val="55da613bb963491c6da8205f17bcc0023b052722d9e47c145bbd26aa3a91b03b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74726F7068792D626F74746F6D"/>
  <p:tag name="AISCIENTIFICILLUSTRATORELEMENTIDHEXCOUNT" val="1"/>
  <p:tag name="AISCIENTIFICILLUSTRATORSEMANTICIDSHEX1" val="5B2273656D616E7469633A3A61737365742E74726F7068792D626F74746F6D225D"/>
  <p:tag name="AISCIENTIFICILLUSTRATORSEMANTICIDSHEXCOUNT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trophy-top"/>
  <p:tag name="AISCIENTIFICILLUSTRATORSOURCESHA256" val="36522e1b508c3c975c088104a9afa6cb019c3a6cd3451a1541876a81f09a7aff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74726F7068792D746F70"/>
  <p:tag name="AISCIENTIFICILLUSTRATORELEMENTIDHEXCOUNT" val="1"/>
  <p:tag name="AISCIENTIFICILLUSTRATORSEMANTICIDSHEX1" val="5B2273656D616E7469633A3A61737365742E74726F7068792D746F70225D"/>
  <p:tag name="AISCIENTIFICILLUSTRATORSEMANTICIDSHEXCOUNT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ASSETID" val="asset.wm-token-stack"/>
  <p:tag name="AISCIENTIFICILLUSTRATORSOURCESHA256" val="7c5b7592cd1bf0f1b9092237ba4f32ffe61496387177748fa60f95021b8cff75"/>
  <p:tag name="AISCIENTIFICILLUSTRATORRASTERREASON" val="Source-bound atomic visual detail."/>
  <p:tag name="AISCIENTIFICILLUSTRATORSOURCETIGHTLYCROPPED" val="True"/>
  <p:tag name="AISCIENTIFICILLUSTRATORATOMICRASTERUNIT" val="True"/>
  <p:tag name="AISCIENTIFICILLUSTRATORCONTAINSRECONSTRUCTABLECONTENT" val="False"/>
  <p:tag name="AISCIENTIFICILLUSTRATORDECOMPOSITIONNOTE" val="Formal text, formulas, axes, legends, and topology remain separate native objects."/>
  <p:tag name="AISCIENTIFICILLUSTRATORELEMENTIDHEX1" val="61737365742E776D2D746F6B656E2D737461636B"/>
  <p:tag name="AISCIENTIFICILLUSTRATORELEMENTIDHEXCOUNT" val="1"/>
  <p:tag name="AISCIENTIFICILLUSTRATORSEMANTICIDSHEX1" val="5B2273656D616E7469633A3A61737365742E776D2D746F6B656E2D737461636B225D"/>
  <p:tag name="AISCIENTIFICILLUSTRATORSEMANTICIDSHEXCOUNT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16374696F6E"/>
  <p:tag name="AISCIENTIFICILLUSTRATORELEMENTIDHEXCOUNT" val="1"/>
  <p:tag name="AISCIENTIFICILLUSTRATORSEMANTICIDSHEX1" val="5B2273656D616E7469633A3A746578742E616374696F6E225D"/>
  <p:tag name="AISCIENTIFICILLUSTRATORSEMANTICIDSHEXCOUNT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265686176696F722D6C6561726E696E67"/>
  <p:tag name="AISCIENTIFICILLUSTRATORELEMENTIDHEXCOUNT" val="1"/>
  <p:tag name="AISCIENTIFICILLUSTRATORSEMANTICIDSHEX1" val="5B2273656D616E7469633A3A746578742E6265686176696F722D6C6561726E696E67225D"/>
  <p:tag name="AISCIENTIFICILLUSTRATORSEMANTICIDSHEXCOUNT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656E73652D626F74746F6D"/>
  <p:tag name="AISCIENTIFICILLUSTRATORELEMENTIDHEXCOUNT" val="1"/>
  <p:tag name="AISCIENTIFICILLUSTRATORSEMANTICIDSHEX1" val="5B2273656D616E7469633A3A746578742E64656E73652D626F74746F6D225D"/>
  <p:tag name="AISCIENTIFICILLUSTRATORSEMANTICIDSHEXCOUNT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656E73652D746F70"/>
  <p:tag name="AISCIENTIFICILLUSTRATORELEMENTIDHEXCOUNT" val="1"/>
  <p:tag name="AISCIENTIFICILLUSTRATORSEMANTICIDSHEX1" val="5B2273656D616E7469633A3A746578742E64656E73652D746F70225D"/>
  <p:tag name="AISCIENTIFICILLUSTRATORSEMANTICIDSHEXCOUNT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56E7669726F6E6D656E74"/>
  <p:tag name="AISCIENTIFICILLUSTRATORELEMENTIDHEXCOUNT" val="1"/>
  <p:tag name="AISCIENTIFICILLUSTRATORSEMANTICIDSHEX1" val="5B2273656D616E7469633A3A746578742E656E7669726F6E6D656E74225D"/>
  <p:tag name="AISCIENTIFICILLUSTRATORSEMANTICIDSHEXCOUNT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A6F696E742D6F7074696D697A6174696F6E"/>
  <p:tag name="AISCIENTIFICILLUSTRATORELEMENTIDHEXCOUNT" val="1"/>
  <p:tag name="AISCIENTIFICILLUSTRATORSEMANTICIDSHEX1" val="5B2273656D616E7469633A3A746578742E6A6F696E742D6F7074696D697A6174696F6E225D"/>
  <p:tag name="AISCIENTIFICILLUSTRATORSEMANTICIDSHEXCOUNT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D617070696E67"/>
  <p:tag name="AISCIENTIFICILLUSTRATORELEMENTIDHEXCOUNT" val="1"/>
  <p:tag name="AISCIENTIFICILLUSTRATORSEMANTICIDSHEX1" val="5B2273656D616E7469633A3A746578742E6D617070696E67225D"/>
  <p:tag name="AISCIENTIFICILLUSTRATORSEMANTICIDSHEXCOUNT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D6F64756C61722D6A6F696E742D68656164696E67"/>
  <p:tag name="AISCIENTIFICILLUSTRATORELEMENTIDHEXCOUNT" val="1"/>
  <p:tag name="AISCIENTIFICILLUSTRATORSEMANTICIDSHEX1" val="5B2273656D616E7469633A3A746578742E6D6F64756C61722D6A6F696E742D68656164696E67225D"/>
  <p:tag name="AISCIENTIFICILLUSTRATORSEMANTICIDSHEXCOUNT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F62736572766174696F6E"/>
  <p:tag name="AISCIENTIFICILLUSTRATORELEMENTIDHEXCOUNT" val="1"/>
  <p:tag name="AISCIENTIFICILLUSTRATORSEMANTICIDSHEX1" val="5B2273656D616E7469633A3A746578742E6F62736572766174696F6E225D"/>
  <p:tag name="AISCIENTIFICILLUSTRATORSEMANTICIDSHEXCOUNT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265776172642D626F74746F6D"/>
  <p:tag name="AISCIENTIFICILLUSTRATORELEMENTIDHEXCOUNT" val="1"/>
  <p:tag name="AISCIENTIFICILLUSTRATORSEMANTICIDSHEX1" val="5B2273656D616E7469633A3A746578742E7265776172642D626F74746F6D225D"/>
  <p:tag name="AISCIENTIFICILLUSTRATORSEMANTICIDSHEXCOUNT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265776172642D746F70"/>
  <p:tag name="AISCIENTIFICILLUSTRATORELEMENTIDHEXCOUNT" val="1"/>
  <p:tag name="AISCIENTIFICILLUSTRATORSEMANTICIDSHEX1" val="5B2273656D616E7469633A3A746578742E7265776172642D746F70225D"/>
  <p:tag name="AISCIENTIFICILLUSTRATORSEMANTICIDSHEXCOUNT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312D70726F6D7074"/>
  <p:tag name="AISCIENTIFICILLUSTRATORELEMENTIDHEXCOUNT" val="1"/>
  <p:tag name="AISCIENTIFICILLUSTRATORSEMANTICIDSHEX1" val="5B2273656D616E7469633A3A746578742E7461736B2D312D70726F6D7074225D"/>
  <p:tag name="AISCIENTIFICILLUSTRATORSEMANTICIDSHEXCOUNT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322D656C6C6970736973"/>
  <p:tag name="AISCIENTIFICILLUSTRATORELEMENTIDHEXCOUNT" val="1"/>
  <p:tag name="AISCIENTIFICILLUSTRATORSEMANTICIDSHEX1" val="5B2273656D616E7469633A3A746578742E7461736B2D322D656C6C6970736973225D"/>
  <p:tag name="AISCIENTIFICILLUSTRATORSEMANTICIDSHEXCOUNT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322D70726F6D7074"/>
  <p:tag name="AISCIENTIFICILLUSTRATORELEMENTIDHEXCOUNT" val="1"/>
  <p:tag name="AISCIENTIFICILLUSTRATORSEMANTICIDSHEX1" val="5B2273656D616E7469633A3A746578742E7461736B2D322D70726F6D7074225D"/>
  <p:tag name="AISCIENTIFICILLUSTRATORSEMANTICIDSHEXCOUNT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656E636F6465722D656E636F646572"/>
  <p:tag name="AISCIENTIFICILLUSTRATORELEMENTIDHEXCOUNT" val="1"/>
  <p:tag name="AISCIENTIFICILLUSTRATORSEMANTICIDSHEX1" val="5B2273656D616E7469633A3A746578742E7461736B2D656E636F6465722D656E636F646572225D"/>
  <p:tag name="AISCIENTIFICILLUSTRATORSEMANTICIDSHEXCOUNT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656E636F6465722D7461736B"/>
  <p:tag name="AISCIENTIFICILLUSTRATORELEMENTIDHEXCOUNT" val="1"/>
  <p:tag name="AISCIENTIFICILLUSTRATORSEMANTICIDSHEX1" val="5B2273656D616E7469633A3A746578742E7461736B2D656E636F6465722D7461736B225D"/>
  <p:tag name="AISCIENTIFICILLUSTRATORSEMANTICIDSHEXCOUNT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6757365642D7374617465"/>
  <p:tag name="AISCIENTIFICILLUSTRATORELEMENTIDHEXCOUNT" val="1"/>
  <p:tag name="AISCIENTIFICILLUSTRATORSEMANTICIDSHEX1" val="5B2273656D616E7469633A3A666F726D756C612E66757365642D7374617465225D"/>
  <p:tag name="AISCIENTIFICILLUSTRATORSEMANTICIDSHEXCOUNT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D6C6C6D2D66656174757265"/>
  <p:tag name="AISCIENTIFICILLUSTRATORELEMENTIDHEXCOUNT" val="1"/>
  <p:tag name="AISCIENTIFICILLUSTRATORSEMANTICIDSHEX1" val="5B2273656D616E7469633A3A666F726D756C612E6D6C6C6D2D66656174757265225D"/>
  <p:tag name="AISCIENTIFICILLUSTRATORSEMANTICIDSHEXCOUNT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5776172642E74"/>
  <p:tag name="AISCIENTIFICILLUSTRATORELEMENTIDHEXCOUNT" val="1"/>
  <p:tag name="AISCIENTIFICILLUSTRATORSEMANTICIDSHEX1" val="5B2273656D616E7469633A3A666F726D756C612E7265776172642E74225D"/>
  <p:tag name="AISCIENTIFICILLUSTRATORSEMANTICIDSHEXCOUNT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461736B2D6D6170"/>
  <p:tag name="AISCIENTIFICILLUSTRATORELEMENTIDHEXCOUNT" val="1"/>
  <p:tag name="AISCIENTIFICILLUSTRATORSEMANTICIDSHEX1" val="5B2273656D616E7469633A3A666F726D756C612E7461736B2D6D6170225D"/>
  <p:tag name="AISCIENTIFICILLUSTRATORSEMANTICIDSHEXCOUNT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76D2D7374617465"/>
  <p:tag name="AISCIENTIFICILLUSTRATORELEMENTIDHEXCOUNT" val="1"/>
  <p:tag name="AISCIENTIFICILLUSTRATORSEMANTICIDSHEX1" val="5B2273656D616E7469633A3A666F726D756C612E776D2D7374617465225D"/>
  <p:tag name="AISCIENTIFICILLUSTRATORSEMANTICIDSHEXCOUNT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6C6C6F6361746F722E7765646765"/>
  <p:tag name="AISCIENTIFICILLUSTRATORELEMENTIDHEXCOUNT" val="1"/>
  <p:tag name="AISCIENTIFICILLUSTRATORSEMANTICIDSHEX1" val="5B2273656D616E7469633A3A616C6C6F6361746F722E7765646765225D"/>
  <p:tag name="AISCIENTIFICILLUSTRATORSEMANTICIDSHEXCOUNT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6374696F6E2E31"/>
  <p:tag name="AISCIENTIFICILLUSTRATORELEMENTIDHEXCOUNT" val="1"/>
  <p:tag name="AISCIENTIFICILLUSTRATORSEMANTICIDSHEX1" val="5B2273656D616E7469633A3A616374696F6E2E31225D"/>
  <p:tag name="AISCIENTIFICILLUSTRATORSEMANTICIDSHEXCOUNT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6374696F6E2E32"/>
  <p:tag name="AISCIENTIFICILLUSTRATORELEMENTIDHEXCOUNT" val="1"/>
  <p:tag name="AISCIENTIFICILLUSTRATORSEMANTICIDSHEX1" val="5B2273656D616E7469633A3A616374696F6E2E32225D"/>
  <p:tag name="AISCIENTIFICILLUSTRATORSEMANTICIDSHEXCOUNT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16374696F6E2E33"/>
  <p:tag name="AISCIENTIFICILLUSTRATORELEMENTIDHEXCOUNT" val="1"/>
  <p:tag name="AISCIENTIFICILLUSTRATORSEMANTICIDSHEX1" val="5B2273656D616E7469633A3A616374696F6E2E33225D"/>
  <p:tag name="AISCIENTIFICILLUSTRATORSEMANTICIDSHEXCOUNT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06F6C6963792E31"/>
  <p:tag name="AISCIENTIFICILLUSTRATORELEMENTIDHEXCOUNT" val="1"/>
  <p:tag name="AISCIENTIFICILLUSTRATORSEMANTICIDSHEX1" val="5B2273656D616E7469633A3A706F6C6963792E31225D"/>
  <p:tag name="AISCIENTIFICILLUSTRATORSEMANTICIDSHEXCOUNT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06F6C6963792E32"/>
  <p:tag name="AISCIENTIFICILLUSTRATORELEMENTIDHEXCOUNT" val="1"/>
  <p:tag name="AISCIENTIFICILLUSTRATORSEMANTICIDSHEX1" val="5B2273656D616E7469633A3A706F6C6963792E32225D"/>
  <p:tag name="AISCIENTIFICILLUSTRATORSEMANTICIDSHEXCOUNT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06F6C6963792E33"/>
  <p:tag name="AISCIENTIFICILLUSTRATORELEMENTIDHEXCOUNT" val="1"/>
  <p:tag name="AISCIENTIFICILLUSTRATORSEMANTICIDSHEX1" val="5B2273656D616E7469633A3A706F6C6963792E33225D"/>
  <p:tag name="AISCIENTIFICILLUSTRATORSEMANTICIDSHEXCOUNT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696D6167696E6174696F6E2E74"/>
  <p:tag name="AISCIENTIFICILLUSTRATORELEMENTIDHEXCOUNT" val="1"/>
  <p:tag name="AISCIENTIFICILLUSTRATORSEMANTICIDSHEX1" val="5B2273656D616E7469633A3A73746174652E696D6167696E6174696F6E2E74225D"/>
  <p:tag name="AISCIENTIFICILLUSTRATORSEMANTICIDSHEXCOUNT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696D6167696E6174696F6E2E7431"/>
  <p:tag name="AISCIENTIFICILLUSTRATORELEMENTIDHEXCOUNT" val="1"/>
  <p:tag name="AISCIENTIFICILLUSTRATORSEMANTICIDSHEX1" val="5B2273656D616E7469633A3A73746174652E696D6167696E6174696F6E2E7431225D"/>
  <p:tag name="AISCIENTIFICILLUSTRATORSEMANTICIDSHEXCOUNT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696D6167696E6174696F6E2E7432"/>
  <p:tag name="AISCIENTIFICILLUSTRATORELEMENTIDHEXCOUNT" val="1"/>
  <p:tag name="AISCIENTIFICILLUSTRATORSEMANTICIDSHEX1" val="5B2273656D616E7469633A3A73746174652E696D6167696E6174696F6E2E7432225D"/>
  <p:tag name="AISCIENTIFICILLUSTRATORSEMANTICIDSHEXCOUNT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696D6167696E6174696F6E2E7468"/>
  <p:tag name="AISCIENTIFICILLUSTRATORELEMENTIDHEXCOUNT" val="1"/>
  <p:tag name="AISCIENTIFICILLUSTRATORSEMANTICIDSHEX1" val="5B2273656D616E7469633A3A73746174652E696D6167696E6174696F6E2E7468225D"/>
  <p:tag name="AISCIENTIFICILLUSTRATORSEMANTICIDSHEXCOUNT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726F6C6C6F75742E74"/>
  <p:tag name="AISCIENTIFICILLUSTRATORELEMENTIDHEXCOUNT" val="1"/>
  <p:tag name="AISCIENTIFICILLUSTRATORSEMANTICIDSHEX1" val="5B2273656D616E7469633A3A73746174652E726F6C6C6F75742E74225D"/>
  <p:tag name="AISCIENTIFICILLUSTRATORSEMANTICIDSHEXCOUNT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726F6C6C6F75742E7431"/>
  <p:tag name="AISCIENTIFICILLUSTRATORELEMENTIDHEXCOUNT" val="1"/>
  <p:tag name="AISCIENTIFICILLUSTRATORSEMANTICIDSHEX1" val="5B2273656D616E7469633A3A73746174652E726F6C6C6F75742E7431225D"/>
  <p:tag name="AISCIENTIFICILLUSTRATORSEMANTICIDSHEXCOUNT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726F6C6C6F75742E7432"/>
  <p:tag name="AISCIENTIFICILLUSTRATORELEMENTIDHEXCOUNT" val="1"/>
  <p:tag name="AISCIENTIFICILLUSTRATORSEMANTICIDSHEX1" val="5B2273656D616E7469633A3A73746174652E726F6C6C6F75742E7432225D"/>
  <p:tag name="AISCIENTIFICILLUSTRATORSEMANTICIDSHEXCOUNT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3746174652E726F6C6C6F75742E7468"/>
  <p:tag name="AISCIENTIFICILLUSTRATORELEMENTIDHEXCOUNT" val="1"/>
  <p:tag name="AISCIENTIFICILLUSTRATORSEMANTICIDSHEX1" val="5B2273656D616E7469633A3A73746174652E726F6C6C6F75742E7468225D"/>
  <p:tag name="AISCIENTIFICILLUSTRATORSEMANTICIDSHEXCOUNT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578706572742D616C6C6F6361746F72"/>
  <p:tag name="AISCIENTIFICILLUSTRATORELEMENTIDHEXCOUNT" val="1"/>
  <p:tag name="AISCIENTIFICILLUSTRATORSEMANTICIDSHEX1" val="5B2273656D616E7469633A3A746578742E6578706572742D616C6C6F6361746F72225D"/>
  <p:tag name="AISCIENTIFICILLUSTRATORSEMANTICIDSHEXCOUNT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C617965722D656C6C6970736973"/>
  <p:tag name="AISCIENTIFICILLUSTRATORELEMENTIDHEXCOUNT" val="1"/>
  <p:tag name="AISCIENTIFICILLUSTRATORSEMANTICIDSHEX1" val="5B2273656D616E7469633A3A746578742E6C617965722D656C6C6970736973225D"/>
  <p:tag name="AISCIENTIFICILLUSTRATORSEMANTICIDSHEXCOUNT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D6C6C6D"/>
  <p:tag name="AISCIENTIFICILLUSTRATORELEMENTIDHEXCOUNT" val="1"/>
  <p:tag name="AISCIENTIFICILLUSTRATORSEMANTICIDSHEX1" val="5B2273656D616E7469633A3A746578742E6D6C6C6D225D"/>
  <p:tag name="AISCIENTIFICILLUSTRATORSEMANTICIDSHEXCOUNT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D6C6C6D2D656E636F646572"/>
  <p:tag name="AISCIENTIFICILLUSTRATORELEMENTIDHEXCOUNT" val="1"/>
  <p:tag name="AISCIENTIFICILLUSTRATORSEMANTICIDSHEX1" val="5B2273656D616E7469633A3A746578742E6D6C6C6D2D656E636F646572225D"/>
  <p:tag name="AISCIENTIFICILLUSTRATORSEMANTICIDSHEXCOUNT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26F6C6C6F7574"/>
  <p:tag name="AISCIENTIFICILLUSTRATORELEMENTIDHEXCOUNT" val="1"/>
  <p:tag name="AISCIENTIFICILLUSTRATORSEMANTICIDSHEX1" val="5B2273656D616E7469633A3A746578742E726F6C6C6F7574225D"/>
  <p:tag name="AISCIENTIFICILLUSTRATORSEMANTICIDSHEXCOUNT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696D6167696E6174696F6E"/>
  <p:tag name="AISCIENTIFICILLUSTRATORELEMENTIDHEXCOUNT" val="1"/>
  <p:tag name="AISCIENTIFICILLUSTRATORSEMANTICIDSHEX1" val="5B2273656D616E7469633A3A746578742E7461736B2D696D6167696E6174696F6E225D"/>
  <p:tag name="AISCIENTIFICILLUSTRATORSEMANTICIDSHEXCOUNT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76D"/>
  <p:tag name="AISCIENTIFICILLUSTRATORELEMENTIDHEXCOUNT" val="1"/>
  <p:tag name="AISCIENTIFICILLUSTRATORSEMANTICIDSHEX1" val="5B2273656D616E7469633A3A746578742E776D225D"/>
  <p:tag name="AISCIENTIFICILLUSTRATORSEMANTICIDSHEXCOUNT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76D2D656E636F646572"/>
  <p:tag name="AISCIENTIFICILLUSTRATORELEMENTIDHEXCOUNT" val="1"/>
  <p:tag name="AISCIENTIFICILLUSTRATORSEMANTICIDSHEX1" val="5B2273656D616E7469633A3A746578742E776D2D656E636F646572225D"/>
  <p:tag name="AISCIENTIFICILLUSTRATORSEMANTICIDSHEXCOUNT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16374696F6E2E74"/>
  <p:tag name="AISCIENTIFICILLUSTRATORELEMENTIDHEXCOUNT" val="1"/>
  <p:tag name="AISCIENTIFICILLUSTRATORSEMANTICIDSHEX1" val="5B2273656D616E7469633A3A666F726D756C612E616374696F6E2E74225D"/>
  <p:tag name="AISCIENTIFICILLUSTRATORSEMANTICIDSHEXCOUNT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16374696F6E2E7431"/>
  <p:tag name="AISCIENTIFICILLUSTRATORELEMENTIDHEXCOUNT" val="1"/>
  <p:tag name="AISCIENTIFICILLUSTRATORSEMANTICIDSHEX1" val="5B2273656D616E7469633A3A666F726D756C612E616374696F6E2E7431225D"/>
  <p:tag name="AISCIENTIFICILLUSTRATORSEMANTICIDSHEXCOUNT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16374696F6E2E7432"/>
  <p:tag name="AISCIENTIFICILLUSTRATORELEMENTIDHEXCOUNT" val="1"/>
  <p:tag name="AISCIENTIFICILLUSTRATORSEMANTICIDSHEX1" val="5B2273656D616E7469633A3A666F726D756C612E616374696F6E2E7432225D"/>
  <p:tag name="AISCIENTIFICILLUSTRATORSEMANTICIDSHEXCOUNT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96D6167696E6174696F6E2E646F7473"/>
  <p:tag name="AISCIENTIFICILLUSTRATORELEMENTIDHEXCOUNT" val="1"/>
  <p:tag name="AISCIENTIFICILLUSTRATORSEMANTICIDSHEX1" val="5B2273656D616E7469633A3A666F726D756C612E696D6167696E6174696F6E2E646F7473225D"/>
  <p:tag name="AISCIENTIFICILLUSTRATORSEMANTICIDSHEXCOUNT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96D6167696E6174696F6E2E74"/>
  <p:tag name="AISCIENTIFICILLUSTRATORELEMENTIDHEXCOUNT" val="1"/>
  <p:tag name="AISCIENTIFICILLUSTRATORSEMANTICIDSHEX1" val="5B2273656D616E7469633A3A666F726D756C612E696D6167696E6174696F6E2E74225D"/>
  <p:tag name="AISCIENTIFICILLUSTRATORSEMANTICIDSHEXCOUNT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96D6167696E6174696F6E2E7431"/>
  <p:tag name="AISCIENTIFICILLUSTRATORELEMENTIDHEXCOUNT" val="1"/>
  <p:tag name="AISCIENTIFICILLUSTRATORSEMANTICIDSHEX1" val="5B2273656D616E7469633A3A666F726D756C612E696D6167696E6174696F6E2E7431225D"/>
  <p:tag name="AISCIENTIFICILLUSTRATORSEMANTICIDSHEXCOUNT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96D6167696E6174696F6E2E7432"/>
  <p:tag name="AISCIENTIFICILLUSTRATORELEMENTIDHEXCOUNT" val="1"/>
  <p:tag name="AISCIENTIFICILLUSTRATORSEMANTICIDSHEX1" val="5B2273656D616E7469633A3A666F726D756C612E696D6167696E6174696F6E2E7432225D"/>
  <p:tag name="AISCIENTIFICILLUSTRATORSEMANTICIDSHEXCOUNT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96D6167696E6174696F6E2E7468"/>
  <p:tag name="AISCIENTIFICILLUSTRATORELEMENTIDHEXCOUNT" val="1"/>
  <p:tag name="AISCIENTIFICILLUSTRATORSEMANTICIDSHEX1" val="5B2273656D616E7469633A3A666F726D756C612E696D6167696E6174696F6E2E7468225D"/>
  <p:tag name="AISCIENTIFICILLUSTRATORSEMANTICIDSHEXCOUNT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C617965722E31"/>
  <p:tag name="AISCIENTIFICILLUSTRATORELEMENTIDHEXCOUNT" val="1"/>
  <p:tag name="AISCIENTIFICILLUSTRATORSEMANTICIDSHEX1" val="5B2273656D616E7469633A3A666F726D756C612E6C617965722E31225D"/>
  <p:tag name="AISCIENTIFICILLUSTRATORSEMANTICIDSHEXCOUNT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C617965722E32"/>
  <p:tag name="AISCIENTIFICILLUSTRATORELEMENTIDHEXCOUNT" val="1"/>
  <p:tag name="AISCIENTIFICILLUSTRATORSEMANTICIDSHEX1" val="5B2273656D616E7469633A3A666F726D756C612E6C617965722E32225D"/>
  <p:tag name="AISCIENTIFICILLUSTRATORSEMANTICIDSHEXCOUNT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C617965722E33"/>
  <p:tag name="AISCIENTIFICILLUSTRATORELEMENTIDHEXCOUNT" val="1"/>
  <p:tag name="AISCIENTIFICILLUSTRATORSEMANTICIDSHEX1" val="5B2273656D616E7469633A3A666F726D756C612E6C617965722E33225D"/>
  <p:tag name="AISCIENTIFICILLUSTRATORSEMANTICIDSHEXCOUNT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6C617965722E6C"/>
  <p:tag name="AISCIENTIFICILLUSTRATORELEMENTIDHEXCOUNT" val="1"/>
  <p:tag name="AISCIENTIFICILLUSTRATORSEMANTICIDSHEX1" val="5B2273656D616E7469633A3A666F726D756C612E6C617965722E6C225D"/>
  <p:tag name="AISCIENTIFICILLUSTRATORSEMANTICIDSHEXCOUNT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06F6C696379"/>
  <p:tag name="AISCIENTIFICILLUSTRATORELEMENTIDHEXCOUNT" val="1"/>
  <p:tag name="AISCIENTIFICILLUSTRATORSEMANTICIDSHEX1" val="5B2273656D616E7469633A3A666F726D756C612E706F6C696379225D"/>
  <p:tag name="AISCIENTIFICILLUSTRATORSEMANTICIDSHEXCOUNT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06F6C6963792E32"/>
  <p:tag name="AISCIENTIFICILLUSTRATORELEMENTIDHEXCOUNT" val="1"/>
  <p:tag name="AISCIENTIFICILLUSTRATORSEMANTICIDSHEX1" val="5B2273656D616E7469633A3A666F726D756C612E706F6C6963792E32225D"/>
  <p:tag name="AISCIENTIFICILLUSTRATORSEMANTICIDSHEXCOUNT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06F6C6963792E33"/>
  <p:tag name="AISCIENTIFICILLUSTRATORELEMENTIDHEXCOUNT" val="1"/>
  <p:tag name="AISCIENTIFICILLUSTRATORSEMANTICIDSHEX1" val="5B2273656D616E7469633A3A666F726D756C612E706F6C6963792E33225D"/>
  <p:tag name="AISCIENTIFICILLUSTRATORSEMANTICIDSHEXCOUNT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F6C6C6F75742E646F7473"/>
  <p:tag name="AISCIENTIFICILLUSTRATORELEMENTIDHEXCOUNT" val="1"/>
  <p:tag name="AISCIENTIFICILLUSTRATORSEMANTICIDSHEX1" val="5B2273656D616E7469633A3A666F726D756C612E726F6C6C6F75742E646F7473225D"/>
  <p:tag name="AISCIENTIFICILLUSTRATORSEMANTICIDSHEXCOUNT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F6C6C6F75742E74"/>
  <p:tag name="AISCIENTIFICILLUSTRATORELEMENTIDHEXCOUNT" val="1"/>
  <p:tag name="AISCIENTIFICILLUSTRATORSEMANTICIDSHEX1" val="5B2273656D616E7469633A3A666F726D756C612E726F6C6C6F75742E74225D"/>
  <p:tag name="AISCIENTIFICILLUSTRATORSEMANTICIDSHEXCOUNT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F6C6C6F75742E7431"/>
  <p:tag name="AISCIENTIFICILLUSTRATORELEMENTIDHEXCOUNT" val="1"/>
  <p:tag name="AISCIENTIFICILLUSTRATORSEMANTICIDSHEX1" val="5B2273656D616E7469633A3A666F726D756C612E726F6C6C6F75742E7431225D"/>
  <p:tag name="AISCIENTIFICILLUSTRATORSEMANTICIDSHEXCOUNT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F6C6C6F75742E7432"/>
  <p:tag name="AISCIENTIFICILLUSTRATORELEMENTIDHEXCOUNT" val="1"/>
  <p:tag name="AISCIENTIFICILLUSTRATORSEMANTICIDSHEX1" val="5B2273656D616E7469633A3A666F726D756C612E726F6C6C6F75742E7432225D"/>
  <p:tag name="AISCIENTIFICILLUSTRATORSEMANTICIDSHEXCOUNT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F6C6C6F75742E7468"/>
  <p:tag name="AISCIENTIFICILLUSTRATORELEMENTIDHEXCOUNT" val="1"/>
  <p:tag name="AISCIENTIFICILLUSTRATORSEMANTICIDSHEX1" val="5B2273656D616E7469633A3A666F726D756C612E726F6C6C6F75742E7468225D"/>
  <p:tag name="AISCIENTIFICILLUSTRATORSEMANTICIDSHEXCOUNT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31"/>
  <p:tag name="AISCIENTIFICILLUSTRATORELEMENTIDHEXCOUNT" val="1"/>
  <p:tag name="AISCIENTIFICILLUSTRATORSEMANTICIDSHEX1" val="5B2273656D616E7469633A3A746578742E7461736B2D31225D"/>
  <p:tag name="AISCIENTIFICILLUSTRATORSEMANTICIDSHEXCOUNT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461736B2D32"/>
  <p:tag name="AISCIENTIFICILLUSTRATORELEMENTIDHEXCOUNT" val="1"/>
  <p:tag name="AISCIENTIFICILLUSTRATORSEMANTICIDSHEX1" val="5B2273656D616E7469633A3A746578742E7461736B2D32225D"/>
  <p:tag name="AISCIENTIFICILLUSTRATORSEMANTICIDSHEXCOUNT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461736B2D656D62656464696E67"/>
  <p:tag name="AISCIENTIFICILLUSTRATORELEMENTIDHEXCOUNT" val="1"/>
  <p:tag name="AISCIENTIFICILLUSTRATORSEMANTICIDSHEX1" val="5B2273656D616E7469633A3A666F726D756C612E7461736B2D656D62656464696E67225D"/>
  <p:tag name="AISCIENTIFICILLUSTRATORSEMANTICIDSHEXCOUNT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5776172642E7431"/>
  <p:tag name="AISCIENTIFICILLUSTRATORELEMENTIDHEXCOUNT" val="1"/>
  <p:tag name="AISCIENTIFICILLUSTRATORSEMANTICIDSHEX1" val="5B2273656D616E7469633A3A666F726D756C612E7265776172642E7431225D"/>
  <p:tag name="AISCIENTIFICILLUSTRATORSEMANTICIDSHEXCOUNT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66F726D756C612E7265776172642E7432"/>
  <p:tag name="AISCIENTIFICILLUSTRATORELEMENTIDHEXCOUNT" val="1"/>
  <p:tag name="AISCIENTIFICILLUSTRATORSEMANTICIDSHEX1" val="5B2273656D616E7469633A3A666F726D756C612E7265776172642E7432225D"/>
  <p:tag name="AISCIENTIFICILLUSTRATORSEMANTICIDSHEXCOUNT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4796E2E6C"/>
  <p:tag name="AISCIENTIFICILLUSTRATORELEMENTIDHEXCOUNT" val="1"/>
  <p:tag name="AISCIENTIFICILLUSTRATORSEMANTICIDSHEX1" val="5B2273656D616E7469633A3A6578706572742E64796E2E6C225D"/>
  <p:tag name="AISCIENTIFICILLUSTRATORSEMANTICIDSHEXCOUNT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73656D2E6C"/>
  <p:tag name="AISCIENTIFICILLUSTRATORELEMENTIDHEXCOUNT" val="1"/>
  <p:tag name="AISCIENTIFICILLUSTRATORSEMANTICIDSHEX1" val="5B2273656D616E7469633A3A6578706572742E73656D2E6C225D"/>
  <p:tag name="AISCIENTIFICILLUSTRATORSEMANTICIDSHEXCOUNT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796E2E6C"/>
  <p:tag name="AISCIENTIFICILLUSTRATORELEMENTIDHEXCOUNT" val="1"/>
  <p:tag name="AISCIENTIFICILLUSTRATORSEMANTICIDSHEX1" val="5B2273656D616E7469633A3A746578742E64796E2E6C225D"/>
  <p:tag name="AISCIENTIFICILLUSTRATORSEMANTICIDSHEXCOUNT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3656D2E6C"/>
  <p:tag name="AISCIENTIFICILLUSTRATORELEMENTIDHEXCOUNT" val="1"/>
  <p:tag name="AISCIENTIFICILLUSTRATORSEMANTICIDSHEX1" val="5B2273656D616E7469633A3A746578742E73656D2E6C225D"/>
  <p:tag name="AISCIENTIFICILLUSTRATORSEMANTICIDSHEXCOUNT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4796E2E33"/>
  <p:tag name="AISCIENTIFICILLUSTRATORELEMENTIDHEXCOUNT" val="1"/>
  <p:tag name="AISCIENTIFICILLUSTRATORSEMANTICIDSHEX1" val="5B2273656D616E7469633A3A6578706572742E64796E2E33225D"/>
  <p:tag name="AISCIENTIFICILLUSTRATORSEMANTICIDSHEXCOUNT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73656D2E33"/>
  <p:tag name="AISCIENTIFICILLUSTRATORELEMENTIDHEXCOUNT" val="1"/>
  <p:tag name="AISCIENTIFICILLUSTRATORSEMANTICIDSHEX1" val="5B2273656D616E7469633A3A6578706572742E73656D2E33225D"/>
  <p:tag name="AISCIENTIFICILLUSTRATORSEMANTICIDSHEXCOUNT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796E2E33"/>
  <p:tag name="AISCIENTIFICILLUSTRATORELEMENTIDHEXCOUNT" val="1"/>
  <p:tag name="AISCIENTIFICILLUSTRATORSEMANTICIDSHEX1" val="5B2273656D616E7469633A3A746578742E64796E2E33225D"/>
  <p:tag name="AISCIENTIFICILLUSTRATORSEMANTICIDSHEXCOUNT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3656D2E33"/>
  <p:tag name="AISCIENTIFICILLUSTRATORELEMENTIDHEXCOUNT" val="1"/>
  <p:tag name="AISCIENTIFICILLUSTRATORSEMANTICIDSHEX1" val="5B2273656D616E7469633A3A746578742E73656D2E33225D"/>
  <p:tag name="AISCIENTIFICILLUSTRATORSEMANTICIDSHEXCOUNT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4796E2E32"/>
  <p:tag name="AISCIENTIFICILLUSTRATORELEMENTIDHEXCOUNT" val="1"/>
  <p:tag name="AISCIENTIFICILLUSTRATORSEMANTICIDSHEX1" val="5B2273656D616E7469633A3A6578706572742E64796E2E32225D"/>
  <p:tag name="AISCIENTIFICILLUSTRATORSEMANTICIDSHEXCOUNT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73656D2E32"/>
  <p:tag name="AISCIENTIFICILLUSTRATORELEMENTIDHEXCOUNT" val="1"/>
  <p:tag name="AISCIENTIFICILLUSTRATORSEMANTICIDSHEX1" val="5B2273656D616E7469633A3A6578706572742E73656D2E32225D"/>
  <p:tag name="AISCIENTIFICILLUSTRATORSEMANTICIDSHEXCOUNT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796E2E32"/>
  <p:tag name="AISCIENTIFICILLUSTRATORELEMENTIDHEXCOUNT" val="1"/>
  <p:tag name="AISCIENTIFICILLUSTRATORSEMANTICIDSHEX1" val="5B2273656D616E7469633A3A746578742E64796E2E32225D"/>
  <p:tag name="AISCIENTIFICILLUSTRATORSEMANTICIDSHEXCOUNT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3656D2E32"/>
  <p:tag name="AISCIENTIFICILLUSTRATORELEMENTIDHEXCOUNT" val="1"/>
  <p:tag name="AISCIENTIFICILLUSTRATORSEMANTICIDSHEX1" val="5B2273656D616E7469633A3A746578742E73656D2E32225D"/>
  <p:tag name="AISCIENTIFICILLUSTRATORSEMANTICIDSHEXCOUNT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64796E2E31"/>
  <p:tag name="AISCIENTIFICILLUSTRATORELEMENTIDHEXCOUNT" val="1"/>
  <p:tag name="AISCIENTIFICILLUSTRATORSEMANTICIDSHEX1" val="5B2273656D616E7469633A3A6578706572742E64796E2E31225D"/>
  <p:tag name="AISCIENTIFICILLUSTRATORSEMANTICIDSHEXCOUNT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578706572742E73656D2E31"/>
  <p:tag name="AISCIENTIFICILLUSTRATORELEMENTIDHEXCOUNT" val="1"/>
  <p:tag name="AISCIENTIFICILLUSTRATORSEMANTICIDSHEX1" val="5B2273656D616E7469633A3A6578706572742E73656D2E31225D"/>
  <p:tag name="AISCIENTIFICILLUSTRATORSEMANTICIDSHEXCOUNT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4796E2E31"/>
  <p:tag name="AISCIENTIFICILLUSTRATORELEMENTIDHEXCOUNT" val="1"/>
  <p:tag name="AISCIENTIFICILLUSTRATORSEMANTICIDSHEX1" val="5B2273656D616E7469633A3A746578742E64796E2E31225D"/>
  <p:tag name="AISCIENTIFICILLUSTRATORSEMANTICIDSHEXCOUNT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73656D2E31"/>
  <p:tag name="AISCIENTIFICILLUSTRATORELEMENTIDHEXCOUNT" val="1"/>
  <p:tag name="AISCIENTIFICILLUSTRATORSEMANTICIDSHEX1" val="5B2273656D616E7469633A3A746578742E73656D2E31225D"/>
  <p:tag name="AISCIENTIFICILLUSTRATORSEMANTICIDSHEXCOUNT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C6567656E642E64796E2D737761746368"/>
  <p:tag name="AISCIENTIFICILLUSTRATORELEMENTIDHEXCOUNT" val="1"/>
  <p:tag name="AISCIENTIFICILLUSTRATORSEMANTICIDSHEX1" val="5B2273656D616E7469633A3A6C6567656E642E64796E2D737761746368225D"/>
  <p:tag name="AISCIENTIFICILLUSTRATORSEMANTICIDSHEXCOUNT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6C6567656E642E73656D2D737761746368"/>
  <p:tag name="AISCIENTIFICILLUSTRATORELEMENTIDHEXCOUNT" val="1"/>
  <p:tag name="AISCIENTIFICILLUSTRATORSEMANTICIDSHEX1" val="5B2273656D616E7469633A3A6C6567656E642E73656D2D737761746368225D"/>
  <p:tag name="AISCIENTIFICILLUSTRATORSEMANTICIDSHEXCOUNT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C6567656E642D64796E"/>
  <p:tag name="AISCIENTIFICILLUSTRATORELEMENTIDHEXCOUNT" val="1"/>
  <p:tag name="AISCIENTIFICILLUSTRATORSEMANTICIDSHEX1" val="5B2273656D616E7469633A3A746578742E6C6567656E642D64796E225D"/>
  <p:tag name="AISCIENTIFICILLUSTRATORSEMANTICIDSHEXCOUNT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C6567656E642D64796E616D696373"/>
  <p:tag name="AISCIENTIFICILLUSTRATORELEMENTIDHEXCOUNT" val="1"/>
  <p:tag name="AISCIENTIFICILLUSTRATORSEMANTICIDSHEX1" val="5B2273656D616E7469633A3A746578742E6C6567656E642D64796E616D696373225D"/>
  <p:tag name="AISCIENTIFICILLUSTRATORSEMANTICIDSHEXCOUNT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C6567656E642D73656D"/>
  <p:tag name="AISCIENTIFICILLUSTRATORELEMENTIDHEXCOUNT" val="1"/>
  <p:tag name="AISCIENTIFICILLUSTRATORSEMANTICIDSHEX1" val="5B2273656D616E7469633A3A746578742E6C6567656E642D73656D225D"/>
  <p:tag name="AISCIENTIFICILLUSTRATORSEMANTICIDSHEXCOUNT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ELEMENTIDHEX1" val="746578742E6C6567656E642D73656D616E746963"/>
  <p:tag name="AISCIENTIFICILLUSTRATORELEMENTIDHEXCOUNT" val="1"/>
  <p:tag name="AISCIENTIFICILLUSTRATORSEMANTICIDSHEX1" val="5B2273656D616E7469633A3A746578742E6C6567656E642D73656D616E746963225D"/>
  <p:tag name="AISCIENTIFICILLUSTRATORSEMANTICIDSHEXCOU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</Words>
  <Application>Microsoft Office PowerPoint</Application>
  <PresentationFormat>自定义</PresentationFormat>
  <Paragraphs>67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53</cp:revision>
  <dcterms:created xsi:type="dcterms:W3CDTF">2013-01-27T09:14:16Z</dcterms:created>
  <dcterms:modified xsi:type="dcterms:W3CDTF">2026-08-17T16:13:09Z</dcterms:modified>
  <cp:category/>
</cp:coreProperties>
</file>