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2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dirty="0">
                              <a:latin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n-US" sz="2000" dirty="0">
                              <a:latin typeface="Cambria Math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000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dirty="0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dirty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dirty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lang="en-US" sz="1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600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是学习率，且 </a:t>
                </a:r>
                <a14:m>
                  <m:oMath xmlns:m="http://schemas.openxmlformats.org/officeDocument/2006/math">
                    <m:r>
                      <a:rPr lang="en-US" sz="1600" dirty="0">
                        <a:latin typeface="Cambria Math"/>
                      </a:rPr>
                      <m:t>𝑝</m:t>
                    </m:r>
                    <m:r>
                      <a:rPr lang="en-US" sz="1600" dirty="0">
                        <a:latin typeface="Cambria Math"/>
                      </a:rPr>
                      <m:t>&lt;0.05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1</cp:revision>
  <dcterms:created xsi:type="dcterms:W3CDTF">2013-01-27T09:14:16Z</dcterms:created>
  <dcterms:modified xsi:type="dcterms:W3CDTF">2026-08-15T01:33:24Z</dcterms:modified>
  <cp:category/>
</cp:coreProperties>
</file>