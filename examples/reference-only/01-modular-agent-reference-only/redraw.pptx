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611225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tags" Target="../tags/tag1.xml"/><Relationship Id="rId4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background-rect-01" descr="{&quot;autofigure_element_id&quot;:&quot;background&quot;}"/>
          <p:cNvSpPr/>
          <p:nvPr/>
        </p:nvSpPr>
        <p:spPr>
          <a:xfrm>
            <a:off x="0" y="0"/>
            <a:ext cx="13611225" cy="5972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joint-panel-rect-01" descr="{&quot;autofigure_element_id&quot;:&quot;joint-panel&quot;}"/>
          <p:cNvSpPr/>
          <p:nvPr/>
        </p:nvSpPr>
        <p:spPr>
          <a:xfrm>
            <a:off x="171450" y="1019175"/>
            <a:ext cx="9020175" cy="391477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55F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f-behavior-panel-rect-01" descr="{&quot;autofigure_element_id&quot;:&quot;behavior-panel&quot;}"/>
          <p:cNvSpPr/>
          <p:nvPr/>
        </p:nvSpPr>
        <p:spPr>
          <a:xfrm>
            <a:off x="9315450" y="1019175"/>
            <a:ext cx="4124325" cy="3914775"/>
          </a:xfrm>
          <a:prstGeom prst="rect">
            <a:avLst/>
          </a:prstGeom>
          <a:solidFill>
            <a:srgbClr val="FFFFFF"/>
          </a:solidFill>
          <a:ln w="19050">
            <a:solidFill>
              <a:srgbClr val="17355F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f-task-input-box-rect-01" descr="{&quot;autofigure_element_id&quot;:&quot;task-input-box&quot;}"/>
          <p:cNvSpPr/>
          <p:nvPr/>
        </p:nvSpPr>
        <p:spPr>
          <a:xfrm>
            <a:off x="276225" y="152400"/>
            <a:ext cx="3429000" cy="733425"/>
          </a:xfrm>
          <a:prstGeom prst="roundRect">
            <a:avLst>
              <a:gd name="adj" fmla="val 16883"/>
            </a:avLst>
          </a:prstGeom>
          <a:solidFill>
            <a:srgbClr val="F3F3F3"/>
          </a:solidFill>
          <a:ln w="22860">
            <a:solidFill>
              <a:srgbClr val="18345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f-user-icon-ring-ellipse-01" descr="{&quot;autofigure_element_id&quot;:&quot;user-icon-ring&quot;}"/>
          <p:cNvSpPr/>
          <p:nvPr/>
        </p:nvSpPr>
        <p:spPr>
          <a:xfrm>
            <a:off x="419100" y="28575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f-user-icon-head-ellipse-01" descr="{&quot;autofigure_element_id&quot;:&quot;user-icon-head&quot;}"/>
          <p:cNvSpPr/>
          <p:nvPr/>
        </p:nvSpPr>
        <p:spPr>
          <a:xfrm>
            <a:off x="581025" y="333375"/>
            <a:ext cx="133350" cy="1333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f-user-icon-body-freeform-01" descr="{&quot;autofigure_element_id&quot;:&quot;user-icon-body&quot;}"/>
          <p:cNvSpPr/>
          <p:nvPr/>
        </p:nvSpPr>
        <p:spPr>
          <a:xfrm>
            <a:off x="485775" y="466725"/>
            <a:ext cx="323850" cy="190500"/>
          </a:xfrm>
          <a:custGeom>
            <a:avLst/>
            <a:gdLst/>
            <a:ahLst/>
            <a:cxnLst/>
            <a:rect l="0" t="0" r="0" b="0"/>
            <a:pathLst>
              <a:path w="323850" h="190500">
                <a:moveTo>
                  <a:pt x="0" y="190500"/>
                </a:moveTo>
                <a:cubicBezTo>
                  <a:pt x="0" y="57150"/>
                  <a:pt x="57150" y="0"/>
                  <a:pt x="161925" y="0"/>
                </a:cubicBezTo>
                <a:cubicBezTo>
                  <a:pt x="266700" y="0"/>
                  <a:pt x="323850" y="57150"/>
                  <a:pt x="323850" y="19050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p/>
        </p:txBody>
      </p:sp>
      <p:sp>
        <p:nvSpPr>
          <p:cNvPr id="9" name="af-task-line-1-text-01" descr="{&quot;autofigure_element_id&quot;:&quot;task-line-1&quot;}"/>
          <p:cNvSpPr txBox="1"/>
          <p:nvPr/>
        </p:nvSpPr>
        <p:spPr>
          <a:xfrm>
            <a:off x="1076325" y="285750"/>
            <a:ext cx="211836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Arial"/>
              </a:rPr>
              <a:t>Task 1: Turn on lamp</a:t>
            </a:r>
          </a:p>
        </p:txBody>
      </p:sp>
      <p:sp>
        <p:nvSpPr>
          <p:cNvPr id="10" name="af-task-line-2-text-01" descr="{&quot;autofigure_element_id&quot;:&quot;task-line-2&quot;}"/>
          <p:cNvSpPr txBox="1"/>
          <p:nvPr/>
        </p:nvSpPr>
        <p:spPr>
          <a:xfrm>
            <a:off x="1076325" y="561975"/>
            <a:ext cx="257175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Arial"/>
              </a:rPr>
              <a:t>Task 2: Close top drawer ...</a:t>
            </a:r>
          </a:p>
        </p:txBody>
      </p:sp>
      <p:sp>
        <p:nvSpPr>
          <p:cNvPr id="11" name="af-task-encoder-rect-01" descr="{&quot;autofigure_element_id&quot;:&quot;task-encoder&quot;}"/>
          <p:cNvSpPr/>
          <p:nvPr/>
        </p:nvSpPr>
        <p:spPr>
          <a:xfrm>
            <a:off x="4143375" y="161925"/>
            <a:ext cx="1181100" cy="742950"/>
          </a:xfrm>
          <a:prstGeom prst="roundRect">
            <a:avLst>
              <a:gd name="adj" fmla="val 17948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f-task-encoder-line1-text-01" descr="{&quot;autofigure_element_id&quot;:&quot;task-encoder-line1&quot;}"/>
          <p:cNvSpPr txBox="1"/>
          <p:nvPr/>
        </p:nvSpPr>
        <p:spPr>
          <a:xfrm>
            <a:off x="4401502" y="304800"/>
            <a:ext cx="66484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task</a:t>
            </a:r>
          </a:p>
        </p:txBody>
      </p:sp>
      <p:sp>
        <p:nvSpPr>
          <p:cNvPr id="13" name="af-task-encoder-line2-text-01" descr="{&quot;autofigure_element_id&quot;:&quot;task-encoder-line2&quot;}"/>
          <p:cNvSpPr txBox="1"/>
          <p:nvPr/>
        </p:nvSpPr>
        <p:spPr>
          <a:xfrm>
            <a:off x="4235768" y="571500"/>
            <a:ext cx="996315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Encoder</a:t>
            </a:r>
          </a:p>
        </p:txBody>
      </p:sp>
      <p:sp>
        <p:nvSpPr>
          <p:cNvPr id="14" name="af-tau-box-rect-01" descr="{&quot;autofigure_element_id&quot;:&quot;tau-box&quot;}"/>
          <p:cNvSpPr/>
          <p:nvPr/>
        </p:nvSpPr>
        <p:spPr>
          <a:xfrm>
            <a:off x="5686425" y="342900"/>
            <a:ext cx="1219200" cy="409575"/>
          </a:xfrm>
          <a:prstGeom prst="rect">
            <a:avLst/>
          </a:prstGeom>
          <a:solidFill>
            <a:srgbClr val="FFFFFF"/>
          </a:solidFill>
          <a:ln w="28575">
            <a:solidFill>
              <a:srgbClr val="18345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math:001" descr="AI_AUTOFIGURE_NATIVE_MATH_V1:eyJjb250ZW50X3J1bnMiOlt7ImNhbm9uaWNhbF9sYXRleCI6IlxcdGF1IiwiZm9ybXVsYV9pZCI6IkVRMDAxIiwia2luZCI6Im1hdGg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mb3JtdWxhcyI6W3siY2Fub25pY2FsX2xhdGV4IjoiXFx0YXUiLCJmb3JtdWxhX2lkIjoiRVEwMDE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raW5kIjoibmF0aXZlX29mZmljZV9tYXRoIiwicGxhY2Vob2xkZXJfbmFtZSI6Im1hdGg6MDAxIiwic2NoZW1hX3ZlcnNpb24iOiIxLjAifQ=="/>
              <p:cNvSpPr txBox="1"/>
              <p:nvPr/>
            </p:nvSpPr>
            <p:spPr>
              <a:xfrm>
                <a:off x="6081712" y="58103"/>
                <a:ext cx="409575" cy="452438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650">
                        <a:solidFill>
                          <a:srgbClr val="000000"/>
                        </a:solidFill>
                        <a:latin typeface="Cambria Math"/>
                      </a:rPr>
                      <m:t>τ</m:t>
                    </m:r>
                  </m:oMath>
                </a14:m>
                <a:endParaRPr lang="en-US" dirty="0" sz="165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" name="math:001" descr="AI_AUTOFIGURE_MATH_FALLBACK_ONLY_V1:eyJjb250ZW50X3J1bnMiOlt7ImNhbm9uaWNhbF9sYXRleCI6IlxcdGF1IiwiZm9ybXVsYV9pZCI6IkVRMDAxIiwia2luZCI6Im1hdGg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mb3JtdWxhcyI6W3siY2Fub25pY2FsX2xhdGV4IjoiXFx0YXUiLCJmb3JtdWxhX2lkIjoiRVEwMDE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raW5kIjoibmF0aXZlX29mZmljZV9tYXRoIiwicGxhY2Vob2xkZXJfbmFtZSI6Im1hdGg6MDAxIiwic2NoZW1hX3ZlcnNpb24iOiIxLjAifQ=="/>
              <p:cNvSpPr txBox="1"/>
              <p:nvPr/>
            </p:nvSpPr>
            <p:spPr>
              <a:xfrm>
                <a:off x="6081712" y="58103"/>
                <a:ext cx="409575" cy="452438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650">
                    <a:solidFill>
                      <a:srgbClr val="000000"/>
                    </a:solidFill>
                  </a:rPr>
                  <a:t>\(\tau\)</a:t>
                </a:r>
                <a:endParaRPr lang="en-US" dirty="0" sz="1650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16" name="af-tau-node-1-ellipse-01" descr="{&quot;autofigure_element_id&quot;:&quot;tau-node-1&quot;}"/>
          <p:cNvSpPr/>
          <p:nvPr/>
        </p:nvSpPr>
        <p:spPr>
          <a:xfrm>
            <a:off x="5781675" y="390525"/>
            <a:ext cx="323850" cy="323850"/>
          </a:xfrm>
          <a:prstGeom prst="ellipse">
            <a:avLst/>
          </a:prstGeom>
          <a:solidFill>
            <a:srgbClr val="B7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tau-node-2-ellipse-01" descr="{&quot;autofigure_element_id&quot;:&quot;tau-node-2&quot;}"/>
          <p:cNvSpPr/>
          <p:nvPr/>
        </p:nvSpPr>
        <p:spPr>
          <a:xfrm>
            <a:off x="6134100" y="390525"/>
            <a:ext cx="323850" cy="323850"/>
          </a:xfrm>
          <a:prstGeom prst="ellipse">
            <a:avLst/>
          </a:prstGeom>
          <a:solidFill>
            <a:srgbClr val="B7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f-tau-node-3-ellipse-01" descr="{&quot;autofigure_element_id&quot;:&quot;tau-node-3&quot;}"/>
          <p:cNvSpPr/>
          <p:nvPr/>
        </p:nvSpPr>
        <p:spPr>
          <a:xfrm>
            <a:off x="6486525" y="390525"/>
            <a:ext cx="323850" cy="323850"/>
          </a:xfrm>
          <a:prstGeom prst="ellipse">
            <a:avLst/>
          </a:prstGeom>
          <a:solidFill>
            <a:srgbClr val="B7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-mapping-box-rect-01" descr="{&quot;autofigure_element_id&quot;:&quot;mapping-box&quot;}"/>
          <p:cNvSpPr/>
          <p:nvPr/>
        </p:nvSpPr>
        <p:spPr>
          <a:xfrm>
            <a:off x="7286625" y="323850"/>
            <a:ext cx="1771650" cy="447675"/>
          </a:xfrm>
          <a:prstGeom prst="roundRect">
            <a:avLst>
              <a:gd name="adj" fmla="val 14893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f-mapping-label-text-01" descr="{&quot;autofigure_element_id&quot;:&quot;mapping-label&quot;}"/>
          <p:cNvSpPr txBox="1"/>
          <p:nvPr/>
        </p:nvSpPr>
        <p:spPr>
          <a:xfrm>
            <a:off x="7515225" y="457200"/>
            <a:ext cx="1015365" cy="2476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mapping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math:002" descr="AI_AUTOFIGURE_NATIVE_MATH_V1:eyJjb250ZW50X3J1bnMiOlt7ImNhbm9uaWNhbF9sYXRleCI6ImZfe21hcH0iLCJmb3JtdWxhX2lkIjoiRVEwMDIiLCJraW5kIjoibWF0aCIsImxhdGV4X3NoYTI1NiI6IjU3MWIwZGZjYzU5NDUzMDFiMDU2Y2I1Mzc2YzZhYzQ1MDM5ODY0ZTYxYjU0OGQ2ZWM2NDhhNGQ2NzgxZTAyZmQiLCJtb2RlIjoiaW5saW5lIiwib21tbF9zaGEyNTYiOiIwYjY0N2UwMjhhZjI2MTk5NjIyNDYwZjhhNGFkYzNkN2I1M2U3MGMxZTRlM2RjYjcyN2IwZjlmOWMzODc3OGJjIiwic2VtYW50aWNfb21tbF9wcm9maWxlIjoib2ZmaWNlLW1hdGgtc2VtYW50aWMtdjIiLCJzZW1hbnRpY19vbW1sX3NoYTI1NiI6ImI4Yzg4NzY2ZWQ2NDRiZGVlYTJkZThkMTUyOWYyYzg5N2U5NzM4ODYyMTllOTI1ODBmODExZjAyOGVhNmRjYzcifV0sImZvcm11bGFzIjpbeyJjYW5vbmljYWxfbGF0ZXgiOiJmX3ttYXB9IiwiZm9ybXVsYV9pZCI6IkVRMDAyIiwibGF0ZXhfc2hhMjU2IjoiNTcxYjBkZmNjNTk0NTMwMWIwNTZjYjUzNzZjNmFjNDUwMzk4NjRlNjFiNTQ4ZDZlYzY0OGE0ZDY3ODFlMDJmZCIsIm1vZGUiOiJpbmxpbmUiLCJvbW1sX3NoYTI1NiI6IjBiNjQ3ZTAyOGFmMjYxOTk2MjI0NjBmOGE0YWRjM2Q3YjUzZTcwYzFlNGUzZGNiNzI3YjBmOWY5YzM4Nzc4YmMiLCJzZW1hbnRpY19vbW1sX3Byb2ZpbGUiOiJvZmZpY2UtbWF0aC1zZW1hbnRpYy12MiIsInNlbWFudGljX29tbWxfc2hhMjU2IjoiYjhjODg3NjZlZDY0NGJkZWVhMmRlOGQxNTI5ZjJjODk3ZTk3Mzg4NjIxOWU5MjU4MGY4MTFmMDI4ZWE2ZGNjNyJ9XSwia2luZCI6Im5hdGl2ZV9vZmZpY2VfbWF0aCIsInBsYWNlaG9sZGVyX25hbWUiOiJtYXRoOjAwMiIsInNjaGVtYV92ZXJzaW9uIjoiMS4wIn0="/>
              <p:cNvSpPr txBox="1"/>
              <p:nvPr/>
            </p:nvSpPr>
            <p:spPr>
              <a:xfrm>
                <a:off x="8477250" y="455771"/>
                <a:ext cx="514350" cy="249079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000000"/>
                            </a:solidFill>
                            <a:latin typeface="Cambria Math"/>
                          </a:rPr>
                          <m:t>f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000000"/>
                            </a:solidFill>
                            <a:latin typeface="Cambria Math"/>
                          </a:rPr>
                          <m:t>map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1" name="math:002" descr="AI_AUTOFIGURE_MATH_FALLBACK_ONLY_V1:eyJjb250ZW50X3J1bnMiOlt7ImNhbm9uaWNhbF9sYXRleCI6ImZfe21hcH0iLCJmb3JtdWxhX2lkIjoiRVEwMDIiLCJraW5kIjoibWF0aCIsImxhdGV4X3NoYTI1NiI6IjU3MWIwZGZjYzU5NDUzMDFiMDU2Y2I1Mzc2YzZhYzQ1MDM5ODY0ZTYxYjU0OGQ2ZWM2NDhhNGQ2NzgxZTAyZmQiLCJtb2RlIjoiaW5saW5lIiwib21tbF9zaGEyNTYiOiIwYjY0N2UwMjhhZjI2MTk5NjIyNDYwZjhhNGFkYzNkN2I1M2U3MGMxZTRlM2RjYjcyN2IwZjlmOWMzODc3OGJjIiwic2VtYW50aWNfb21tbF9wcm9maWxlIjoib2ZmaWNlLW1hdGgtc2VtYW50aWMtdjIiLCJzZW1hbnRpY19vbW1sX3NoYTI1NiI6ImI4Yzg4NzY2ZWQ2NDRiZGVlYTJkZThkMTUyOWYyYzg5N2U5NzM4ODYyMTllOTI1ODBmODExZjAyOGVhNmRjYzcifV0sImZvcm11bGFzIjpbeyJjYW5vbmljYWxfbGF0ZXgiOiJmX3ttYXB9IiwiZm9ybXVsYV9pZCI6IkVRMDAyIiwibGF0ZXhfc2hhMjU2IjoiNTcxYjBkZmNjNTk0NTMwMWIwNTZjYjUzNzZjNmFjNDUwMzk4NjRlNjFiNTQ4ZDZlYzY0OGE0ZDY3ODFlMDJmZCIsIm1vZGUiOiJpbmxpbmUiLCJvbW1sX3NoYTI1NiI6IjBiNjQ3ZTAyOGFmMjYxOTk2MjI0NjBmOGE0YWRjM2Q3YjUzZTcwYzFlNGUzZGNiNzI3YjBmOWY5YzM4Nzc4YmMiLCJzZW1hbnRpY19vbW1sX3Byb2ZpbGUiOiJvZmZpY2UtbWF0aC1zZW1hbnRpYy12MiIsInNlbWFudGljX29tbWxfc2hhMjU2IjoiYjhjODg3NjZlZDY0NGJkZWVhMmRlOGQxNTI5ZjJjODk3ZTk3Mzg4NjIxOWU5MjU4MGY4MTFmMDI4ZWE2ZGNjNyJ9XSwia2luZCI6Im5hdGl2ZV9vZmZpY2VfbWF0aCIsInBsYWNlaG9sZGVyX25hbWUiOiJtYXRoOjAwMiIsInNjaGVtYV92ZXJzaW9uIjoiMS4wIn0="/>
              <p:cNvSpPr txBox="1"/>
              <p:nvPr/>
            </p:nvSpPr>
            <p:spPr>
              <a:xfrm>
                <a:off x="8477250" y="455771"/>
                <a:ext cx="514350" cy="249079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l"/>
                <a:r>
                  <a:rPr lang="en-US" dirty="0" sz="1275">
                    <a:solidFill>
                      <a:srgbClr val="000000"/>
                    </a:solidFill>
                  </a:rPr>
                  <a:t>\(f_{map}\)</a:t>
                </a:r>
                <a:endParaRPr lang="en-US" dirty="0" sz="1275">
                  <a:solidFill>
                    <a:srgbClr val="000000"/>
                  </a:solidFill>
                </a:endParaRPr>
              </a:p>
            </p:txBody>
          </p:sp>
        </mc:Fallback>
      </mc:AlternateContent>
      <p:cxnSp>
        <p:nvCxnSpPr>
          <p:cNvPr id="22" name="af-task-input-to-encoder-connector-01" descr="{&quot;arrow_spec_sha256&quot;:&quot;7d5ed98d70de50a89dd6a62b357199f31c630caa2dd759ba7ae7a496a0e1eecf&quot;,&quot;autofigure_element_id&quot;:&quot;task-input-to-encoder&quot;}"/>
          <p:cNvCxnSpPr>
            <a:stCxn id="5" idx="0"/>
            <a:endCxn id="11" idx="0"/>
          </p:cNvCxnSpPr>
          <p:nvPr/>
        </p:nvCxnSpPr>
        <p:spPr>
          <a:xfrm>
            <a:off x="3800475" y="533400"/>
            <a:ext cx="247650" cy="0"/>
          </a:xfrm>
          <a:prstGeom prst="line">
            <a:avLst/>
          </a:prstGeom>
          <a:ln w="66675">
            <a:solidFill>
              <a:srgbClr val="7F7F7F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f-task-encoder-to-tau-connector-01" descr="{&quot;arrow_spec_sha256&quot;:&quot;05f855fe9d4755df68c702b5553583fc088577e9b45784efd59df6e8c718dd59&quot;,&quot;autofigure_element_id&quot;:&quot;task-encoder-to-tau&quot;}"/>
          <p:cNvCxnSpPr>
            <a:stCxn id="11" idx="0"/>
            <a:endCxn id="14" idx="0"/>
          </p:cNvCxnSpPr>
          <p:nvPr/>
        </p:nvCxnSpPr>
        <p:spPr>
          <a:xfrm>
            <a:off x="5391150" y="533400"/>
            <a:ext cx="228600" cy="0"/>
          </a:xfrm>
          <a:prstGeom prst="line">
            <a:avLst/>
          </a:prstGeom>
          <a:ln w="66675">
            <a:solidFill>
              <a:srgbClr val="7F7F7F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f-tau-to-mapping-connector-01" descr="{&quot;arrow_spec_sha256&quot;:&quot;33f6262b8e70635ec86353616d887f9de74d8a4b1bbaa2086a181b9ce9bf3ca8&quot;,&quot;autofigure_element_id&quot;:&quot;tau-to-mapping&quot;}"/>
          <p:cNvCxnSpPr>
            <a:stCxn id="14" idx="0"/>
            <a:endCxn id="19" idx="0"/>
          </p:cNvCxnSpPr>
          <p:nvPr/>
        </p:nvCxnSpPr>
        <p:spPr>
          <a:xfrm>
            <a:off x="6981825" y="533400"/>
            <a:ext cx="238125" cy="0"/>
          </a:xfrm>
          <a:prstGeom prst="line">
            <a:avLst/>
          </a:prstGeom>
          <a:ln w="66675">
            <a:solidFill>
              <a:srgbClr val="7F7F7F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f-legend-sem-rect-01" descr="{&quot;autofigure_element_id&quot;:&quot;legend-sem&quot;}"/>
          <p:cNvSpPr/>
          <p:nvPr/>
        </p:nvSpPr>
        <p:spPr>
          <a:xfrm>
            <a:off x="11001375" y="171450"/>
            <a:ext cx="742950" cy="352425"/>
          </a:xfrm>
          <a:prstGeom prst="roundRect">
            <a:avLst>
              <a:gd name="adj" fmla="val 16216"/>
            </a:avLst>
          </a:prstGeom>
          <a:solidFill>
            <a:srgbClr val="FD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f-legend-sem-short-text-01" descr="{&quot;autofigure_element_id&quot;:&quot;legend-sem-short&quot;}"/>
          <p:cNvSpPr txBox="1"/>
          <p:nvPr/>
        </p:nvSpPr>
        <p:spPr>
          <a:xfrm>
            <a:off x="11039475" y="237649"/>
            <a:ext cx="666750" cy="24812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>
                <a:solidFill>
                  <a:srgbClr val="000000"/>
                </a:solidFill>
                <a:latin typeface="Arial"/>
              </a:rPr>
              <a:t>Sem</a:t>
            </a:r>
          </a:p>
        </p:txBody>
      </p:sp>
      <p:sp>
        <p:nvSpPr>
          <p:cNvPr id="27" name="af-legend-sem-long-text-01" descr="{&quot;autofigure_element_id&quot;:&quot;legend-sem-long&quot;}"/>
          <p:cNvSpPr txBox="1"/>
          <p:nvPr/>
        </p:nvSpPr>
        <p:spPr>
          <a:xfrm>
            <a:off x="11820525" y="247174"/>
            <a:ext cx="1591532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>
                <a:solidFill>
                  <a:srgbClr val="000000"/>
                </a:solidFill>
                <a:latin typeface="Arial"/>
              </a:rPr>
              <a:t>semantic expert</a:t>
            </a:r>
          </a:p>
        </p:txBody>
      </p:sp>
      <p:sp>
        <p:nvSpPr>
          <p:cNvPr id="28" name="af-legend-dyn-rect-01" descr="{&quot;autofigure_element_id&quot;:&quot;legend-dyn&quot;}"/>
          <p:cNvSpPr/>
          <p:nvPr/>
        </p:nvSpPr>
        <p:spPr>
          <a:xfrm>
            <a:off x="11001375" y="561975"/>
            <a:ext cx="742950" cy="352425"/>
          </a:xfrm>
          <a:prstGeom prst="roundRect">
            <a:avLst>
              <a:gd name="adj" fmla="val 16216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f-legend-dyn-short-text-01" descr="{&quot;autofigure_element_id&quot;:&quot;legend-dyn-short&quot;}"/>
          <p:cNvSpPr txBox="1"/>
          <p:nvPr/>
        </p:nvSpPr>
        <p:spPr>
          <a:xfrm>
            <a:off x="11065716" y="637699"/>
            <a:ext cx="614267" cy="23860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>
                <a:solidFill>
                  <a:srgbClr val="000000"/>
                </a:solidFill>
                <a:latin typeface="Arial"/>
              </a:rPr>
              <a:t>Dyn</a:t>
            </a:r>
          </a:p>
        </p:txBody>
      </p:sp>
      <p:sp>
        <p:nvSpPr>
          <p:cNvPr id="30" name="af-legend-dyn-long-text-01" descr="{&quot;autofigure_element_id&quot;:&quot;legend-dyn-long&quot;}"/>
          <p:cNvSpPr txBox="1"/>
          <p:nvPr/>
        </p:nvSpPr>
        <p:spPr>
          <a:xfrm>
            <a:off x="11820525" y="637699"/>
            <a:ext cx="1625918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>
                <a:solidFill>
                  <a:srgbClr val="000000"/>
                </a:solidFill>
                <a:latin typeface="Arial"/>
              </a:rPr>
              <a:t>dynamics expert</a:t>
            </a:r>
          </a:p>
        </p:txBody>
      </p:sp>
      <p:sp>
        <p:nvSpPr>
          <p:cNvPr id="31" name="af-joint-title-text-01" descr="{&quot;autofigure_element_id&quot;:&quot;joint-title&quot;}"/>
          <p:cNvSpPr txBox="1"/>
          <p:nvPr/>
        </p:nvSpPr>
        <p:spPr>
          <a:xfrm>
            <a:off x="390525" y="1307782"/>
            <a:ext cx="3254311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50" b="1">
                <a:solidFill>
                  <a:srgbClr val="000000"/>
                </a:solidFill>
                <a:latin typeface="Arial"/>
              </a:rPr>
              <a:t>Task-Aware Modular Joint</a:t>
            </a:r>
          </a:p>
        </p:txBody>
      </p:sp>
      <p:sp>
        <p:nvSpPr>
          <p:cNvPr id="32" name="af-allocator-box-rect-01" descr="{&quot;autofigure_element_id&quot;:&quot;allocator-box&quot;}"/>
          <p:cNvSpPr/>
          <p:nvPr/>
        </p:nvSpPr>
        <p:spPr>
          <a:xfrm>
            <a:off x="4619625" y="1257300"/>
            <a:ext cx="3352800" cy="438150"/>
          </a:xfrm>
          <a:prstGeom prst="rect">
            <a:avLst/>
          </a:prstGeom>
          <a:solidFill>
            <a:srgbClr val="FFFFFF"/>
          </a:solidFill>
          <a:ln w="28575">
            <a:solidFill>
              <a:srgbClr val="4776C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f-allocator-label-text-01" descr="{&quot;autofigure_element_id&quot;:&quot;allocator-label&quot;}"/>
          <p:cNvSpPr txBox="1"/>
          <p:nvPr/>
        </p:nvSpPr>
        <p:spPr>
          <a:xfrm>
            <a:off x="4833461" y="1372076"/>
            <a:ext cx="2925127" cy="26622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Task-Guided Expert Allocator</a:t>
            </a:r>
          </a:p>
        </p:txBody>
      </p:sp>
      <p:sp>
        <p:nvSpPr>
          <p:cNvPr id="34" name="af-allocator-funnel-freeform-01" descr="{&quot;autofigure_element_id&quot;:&quot;allocator-funnel&quot;}"/>
          <p:cNvSpPr/>
          <p:nvPr/>
        </p:nvSpPr>
        <p:spPr>
          <a:xfrm>
            <a:off x="4619625" y="1695450"/>
            <a:ext cx="3352800" cy="285750"/>
          </a:xfrm>
          <a:custGeom>
            <a:avLst/>
            <a:gdLst/>
            <a:ahLst/>
            <a:cxnLst/>
            <a:rect l="0" t="0" r="0" b="0"/>
            <a:pathLst>
              <a:path w="3352800" h="285750">
                <a:moveTo>
                  <a:pt x="0" y="0"/>
                </a:moveTo>
                <a:lnTo>
                  <a:pt x="3352800" y="0"/>
                </a:lnTo>
                <a:lnTo>
                  <a:pt x="2143125" y="285750"/>
                </a:lnTo>
                <a:lnTo>
                  <a:pt x="1209675" y="285750"/>
                </a:lnTo>
                <a:close/>
              </a:path>
            </a:pathLst>
          </a:custGeom>
          <a:gradFill>
            <a:gsLst>
              <a:gs pos="0">
                <a:srgbClr val="4B78CF">
                  <a:alpha val="85000"/>
                </a:srgbClr>
              </a:gs>
              <a:gs pos="100000">
                <a:srgbClr val="D9E4FA">
                  <a:alpha val="15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cxnSp>
        <p:nvCxnSpPr>
          <p:cNvPr id="35" name="af-tau-to-allocator-connector-01" descr="{&quot;arrow_spec_sha256&quot;:&quot;d8c4063c82e8d9a3ade452a78b6f955ac9341a0939856ec54367e9fa98b620ea&quot;,&quot;autofigure_element_id&quot;:&quot;tau-to-allocator&quot;}"/>
          <p:cNvCxnSpPr>
            <a:stCxn id="14" idx="0"/>
            <a:endCxn id="32" idx="0"/>
          </p:cNvCxnSpPr>
          <p:nvPr/>
        </p:nvCxnSpPr>
        <p:spPr>
          <a:xfrm>
            <a:off x="6286500" y="762000"/>
            <a:ext cx="0" cy="447675"/>
          </a:xfrm>
          <a:prstGeom prst="line">
            <a:avLst/>
          </a:prstGeom>
          <a:ln w="28575">
            <a:solidFill>
              <a:srgbClr val="4776C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f-mllm-encoder-rect-01" descr="{&quot;autofigure_element_id&quot;:&quot;mllm-encoder&quot;}"/>
          <p:cNvSpPr/>
          <p:nvPr/>
        </p:nvSpPr>
        <p:spPr>
          <a:xfrm>
            <a:off x="1781175" y="2305050"/>
            <a:ext cx="1181100" cy="742950"/>
          </a:xfrm>
          <a:prstGeom prst="roundRect">
            <a:avLst>
              <a:gd name="adj" fmla="val 16666"/>
            </a:avLst>
          </a:prstGeom>
          <a:solidFill>
            <a:srgbClr val="F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f-mllm-line1-text-01" descr="{&quot;autofigure_element_id&quot;:&quot;mllm-line1&quot;}"/>
          <p:cNvSpPr txBox="1"/>
          <p:nvPr/>
        </p:nvSpPr>
        <p:spPr>
          <a:xfrm>
            <a:off x="1924812" y="2438876"/>
            <a:ext cx="912876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MLLM</a:t>
            </a:r>
          </a:p>
        </p:txBody>
      </p:sp>
      <p:sp>
        <p:nvSpPr>
          <p:cNvPr id="38" name="af-mllm-line2-text-01" descr="{&quot;autofigure_element_id&quot;:&quot;mllm-line2&quot;}"/>
          <p:cNvSpPr txBox="1"/>
          <p:nvPr/>
        </p:nvSpPr>
        <p:spPr>
          <a:xfrm>
            <a:off x="1866900" y="2705576"/>
            <a:ext cx="1028700" cy="27574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Encoder</a:t>
            </a:r>
          </a:p>
        </p:txBody>
      </p:sp>
      <p:sp>
        <p:nvSpPr>
          <p:cNvPr id="39" name="af-wm-encoder-rect-01" descr="{&quot;autofigure_element_id&quot;:&quot;wm-encoder&quot;}"/>
          <p:cNvSpPr/>
          <p:nvPr/>
        </p:nvSpPr>
        <p:spPr>
          <a:xfrm>
            <a:off x="1790700" y="3819525"/>
            <a:ext cx="1190625" cy="742950"/>
          </a:xfrm>
          <a:prstGeom prst="roundRect">
            <a:avLst>
              <a:gd name="adj" fmla="val 16666"/>
            </a:avLst>
          </a:prstGeom>
          <a:solidFill>
            <a:srgbClr val="E5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f-wm-line1-text-01" descr="{&quot;autofigure_element_id&quot;:&quot;wm-line1&quot;}"/>
          <p:cNvSpPr txBox="1"/>
          <p:nvPr/>
        </p:nvSpPr>
        <p:spPr>
          <a:xfrm>
            <a:off x="2053828" y="3962876"/>
            <a:ext cx="654844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WM</a:t>
            </a:r>
          </a:p>
        </p:txBody>
      </p:sp>
      <p:sp>
        <p:nvSpPr>
          <p:cNvPr id="41" name="af-wm-line2-text-01" descr="{&quot;autofigure_element_id&quot;:&quot;wm-line2&quot;}"/>
          <p:cNvSpPr txBox="1"/>
          <p:nvPr/>
        </p:nvSpPr>
        <p:spPr>
          <a:xfrm>
            <a:off x="1865805" y="4229576"/>
            <a:ext cx="1030891" cy="26622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Encoder</a:t>
            </a:r>
          </a:p>
        </p:txBody>
      </p:sp>
      <p:pic>
        <p:nvPicPr>
          <p:cNvPr id="42" name="af-atomic-observation-atomic-raster-01" descr="{&quot;autofigure_element_id&quot;:&quot;atomic:observation&quot;}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0050" y="2762250"/>
            <a:ext cx="1009650" cy="819150"/>
          </a:xfrm>
          <a:prstGeom prst="rect">
            <a:avLst/>
          </a:prstGeom>
        </p:spPr>
      </p:pic>
      <p:sp>
        <p:nvSpPr>
          <p:cNvPr id="43" name="af-observation-ellipsis-text-01" descr="{&quot;autofigure_element_id&quot;:&quot;observation-ellipsis&quot;}"/>
          <p:cNvSpPr txBox="1"/>
          <p:nvPr/>
        </p:nvSpPr>
        <p:spPr>
          <a:xfrm>
            <a:off x="295275" y="3392805"/>
            <a:ext cx="510540" cy="4762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>
                <a:solidFill>
                  <a:srgbClr val="888888"/>
                </a:solidFill>
                <a:latin typeface="Arial"/>
              </a:rPr>
              <a:t>...</a:t>
            </a:r>
          </a:p>
        </p:txBody>
      </p:sp>
      <p:sp>
        <p:nvSpPr>
          <p:cNvPr id="44" name="af-observation-label-text-01" descr="{&quot;autofigure_element_id&quot;:&quot;observation-label&quot;}"/>
          <p:cNvSpPr txBox="1"/>
          <p:nvPr/>
        </p:nvSpPr>
        <p:spPr>
          <a:xfrm>
            <a:off x="276225" y="3658552"/>
            <a:ext cx="1379791" cy="4524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50">
                <a:solidFill>
                  <a:srgbClr val="000000"/>
                </a:solidFill>
                <a:latin typeface="Arial"/>
              </a:rPr>
              <a:t>observation</a:t>
            </a:r>
          </a:p>
        </p:txBody>
      </p:sp>
      <p:cxnSp>
        <p:nvCxnSpPr>
          <p:cNvPr id="45" name="af-observation-to-mllm-connector-01" descr="{&quot;arrow_spec_sha256&quot;:&quot;3cab0196d88eae7a9574892caff0477e76eab7638867f5c01b82892d8e2985fb&quot;,&quot;autofigure_element_id&quot;:&quot;observation-to-mllm&quot;}"/>
          <p:cNvCxnSpPr>
            <a:stCxn id="42" idx="0"/>
            <a:endCxn id="36" idx="0"/>
          </p:cNvCxnSpPr>
          <p:nvPr/>
        </p:nvCxnSpPr>
        <p:spPr>
          <a:xfrm flipV="1">
            <a:off x="1438275" y="2790825"/>
            <a:ext cx="257175" cy="276225"/>
          </a:xfrm>
          <a:prstGeom prst="line">
            <a:avLst/>
          </a:prstGeom>
          <a:ln w="47625">
            <a:solidFill>
              <a:srgbClr val="F27622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af-observation-to-wm-connector-01" descr="{&quot;arrow_spec_sha256&quot;:&quot;1d0f12eeb40e0a9811ab7ed54c4f80700c2b2a1969d6ebdd788ab71ed95eed10&quot;,&quot;autofigure_element_id&quot;:&quot;observation-to-wm&quot;}"/>
          <p:cNvCxnSpPr>
            <a:stCxn id="42" idx="0"/>
            <a:endCxn id="39" idx="0"/>
          </p:cNvCxnSpPr>
          <p:nvPr/>
        </p:nvCxnSpPr>
        <p:spPr>
          <a:xfrm>
            <a:off x="1428750" y="3581400"/>
            <a:ext cx="285750" cy="228600"/>
          </a:xfrm>
          <a:prstGeom prst="line">
            <a:avLst/>
          </a:prstGeom>
          <a:ln w="47625">
            <a:solidFill>
              <a:srgbClr val="3567B7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af-mllm-to-ev-connector-01" descr="{&quot;arrow_spec_sha256&quot;:&quot;c5231c3d364c2a3a757f4df602ea7f81e74ded078934016208a5db594f840fb8&quot;,&quot;autofigure_element_id&quot;:&quot;mllm-to-ev&quot;}"/>
          <p:cNvCxnSpPr>
            <a:stCxn id="36" idx="0"/>
            <a:endCxn id="49" idx="0"/>
          </p:cNvCxnSpPr>
          <p:nvPr/>
        </p:nvCxnSpPr>
        <p:spPr>
          <a:xfrm>
            <a:off x="3000375" y="2609850"/>
            <a:ext cx="238125" cy="0"/>
          </a:xfrm>
          <a:prstGeom prst="line">
            <a:avLst/>
          </a:prstGeom>
          <a:ln w="47625">
            <a:solidFill>
              <a:srgbClr val="F27622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af-wm-to-st-connector-01" descr="{&quot;arrow_spec_sha256&quot;:&quot;6ee36a15d74b8141f18e430f2effd81d2e629dffe0badd2fb924d38745dd2e47&quot;,&quot;autofigure_element_id&quot;:&quot;wm-to-st&quot;}"/>
          <p:cNvCxnSpPr>
            <a:stCxn id="39" idx="0"/>
            <a:endCxn id="54" idx="0"/>
          </p:cNvCxnSpPr>
          <p:nvPr/>
        </p:nvCxnSpPr>
        <p:spPr>
          <a:xfrm>
            <a:off x="3000375" y="4143375"/>
            <a:ext cx="238125" cy="0"/>
          </a:xfrm>
          <a:prstGeom prst="line">
            <a:avLst/>
          </a:prstGeom>
          <a:ln w="47625">
            <a:solidFill>
              <a:srgbClr val="3567B7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af-ev-box-rect-01" descr="{&quot;autofigure_element_id&quot;:&quot;ev-box&quot;}"/>
          <p:cNvSpPr/>
          <p:nvPr/>
        </p:nvSpPr>
        <p:spPr>
          <a:xfrm>
            <a:off x="3295650" y="2028825"/>
            <a:ext cx="400050" cy="1209675"/>
          </a:xfrm>
          <a:prstGeom prst="rect">
            <a:avLst/>
          </a:prstGeom>
          <a:solidFill>
            <a:srgbClr val="FFFFFF"/>
          </a:solidFill>
          <a:ln w="28575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math:003" descr="AI_AUTOFIGURE_NATIVE_MATH_V1:eyJjb250ZW50X3J1bnMiOlt7ImNhbm9uaWNhbF9sYXRleCI6ImVfe3Z9IiwiZm9ybXVsYV9pZCI6IkVRMDAzIiwia2luZCI6Im1hdGg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mb3JtdWxhcyI6W3siY2Fub25pY2FsX2xhdGV4IjoiZV97dn0iLCJmb3JtdWxhX2lkIjoiRVEwMDM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raW5kIjoibmF0aXZlX29mZmljZV9tYXRoIiwicGxhY2Vob2xkZXJfbmFtZSI6Im1hdGg6MDAzIiwic2NoZW1hX3ZlcnNpb24iOiIxLjAifQ=="/>
              <p:cNvSpPr txBox="1"/>
              <p:nvPr/>
            </p:nvSpPr>
            <p:spPr>
              <a:xfrm>
                <a:off x="3254121" y="1751648"/>
                <a:ext cx="48310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50" name="math:003" descr="AI_AUTOFIGURE_MATH_FALLBACK_ONLY_V1:eyJjb250ZW50X3J1bnMiOlt7ImNhbm9uaWNhbF9sYXRleCI6ImVfe3Z9IiwiZm9ybXVsYV9pZCI6IkVRMDAzIiwia2luZCI6Im1hdGg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mb3JtdWxhcyI6W3siY2Fub25pY2FsX2xhdGV4IjoiZV97dn0iLCJmb3JtdWxhX2lkIjoiRVEwMDM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raW5kIjoibmF0aXZlX29mZmljZV9tYXRoIiwicGxhY2Vob2xkZXJfbmFtZSI6Im1hdGg6MDAzIiwic2NoZW1hX3ZlcnNpb24iOiIxLjAifQ=="/>
              <p:cNvSpPr txBox="1"/>
              <p:nvPr/>
            </p:nvSpPr>
            <p:spPr>
              <a:xfrm>
                <a:off x="3254121" y="1751648"/>
                <a:ext cx="48310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\(e_{v}\)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51" name="af-ev-node-1-ellipse-01" descr="{&quot;autofigure_element_id&quot;:&quot;ev-node-1&quot;}"/>
          <p:cNvSpPr/>
          <p:nvPr/>
        </p:nvSpPr>
        <p:spPr>
          <a:xfrm>
            <a:off x="3333750" y="2114550"/>
            <a:ext cx="323850" cy="323850"/>
          </a:xfrm>
          <a:prstGeom prst="ellipse">
            <a:avLst/>
          </a:prstGeom>
          <a:solidFill>
            <a:srgbClr val="F3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f-ev-node-2-ellipse-01" descr="{&quot;autofigure_element_id&quot;:&quot;ev-node-2&quot;}"/>
          <p:cNvSpPr/>
          <p:nvPr/>
        </p:nvSpPr>
        <p:spPr>
          <a:xfrm>
            <a:off x="3333750" y="2476500"/>
            <a:ext cx="323850" cy="323850"/>
          </a:xfrm>
          <a:prstGeom prst="ellipse">
            <a:avLst/>
          </a:prstGeom>
          <a:solidFill>
            <a:srgbClr val="F3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f-ev-node-3-ellipse-01" descr="{&quot;autofigure_element_id&quot;:&quot;ev-node-3&quot;}"/>
          <p:cNvSpPr/>
          <p:nvPr/>
        </p:nvSpPr>
        <p:spPr>
          <a:xfrm>
            <a:off x="3333750" y="2838450"/>
            <a:ext cx="323850" cy="323850"/>
          </a:xfrm>
          <a:prstGeom prst="ellipse">
            <a:avLst/>
          </a:prstGeom>
          <a:solidFill>
            <a:srgbClr val="F3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f-st-box-rect-01" descr="{&quot;autofigure_element_id&quot;:&quot;st-box&quot;}"/>
          <p:cNvSpPr/>
          <p:nvPr/>
        </p:nvSpPr>
        <p:spPr>
          <a:xfrm>
            <a:off x="3305175" y="3562350"/>
            <a:ext cx="400050" cy="1200150"/>
          </a:xfrm>
          <a:prstGeom prst="rect">
            <a:avLst/>
          </a:prstGeom>
          <a:solidFill>
            <a:srgbClr val="FFFFFF"/>
          </a:solidFill>
          <a:ln w="28575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math:004" descr="AI_AUTOFIGURE_NATIVE_MATH_V1:eyJjb250ZW50X3J1bnMiOlt7ImNhbm9uaWNhbF9sYXRleCI6InNfe3R9IiwiZm9ybXVsYV9pZCI6IkVRMDA0Iiwia2luZCI6Im1hdGg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7dH0iLCJmb3JtdWxhX2lkIjoiRVEwMDQ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1hdGg6MDA0Iiwic2NoZW1hX3ZlcnNpb24iOiIxLjAifQ=="/>
              <p:cNvSpPr txBox="1"/>
              <p:nvPr/>
            </p:nvSpPr>
            <p:spPr>
              <a:xfrm>
                <a:off x="3279934" y="3304222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55" name="math:004" descr="AI_AUTOFIGURE_MATH_FALLBACK_ONLY_V1:eyJjb250ZW50X3J1bnMiOlt7ImNhbm9uaWNhbF9sYXRleCI6InNfe3R9IiwiZm9ybXVsYV9pZCI6IkVRMDA0Iiwia2luZCI6Im1hdGg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7dH0iLCJmb3JtdWxhX2lkIjoiRVEwMDQ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1hdGg6MDA0Iiwic2NoZW1hX3ZlcnNpb24iOiIxLjAifQ=="/>
              <p:cNvSpPr txBox="1"/>
              <p:nvPr/>
            </p:nvSpPr>
            <p:spPr>
              <a:xfrm>
                <a:off x="3279934" y="3304222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\(s_{t}\)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56" name="af-st-node-1-ellipse-01" descr="{&quot;autofigure_element_id&quot;:&quot;st-node-1&quot;}"/>
          <p:cNvSpPr/>
          <p:nvPr/>
        </p:nvSpPr>
        <p:spPr>
          <a:xfrm>
            <a:off x="3343275" y="3629025"/>
            <a:ext cx="323850" cy="323850"/>
          </a:xfrm>
          <a:prstGeom prst="ellipse">
            <a:avLst/>
          </a:prstGeom>
          <a:solidFill>
            <a:srgbClr val="277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af-st-node-2-ellipse-01" descr="{&quot;autofigure_element_id&quot;:&quot;st-node-2&quot;}"/>
          <p:cNvSpPr/>
          <p:nvPr/>
        </p:nvSpPr>
        <p:spPr>
          <a:xfrm>
            <a:off x="3343275" y="3990975"/>
            <a:ext cx="323850" cy="323850"/>
          </a:xfrm>
          <a:prstGeom prst="ellipse">
            <a:avLst/>
          </a:prstGeom>
          <a:solidFill>
            <a:srgbClr val="277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f-st-node-3-ellipse-01" descr="{&quot;autofigure_element_id&quot;:&quot;st-node-3&quot;}"/>
          <p:cNvSpPr/>
          <p:nvPr/>
        </p:nvSpPr>
        <p:spPr>
          <a:xfrm>
            <a:off x="3343275" y="4352925"/>
            <a:ext cx="323850" cy="323850"/>
          </a:xfrm>
          <a:prstGeom prst="ellipse">
            <a:avLst/>
          </a:prstGeom>
          <a:solidFill>
            <a:srgbClr val="277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af-ev-to-joint-connector-01" descr="{&quot;arrow_spec_sha256&quot;:&quot;2743c5155df451b92bded2a93e94e1343ea81788ad369fd3f1fd6364872ea2d3&quot;,&quot;autofigure_element_id&quot;:&quot;ev-to-joint&quot;}"/>
          <p:cNvCxnSpPr>
            <a:stCxn id="49" idx="0"/>
            <a:endCxn id="61" idx="0"/>
          </p:cNvCxnSpPr>
          <p:nvPr/>
        </p:nvCxnSpPr>
        <p:spPr>
          <a:xfrm>
            <a:off x="3733800" y="2609850"/>
            <a:ext cx="276225" cy="0"/>
          </a:xfrm>
          <a:prstGeom prst="line">
            <a:avLst/>
          </a:prstGeom>
          <a:ln w="47625">
            <a:solidFill>
              <a:srgbClr val="F27622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af-st-to-joint-connector-01" descr="{&quot;arrow_spec_sha256&quot;:&quot;4f9a34eeaa8a625ad80fbbaae38c5b411ea19815ad1981009e623f09ee549901&quot;,&quot;autofigure_element_id&quot;:&quot;st-to-joint&quot;}"/>
          <p:cNvCxnSpPr>
            <a:stCxn id="54" idx="0"/>
            <a:endCxn id="61" idx="0"/>
          </p:cNvCxnSpPr>
          <p:nvPr/>
        </p:nvCxnSpPr>
        <p:spPr>
          <a:xfrm>
            <a:off x="3743325" y="4152900"/>
            <a:ext cx="266700" cy="0"/>
          </a:xfrm>
          <a:prstGeom prst="line">
            <a:avLst/>
          </a:prstGeom>
          <a:ln w="47625">
            <a:solidFill>
              <a:srgbClr val="3567B7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f-joint-core-rect-01" descr="{&quot;autofigure_element_id&quot;:&quot;joint-core&quot;}"/>
          <p:cNvSpPr/>
          <p:nvPr/>
        </p:nvSpPr>
        <p:spPr>
          <a:xfrm>
            <a:off x="4076700" y="1990725"/>
            <a:ext cx="4238625" cy="2809875"/>
          </a:xfrm>
          <a:prstGeom prst="roundRect">
            <a:avLst>
              <a:gd name="adj" fmla="val 5762"/>
            </a:avLst>
          </a:prstGeom>
          <a:solidFill>
            <a:srgbClr val="FFFFFF"/>
          </a:solidFill>
          <a:ln w="21908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f-task-1-box-rect-01" descr="{&quot;autofigure_element_id&quot;:&quot;task-1-box&quot;}"/>
          <p:cNvSpPr/>
          <p:nvPr/>
        </p:nvSpPr>
        <p:spPr>
          <a:xfrm>
            <a:off x="4219575" y="2524125"/>
            <a:ext cx="904875" cy="466725"/>
          </a:xfrm>
          <a:prstGeom prst="rect">
            <a:avLst/>
          </a:prstGeom>
          <a:solidFill>
            <a:srgbClr val="35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f-task-1-label-text-01" descr="{&quot;autofigure_element_id&quot;:&quot;task-1-label&quot;}"/>
          <p:cNvSpPr txBox="1"/>
          <p:nvPr/>
        </p:nvSpPr>
        <p:spPr>
          <a:xfrm>
            <a:off x="4267200" y="2648902"/>
            <a:ext cx="800100" cy="29432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Arial"/>
              </a:rPr>
              <a:t>Task 1</a:t>
            </a:r>
          </a:p>
        </p:txBody>
      </p:sp>
      <p:sp>
        <p:nvSpPr>
          <p:cNvPr id="64" name="af-task-2-box-rect-01" descr="{&quot;autofigure_element_id&quot;:&quot;task-2-box&quot;}"/>
          <p:cNvSpPr/>
          <p:nvPr/>
        </p:nvSpPr>
        <p:spPr>
          <a:xfrm>
            <a:off x="4219575" y="3686175"/>
            <a:ext cx="904875" cy="457200"/>
          </a:xfrm>
          <a:prstGeom prst="rect">
            <a:avLst/>
          </a:prstGeom>
          <a:solidFill>
            <a:srgbClr val="C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af-task-2-label-text-01" descr="{&quot;autofigure_element_id&quot;:&quot;task-2-label&quot;}"/>
          <p:cNvSpPr txBox="1"/>
          <p:nvPr/>
        </p:nvSpPr>
        <p:spPr>
          <a:xfrm>
            <a:off x="4267200" y="3801428"/>
            <a:ext cx="800100" cy="29432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Arial"/>
              </a:rPr>
              <a:t>Task 2</a:t>
            </a:r>
          </a:p>
        </p:txBody>
      </p:sp>
      <p:sp>
        <p:nvSpPr>
          <p:cNvPr id="66" name="af-expert-1-box-rect-01" descr="{&quot;autofigure_element_id&quot;:&quot;expert-1-box&quot;}"/>
          <p:cNvSpPr/>
          <p:nvPr/>
        </p:nvSpPr>
        <p:spPr>
          <a:xfrm>
            <a:off x="5257800" y="2181225"/>
            <a:ext cx="495300" cy="2257425"/>
          </a:xfrm>
          <a:prstGeom prst="rect">
            <a:avLst/>
          </a:prstGeom>
          <a:solidFill>
            <a:srgbClr val="FAFAFA"/>
          </a:solidFill>
          <a:ln w="19050">
            <a:solidFill>
              <a:srgbClr val="8C8C8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-expert-1-sem-rect-01" descr="{&quot;autofigure_element_id&quot;:&quot;expert-1-sem&quot;}"/>
          <p:cNvSpPr/>
          <p:nvPr/>
        </p:nvSpPr>
        <p:spPr>
          <a:xfrm>
            <a:off x="5324475" y="2314575"/>
            <a:ext cx="352425" cy="952500"/>
          </a:xfrm>
          <a:prstGeom prst="roundRect">
            <a:avLst>
              <a:gd name="adj" fmla="val 21621"/>
            </a:avLst>
          </a:prstGeom>
          <a:solidFill>
            <a:srgbClr val="FD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-expert-1-dyn-rect-01" descr="{&quot;autofigure_element_id&quot;:&quot;expert-1-dyn&quot;}"/>
          <p:cNvSpPr/>
          <p:nvPr/>
        </p:nvSpPr>
        <p:spPr>
          <a:xfrm>
            <a:off x="532447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-expert-1-sem-label-text-01" descr="{&quot;autofigure_element_id&quot;:&quot;expert-1-sem-label&quot;}"/>
          <p:cNvSpPr txBox="1"/>
          <p:nvPr/>
        </p:nvSpPr>
        <p:spPr>
          <a:xfrm rot="5400000">
            <a:off x="5110162" y="2595562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Sem</a:t>
            </a:r>
          </a:p>
        </p:txBody>
      </p:sp>
      <p:sp>
        <p:nvSpPr>
          <p:cNvPr id="70" name="af-expert-1-dyn-label-text-01" descr="{&quot;autofigure_element_id&quot;:&quot;expert-1-dyn-label&quot;}"/>
          <p:cNvSpPr txBox="1"/>
          <p:nvPr/>
        </p:nvSpPr>
        <p:spPr>
          <a:xfrm rot="5400000">
            <a:off x="5110162" y="3667125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Dyn</a:t>
            </a:r>
          </a:p>
        </p:txBody>
      </p:sp>
      <p:sp>
        <p:nvSpPr>
          <p:cNvPr id="71" name="af-expert-2-box-rect-01" descr="{&quot;autofigure_element_id&quot;:&quot;expert-2-box&quot;}"/>
          <p:cNvSpPr/>
          <p:nvPr/>
        </p:nvSpPr>
        <p:spPr>
          <a:xfrm>
            <a:off x="5981700" y="2181225"/>
            <a:ext cx="495300" cy="2257425"/>
          </a:xfrm>
          <a:prstGeom prst="rect">
            <a:avLst/>
          </a:prstGeom>
          <a:solidFill>
            <a:srgbClr val="FAFAFA"/>
          </a:solidFill>
          <a:ln w="19050">
            <a:solidFill>
              <a:srgbClr val="8C8C8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f-expert-2-sem-rect-01" descr="{&quot;autofigure_element_id&quot;:&quot;expert-2-sem&quot;}"/>
          <p:cNvSpPr/>
          <p:nvPr/>
        </p:nvSpPr>
        <p:spPr>
          <a:xfrm>
            <a:off x="6048375" y="2314575"/>
            <a:ext cx="352425" cy="952500"/>
          </a:xfrm>
          <a:prstGeom prst="roundRect">
            <a:avLst>
              <a:gd name="adj" fmla="val 21621"/>
            </a:avLst>
          </a:prstGeom>
          <a:solidFill>
            <a:srgbClr val="FD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f-expert-2-dyn-rect-01" descr="{&quot;autofigure_element_id&quot;:&quot;expert-2-dyn&quot;}"/>
          <p:cNvSpPr/>
          <p:nvPr/>
        </p:nvSpPr>
        <p:spPr>
          <a:xfrm>
            <a:off x="604837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af-expert-2-sem-label-text-01" descr="{&quot;autofigure_element_id&quot;:&quot;expert-2-sem-label&quot;}"/>
          <p:cNvSpPr txBox="1"/>
          <p:nvPr/>
        </p:nvSpPr>
        <p:spPr>
          <a:xfrm rot="5400000">
            <a:off x="5834062" y="2595562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Sem</a:t>
            </a:r>
          </a:p>
        </p:txBody>
      </p:sp>
      <p:sp>
        <p:nvSpPr>
          <p:cNvPr id="75" name="af-expert-2-dyn-label-text-01" descr="{&quot;autofigure_element_id&quot;:&quot;expert-2-dyn-label&quot;}"/>
          <p:cNvSpPr txBox="1"/>
          <p:nvPr/>
        </p:nvSpPr>
        <p:spPr>
          <a:xfrm rot="5400000">
            <a:off x="5834062" y="3667125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Dyn</a:t>
            </a:r>
          </a:p>
        </p:txBody>
      </p:sp>
      <p:sp>
        <p:nvSpPr>
          <p:cNvPr id="76" name="af-expert-3-box-rect-01" descr="{&quot;autofigure_element_id&quot;:&quot;expert-3-box&quot;}"/>
          <p:cNvSpPr/>
          <p:nvPr/>
        </p:nvSpPr>
        <p:spPr>
          <a:xfrm>
            <a:off x="6724650" y="2181225"/>
            <a:ext cx="495300" cy="2257425"/>
          </a:xfrm>
          <a:prstGeom prst="rect">
            <a:avLst/>
          </a:prstGeom>
          <a:solidFill>
            <a:srgbClr val="FAFAFA"/>
          </a:solidFill>
          <a:ln w="19050">
            <a:solidFill>
              <a:srgbClr val="8C8C8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-expert-3-sem-rect-01" descr="{&quot;autofigure_element_id&quot;:&quot;expert-3-sem&quot;}"/>
          <p:cNvSpPr/>
          <p:nvPr/>
        </p:nvSpPr>
        <p:spPr>
          <a:xfrm>
            <a:off x="6791325" y="2314575"/>
            <a:ext cx="352425" cy="952500"/>
          </a:xfrm>
          <a:prstGeom prst="roundRect">
            <a:avLst>
              <a:gd name="adj" fmla="val 21621"/>
            </a:avLst>
          </a:prstGeom>
          <a:solidFill>
            <a:srgbClr val="FD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f-expert-3-dyn-rect-01" descr="{&quot;autofigure_element_id&quot;:&quot;expert-3-dyn&quot;}"/>
          <p:cNvSpPr/>
          <p:nvPr/>
        </p:nvSpPr>
        <p:spPr>
          <a:xfrm>
            <a:off x="679132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-expert-3-sem-label-text-01" descr="{&quot;autofigure_element_id&quot;:&quot;expert-3-sem-label&quot;}"/>
          <p:cNvSpPr txBox="1"/>
          <p:nvPr/>
        </p:nvSpPr>
        <p:spPr>
          <a:xfrm rot="5400000">
            <a:off x="6577012" y="2595562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Sem</a:t>
            </a:r>
          </a:p>
        </p:txBody>
      </p:sp>
      <p:sp>
        <p:nvSpPr>
          <p:cNvPr id="80" name="af-expert-3-dyn-label-text-01" descr="{&quot;autofigure_element_id&quot;:&quot;expert-3-dyn-label&quot;}"/>
          <p:cNvSpPr txBox="1"/>
          <p:nvPr/>
        </p:nvSpPr>
        <p:spPr>
          <a:xfrm rot="5400000">
            <a:off x="6577012" y="3667125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Dyn</a:t>
            </a:r>
          </a:p>
        </p:txBody>
      </p:sp>
      <p:sp>
        <p:nvSpPr>
          <p:cNvPr id="81" name="af-expert-4-box-rect-01" descr="{&quot;autofigure_element_id&quot;:&quot;expert-4-box&quot;}"/>
          <p:cNvSpPr/>
          <p:nvPr/>
        </p:nvSpPr>
        <p:spPr>
          <a:xfrm>
            <a:off x="7629525" y="2181225"/>
            <a:ext cx="495300" cy="2257425"/>
          </a:xfrm>
          <a:prstGeom prst="rect">
            <a:avLst/>
          </a:prstGeom>
          <a:solidFill>
            <a:srgbClr val="FAFAFA"/>
          </a:solidFill>
          <a:ln w="19050">
            <a:solidFill>
              <a:srgbClr val="8C8C8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af-expert-4-sem-rect-01" descr="{&quot;autofigure_element_id&quot;:&quot;expert-4-sem&quot;}"/>
          <p:cNvSpPr/>
          <p:nvPr/>
        </p:nvSpPr>
        <p:spPr>
          <a:xfrm>
            <a:off x="7696200" y="2314575"/>
            <a:ext cx="352425" cy="952500"/>
          </a:xfrm>
          <a:prstGeom prst="roundRect">
            <a:avLst>
              <a:gd name="adj" fmla="val 21621"/>
            </a:avLst>
          </a:prstGeom>
          <a:solidFill>
            <a:srgbClr val="FD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f-expert-4-dyn-rect-01" descr="{&quot;autofigure_element_id&quot;:&quot;expert-4-dyn&quot;}"/>
          <p:cNvSpPr/>
          <p:nvPr/>
        </p:nvSpPr>
        <p:spPr>
          <a:xfrm>
            <a:off x="7696200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f-expert-4-sem-label-text-01" descr="{&quot;autofigure_element_id&quot;:&quot;expert-4-sem-label&quot;}"/>
          <p:cNvSpPr txBox="1"/>
          <p:nvPr/>
        </p:nvSpPr>
        <p:spPr>
          <a:xfrm rot="5400000">
            <a:off x="7481888" y="2595562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Sem</a:t>
            </a:r>
          </a:p>
        </p:txBody>
      </p:sp>
      <p:sp>
        <p:nvSpPr>
          <p:cNvPr id="85" name="af-expert-4-dyn-label-text-01" descr="{&quot;autofigure_element_id&quot;:&quot;expert-4-dyn-label&quot;}"/>
          <p:cNvSpPr txBox="1"/>
          <p:nvPr/>
        </p:nvSpPr>
        <p:spPr>
          <a:xfrm rot="5400000">
            <a:off x="7481888" y="3667125"/>
            <a:ext cx="781050" cy="39052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350">
                <a:solidFill>
                  <a:srgbClr val="000000"/>
                </a:solidFill>
                <a:latin typeface="Arial"/>
              </a:rPr>
              <a:t>Dyn</a:t>
            </a:r>
          </a:p>
        </p:txBody>
      </p:sp>
      <p:sp>
        <p:nvSpPr>
          <p:cNvPr id="86" name="af-expert-index-1-text-01" descr="{&quot;autofigure_element_id&quot;:&quot;expert-index-1&quot;}"/>
          <p:cNvSpPr txBox="1"/>
          <p:nvPr/>
        </p:nvSpPr>
        <p:spPr>
          <a:xfrm>
            <a:off x="5299710" y="4457700"/>
            <a:ext cx="41148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i="1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87" name="af-expert-index-2-text-01" descr="{&quot;autofigure_element_id&quot;:&quot;expert-index-2&quot;}"/>
          <p:cNvSpPr txBox="1"/>
          <p:nvPr/>
        </p:nvSpPr>
        <p:spPr>
          <a:xfrm>
            <a:off x="6023610" y="4457700"/>
            <a:ext cx="41148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i="1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88" name="af-expert-index-3-text-01" descr="{&quot;autofigure_element_id&quot;:&quot;expert-index-3&quot;}"/>
          <p:cNvSpPr txBox="1"/>
          <p:nvPr/>
        </p:nvSpPr>
        <p:spPr>
          <a:xfrm>
            <a:off x="6776085" y="4457700"/>
            <a:ext cx="41148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i="1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89" name="af-expert-index-dots-text-01" descr="{&quot;autofigure_element_id&quot;:&quot;expert-index-dots&quot;}"/>
          <p:cNvSpPr txBox="1"/>
          <p:nvPr/>
        </p:nvSpPr>
        <p:spPr>
          <a:xfrm>
            <a:off x="7205186" y="4171474"/>
            <a:ext cx="467677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>
                <a:solidFill>
                  <a:srgbClr val="888888"/>
                </a:solidFill>
                <a:latin typeface="Arial"/>
              </a:rPr>
              <a:t>...</a:t>
            </a:r>
          </a:p>
        </p:txBody>
      </p:sp>
      <p:sp>
        <p:nvSpPr>
          <p:cNvPr id="90" name="af-expert-index-l-text-01" descr="{&quot;autofigure_element_id&quot;:&quot;expert-index-l&quot;}"/>
          <p:cNvSpPr txBox="1"/>
          <p:nvPr/>
        </p:nvSpPr>
        <p:spPr>
          <a:xfrm>
            <a:off x="7679055" y="4457700"/>
            <a:ext cx="35814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i="1">
                <a:solidFill>
                  <a:srgbClr val="000000"/>
                </a:solidFill>
                <a:latin typeface="Times New Roman"/>
              </a:rPr>
              <a:t>l</a:t>
            </a:r>
          </a:p>
        </p:txBody>
      </p:sp>
      <p:cxnSp>
        <p:nvCxnSpPr>
          <p:cNvPr id="91" name="af-allocator-task1-route-1-connector-01" descr="{&quot;arrow_spec_sha256&quot;:&quot;b5bea0e182ef3ce4043d70053b8e87d0453d194fe89d9a2cb29e28180f568f8a&quot;,&quot;autofigure_element_id&quot;:&quot;allocator-task1-route-1&quot;}"/>
          <p:cNvCxnSpPr>
            <a:stCxn id="66" idx="3"/>
            <a:endCxn id="71" idx="1"/>
          </p:cNvCxnSpPr>
          <p:nvPr/>
        </p:nvCxnSpPr>
        <p:spPr>
          <a:xfrm>
            <a:off x="5753100" y="3305175"/>
            <a:ext cx="228600" cy="0"/>
          </a:xfrm>
          <a:prstGeom prst="line">
            <a:avLst/>
          </a:prstGeom>
          <a:ln w="28575" cap="rnd">
            <a:solidFill>
              <a:srgbClr val="111111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af-allocator-task1-route-2-connector-01" descr="{&quot;arrow_spec_sha256&quot;:&quot;b7bde9d1bb63d8af3c4718594c86fb71006c13399cd8ff148661ac67d2cdb7e7&quot;,&quot;autofigure_element_id&quot;:&quot;allocator-task1-route-2&quot;}"/>
          <p:cNvCxnSpPr>
            <a:stCxn id="71" idx="3"/>
            <a:endCxn id="76" idx="1"/>
          </p:cNvCxnSpPr>
          <p:nvPr/>
        </p:nvCxnSpPr>
        <p:spPr>
          <a:xfrm>
            <a:off x="6477000" y="3305175"/>
            <a:ext cx="247650" cy="0"/>
          </a:xfrm>
          <a:prstGeom prst="line">
            <a:avLst/>
          </a:prstGeom>
          <a:ln w="28575" cap="rnd">
            <a:solidFill>
              <a:srgbClr val="111111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af-allocator-task1-skip-edge-connector-01" descr="{&quot;arrow_spec_sha256&quot;:&quot;292d1612085c6f6c9d9ad25840e06098a6769ba8f23e73901111891a12021bfc&quot;,&quot;autofigure_element_id&quot;:&quot;allocator-task1-skip-edge&quot;}"/>
          <p:cNvCxnSpPr>
            <a:stCxn id="76" idx="3"/>
            <a:endCxn id="81" idx="1"/>
          </p:cNvCxnSpPr>
          <p:nvPr/>
        </p:nvCxnSpPr>
        <p:spPr>
          <a:xfrm>
            <a:off x="7219950" y="3305175"/>
            <a:ext cx="409575" cy="0"/>
          </a:xfrm>
          <a:prstGeom prst="line">
            <a:avLst/>
          </a:prstGeom>
          <a:ln w="28575" cap="rnd">
            <a:solidFill>
              <a:srgbClr val="111111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af-allocator-task1-propagation-freeform-01" descr="{&quot;autofigure_element_id&quot;:&quot;allocator-task1-propagation&quot;}"/>
          <p:cNvSpPr/>
          <p:nvPr/>
        </p:nvSpPr>
        <p:spPr>
          <a:xfrm>
            <a:off x="5133975" y="2476500"/>
            <a:ext cx="3448050" cy="1085850"/>
          </a:xfrm>
          <a:custGeom>
            <a:avLst/>
            <a:gdLst/>
            <a:ahLst/>
            <a:cxnLst/>
            <a:rect l="0" t="0" r="0" b="0"/>
            <a:pathLst>
              <a:path w="3448050" h="1085850">
                <a:moveTo>
                  <a:pt x="0" y="276225"/>
                </a:moveTo>
                <a:cubicBezTo>
                  <a:pt x="219075" y="0"/>
                  <a:pt x="381000" y="142875"/>
                  <a:pt x="485775" y="485775"/>
                </a:cubicBezTo>
                <a:cubicBezTo>
                  <a:pt x="609600" y="857250"/>
                  <a:pt x="819150" y="800100"/>
                  <a:pt x="952500" y="581025"/>
                </a:cubicBezTo>
                <a:cubicBezTo>
                  <a:pt x="1104900" y="323850"/>
                  <a:pt x="1247775" y="371475"/>
                  <a:pt x="1400175" y="733425"/>
                </a:cubicBezTo>
                <a:cubicBezTo>
                  <a:pt x="1543050" y="1066800"/>
                  <a:pt x="1733550" y="1085850"/>
                  <a:pt x="1866900" y="704850"/>
                </a:cubicBezTo>
                <a:cubicBezTo>
                  <a:pt x="2019300" y="257175"/>
                  <a:pt x="2276475" y="180975"/>
                  <a:pt x="2476500" y="276225"/>
                </a:cubicBezTo>
                <a:cubicBezTo>
                  <a:pt x="2714625" y="381000"/>
                  <a:pt x="2962275" y="47625"/>
                  <a:pt x="3448050" y="257175"/>
                </a:cubicBezTo>
              </a:path>
            </a:pathLst>
          </a:custGeom>
          <a:noFill/>
          <a:ln w="26670" cap="rnd">
            <a:solidFill>
              <a:srgbClr val="2D5EA8"/>
            </a:solidFill>
            <a:prstDash val="dot"/>
            <a:round/>
          </a:ln>
        </p:spPr>
        <p:txBody>
          <a:bodyPr/>
          <a:p/>
        </p:txBody>
      </p:sp>
      <p:sp>
        <p:nvSpPr>
          <p:cNvPr id="95" name="af-allocator-task2-propagation-freeform-01" descr="{&quot;autofigure_element_id&quot;:&quot;allocator-task2-propagation&quot;}"/>
          <p:cNvSpPr/>
          <p:nvPr/>
        </p:nvSpPr>
        <p:spPr>
          <a:xfrm>
            <a:off x="5133975" y="2838450"/>
            <a:ext cx="3448050" cy="1285875"/>
          </a:xfrm>
          <a:custGeom>
            <a:avLst/>
            <a:gdLst/>
            <a:ahLst/>
            <a:cxnLst/>
            <a:rect l="0" t="0" r="0" b="0"/>
            <a:pathLst>
              <a:path w="3448050" h="1285875">
                <a:moveTo>
                  <a:pt x="0" y="1066800"/>
                </a:moveTo>
                <a:cubicBezTo>
                  <a:pt x="247650" y="1000125"/>
                  <a:pt x="485775" y="1200150"/>
                  <a:pt x="752475" y="1143000"/>
                </a:cubicBezTo>
                <a:cubicBezTo>
                  <a:pt x="1019175" y="1066800"/>
                  <a:pt x="1181100" y="685800"/>
                  <a:pt x="1381125" y="342900"/>
                </a:cubicBezTo>
                <a:cubicBezTo>
                  <a:pt x="1533525" y="95250"/>
                  <a:pt x="1657350" y="0"/>
                  <a:pt x="1800225" y="114300"/>
                </a:cubicBezTo>
                <a:cubicBezTo>
                  <a:pt x="1962150" y="276225"/>
                  <a:pt x="2085975" y="838200"/>
                  <a:pt x="2362200" y="1066800"/>
                </a:cubicBezTo>
                <a:cubicBezTo>
                  <a:pt x="2628900" y="1285875"/>
                  <a:pt x="2905125" y="1162050"/>
                  <a:pt x="3448050" y="1095375"/>
                </a:cubicBezTo>
              </a:path>
            </a:pathLst>
          </a:custGeom>
          <a:noFill/>
          <a:ln w="26670" cap="rnd">
            <a:solidFill>
              <a:srgbClr val="D20C0C"/>
            </a:solidFill>
            <a:prstDash val="dot"/>
            <a:round/>
          </a:ln>
        </p:spPr>
        <p:txBody>
          <a:bodyPr/>
          <a:p/>
        </p:txBody>
      </p:sp>
      <p:sp>
        <p:nvSpPr>
          <p:cNvPr id="96" name="af-zt-top-box-rect-01" descr="{&quot;autofigure_element_id&quot;:&quot;zt-top-box&quot;}"/>
          <p:cNvSpPr/>
          <p:nvPr/>
        </p:nvSpPr>
        <p:spPr>
          <a:xfrm>
            <a:off x="8601075" y="1981200"/>
            <a:ext cx="400050" cy="121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math:005" descr="AI_AUTOFIGURE_NATIVE_MATH_V1:eyJjb250ZW50X3J1bnMiOlt7ImNhbm9uaWNhbF9sYXRleCI6Inpfe3R9IiwiZm9ybXVsYV9pZCI6IkVRMDA1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DU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A1Iiwic2NoZW1hX3ZlcnNpb24iOiIxLjAifQ=="/>
              <p:cNvSpPr txBox="1"/>
              <p:nvPr/>
            </p:nvSpPr>
            <p:spPr>
              <a:xfrm>
                <a:off x="8575834" y="1723072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00000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7" name="math:005" descr="AI_AUTOFIGURE_MATH_FALLBACK_ONLY_V1:eyJjb250ZW50X3J1bnMiOlt7ImNhbm9uaWNhbF9sYXRleCI6Inpfe3R9IiwiZm9ybXVsYV9pZCI6IkVRMDA1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DU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A1Iiwic2NoZW1hX3ZlcnNpb24iOiIxLjAifQ=="/>
              <p:cNvSpPr txBox="1"/>
              <p:nvPr/>
            </p:nvSpPr>
            <p:spPr>
              <a:xfrm>
                <a:off x="8575834" y="1723072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000000"/>
                    </a:solidFill>
                  </a:rPr>
                  <a:t>\(z_{t}\)</a:t>
                </a:r>
                <a:endParaRPr lang="en-US" dirty="0" sz="1350">
                  <a:solidFill>
                    <a:srgbClr val="000000"/>
                  </a:solidFill>
                </a:endParaRPr>
              </a:p>
            </p:txBody>
          </p:sp>
        </mc:Fallback>
      </mc:AlternateContent>
      <p:sp>
        <p:nvSpPr>
          <p:cNvPr id="98" name="af-zt-top-1-ellipse-01" descr="{&quot;autofigure_element_id&quot;:&quot;zt-top-1&quot;}"/>
          <p:cNvSpPr/>
          <p:nvPr/>
        </p:nvSpPr>
        <p:spPr>
          <a:xfrm>
            <a:off x="8648700" y="2057400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af-zt-top-2-ellipse-01" descr="{&quot;autofigure_element_id&quot;:&quot;zt-top-2&quot;}"/>
          <p:cNvSpPr/>
          <p:nvPr/>
        </p:nvSpPr>
        <p:spPr>
          <a:xfrm>
            <a:off x="8648700" y="2419350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f-zt-top-3-ellipse-01" descr="{&quot;autofigure_element_id&quot;:&quot;zt-top-3&quot;}"/>
          <p:cNvSpPr/>
          <p:nvPr/>
        </p:nvSpPr>
        <p:spPr>
          <a:xfrm>
            <a:off x="8648700" y="2781300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f-zt-bottom-box-rect-01" descr="{&quot;autofigure_element_id&quot;:&quot;zt-bottom-box&quot;}"/>
          <p:cNvSpPr/>
          <p:nvPr/>
        </p:nvSpPr>
        <p:spPr>
          <a:xfrm>
            <a:off x="8601075" y="3362325"/>
            <a:ext cx="400050" cy="1200150"/>
          </a:xfrm>
          <a:prstGeom prst="rect">
            <a:avLst/>
          </a:prstGeom>
          <a:solidFill>
            <a:srgbClr val="FFFFFF"/>
          </a:solidFill>
          <a:ln w="28575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f-zt-bottom-1-ellipse-01" descr="{&quot;autofigure_element_id&quot;:&quot;zt-bottom-1&quot;}"/>
          <p:cNvSpPr/>
          <p:nvPr/>
        </p:nvSpPr>
        <p:spPr>
          <a:xfrm>
            <a:off x="8648700" y="3467100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af-zt-bottom-2-ellipse-01" descr="{&quot;autofigure_element_id&quot;:&quot;zt-bottom-2&quot;}"/>
          <p:cNvSpPr/>
          <p:nvPr/>
        </p:nvSpPr>
        <p:spPr>
          <a:xfrm>
            <a:off x="8648700" y="3819525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f-zt-bottom-3-ellipse-01" descr="{&quot;autofigure_element_id&quot;:&quot;zt-bottom-3&quot;}"/>
          <p:cNvSpPr/>
          <p:nvPr/>
        </p:nvSpPr>
        <p:spPr>
          <a:xfrm>
            <a:off x="8648700" y="4171950"/>
            <a:ext cx="304800" cy="304800"/>
          </a:xfrm>
          <a:prstGeom prst="ellipse">
            <a:avLst/>
          </a:prstGeom>
          <a:gradFill>
            <a:gsLst>
              <a:gs pos="0">
                <a:srgbClr val="F3A46E"/>
              </a:gs>
              <a:gs pos="48000">
                <a:srgbClr val="F3A46E"/>
              </a:gs>
              <a:gs pos="52000">
                <a:srgbClr val="F4F4EF"/>
              </a:gs>
              <a:gs pos="58000">
                <a:srgbClr val="2B8C9C"/>
              </a:gs>
              <a:gs pos="100000">
                <a:srgbClr val="2B8C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af-task-conditioned-imagination-rect-01" descr="{&quot;autofigure_element_id&quot;:&quot;task-conditioned-imagination&quot;}"/>
          <p:cNvSpPr/>
          <p:nvPr/>
        </p:nvSpPr>
        <p:spPr>
          <a:xfrm>
            <a:off x="9458325" y="1152525"/>
            <a:ext cx="3810000" cy="866775"/>
          </a:xfrm>
          <a:prstGeom prst="roundRect">
            <a:avLst>
              <a:gd name="adj" fmla="val 18681"/>
            </a:avLst>
          </a:prstGeom>
          <a:solidFill>
            <a:srgbClr val="F3F3F3"/>
          </a:solidFill>
          <a:ln w="21908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af-imagination-z0-to-r0-connector-01" descr="{&quot;arrow_spec_sha256&quot;:&quot;b710a3e44ce73e2e535d86b3e048149b0efe91fa911338748891c50a84f7d670&quot;,&quot;autofigure_element_id&quot;:&quot;imagination-z0-to-r0&quot;}"/>
          <p:cNvCxnSpPr>
            <a:stCxn id="110" idx="2"/>
            <a:endCxn id="134" idx="0"/>
          </p:cNvCxnSpPr>
          <p:nvPr/>
        </p:nvCxnSpPr>
        <p:spPr>
          <a:xfrm>
            <a:off x="9839325" y="1914525"/>
            <a:ext cx="0" cy="20955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af-imagination-z1-to-r1-connector-01" descr="{&quot;arrow_spec_sha256&quot;:&quot;ad49b582533b015dc77663531ef5656428eb09c41ce001350fd93bfaf61d79e6&quot;,&quot;autofigure_element_id&quot;:&quot;imagination-z1-to-r1&quot;}"/>
          <p:cNvCxnSpPr>
            <a:stCxn id="111" idx="2"/>
            <a:endCxn id="135" idx="0"/>
          </p:cNvCxnSpPr>
          <p:nvPr/>
        </p:nvCxnSpPr>
        <p:spPr>
          <a:xfrm>
            <a:off x="10753725" y="1914525"/>
            <a:ext cx="0" cy="20955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af-imagination-z2-to-r2-connector-01" descr="{&quot;arrow_spec_sha256&quot;:&quot;38fc40e9194a569ecf61954c16b0ca03224f7e03b69a84bddd9cec40a8c51ae8&quot;,&quot;autofigure_element_id&quot;:&quot;imagination-z2-to-r2&quot;}"/>
          <p:cNvCxnSpPr>
            <a:stCxn id="112" idx="2"/>
            <a:endCxn id="136" idx="0"/>
          </p:cNvCxnSpPr>
          <p:nvPr/>
        </p:nvCxnSpPr>
        <p:spPr>
          <a:xfrm>
            <a:off x="11706225" y="1914525"/>
            <a:ext cx="0" cy="20955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f-imagination-title-text-01" descr="{&quot;autofigure_element_id&quot;:&quot;imagination-title&quot;}"/>
          <p:cNvSpPr txBox="1"/>
          <p:nvPr/>
        </p:nvSpPr>
        <p:spPr>
          <a:xfrm>
            <a:off x="9938766" y="1267301"/>
            <a:ext cx="2849118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Arial"/>
              </a:rPr>
              <a:t>task-conditioned imagination</a:t>
            </a:r>
          </a:p>
        </p:txBody>
      </p:sp>
      <p:sp>
        <p:nvSpPr>
          <p:cNvPr id="110" name="af-imag-z0-rect-01" descr="{&quot;autofigure_element_id&quot;:&quot;imag-z0&quot;}"/>
          <p:cNvSpPr/>
          <p:nvPr/>
        </p:nvSpPr>
        <p:spPr>
          <a:xfrm>
            <a:off x="9610725" y="1581150"/>
            <a:ext cx="438150" cy="323850"/>
          </a:xfrm>
          <a:prstGeom prst="roundRect">
            <a:avLst>
              <a:gd name="adj" fmla="val 17647"/>
            </a:avLst>
          </a:prstGeom>
          <a:solidFill>
            <a:srgbClr val="8F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af-imag-z1-rect-01" descr="{&quot;autofigure_element_id&quot;:&quot;imag-z1&quot;}"/>
          <p:cNvSpPr/>
          <p:nvPr/>
        </p:nvSpPr>
        <p:spPr>
          <a:xfrm>
            <a:off x="10534650" y="1581150"/>
            <a:ext cx="438150" cy="323850"/>
          </a:xfrm>
          <a:prstGeom prst="roundRect">
            <a:avLst>
              <a:gd name="adj" fmla="val 17647"/>
            </a:avLst>
          </a:prstGeom>
          <a:solidFill>
            <a:srgbClr val="8F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af-imag-z2-rect-01" descr="{&quot;autofigure_element_id&quot;:&quot;imag-z2&quot;}"/>
          <p:cNvSpPr/>
          <p:nvPr/>
        </p:nvSpPr>
        <p:spPr>
          <a:xfrm>
            <a:off x="11477625" y="1581150"/>
            <a:ext cx="438150" cy="323850"/>
          </a:xfrm>
          <a:prstGeom prst="roundRect">
            <a:avLst>
              <a:gd name="adj" fmla="val 17647"/>
            </a:avLst>
          </a:prstGeom>
          <a:solidFill>
            <a:srgbClr val="8F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af-imag-zh-rect-01" descr="{&quot;autofigure_element_id&quot;:&quot;imag-zh&quot;}"/>
          <p:cNvSpPr/>
          <p:nvPr/>
        </p:nvSpPr>
        <p:spPr>
          <a:xfrm>
            <a:off x="12715875" y="1581150"/>
            <a:ext cx="447675" cy="323850"/>
          </a:xfrm>
          <a:prstGeom prst="roundRect">
            <a:avLst>
              <a:gd name="adj" fmla="val 17647"/>
            </a:avLst>
          </a:prstGeom>
          <a:solidFill>
            <a:srgbClr val="8F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math:006" descr="AI_AUTOFIGURE_NATIVE_MATH_V1:eyJjb250ZW50X3J1bnMiOlt7ImNhbm9uaWNhbF9sYXRleCI6Inpee1xcdGF1fV97dH0iLCJmb3JtdWxhX2lkIjoiRVEwMDYiLCJraW5kIjoibWF0aCIsImxhdGV4X3NoYTI1NiI6IjgxMmI1YjFjOGFmZDdhYzI0Nzc5YTQxYzhmMmE0ZDNiNzZlODAyYzNlNDk5NDc3MjdlM2Q4OTZhYmI3MmQ3ZjE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ntcXHRhdX1fe3R9IiwiZm9ybXVsYV9pZCI6IkVRMDA2IiwibGF0ZXhfc2hhMjU2IjoiODEyYjViMWM4YWZkN2FjMjQ3NzlhNDFjOGYyYTRkM2I3NmU4MDJjM2U0OTk0NzcyN2UzZDg5NmFiYjcyZDdmMS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tYXRoOjAwNiIsInNjaGVtYV92ZXJzaW9uIjoiMS4wIn0="/>
              <p:cNvSpPr txBox="1"/>
              <p:nvPr/>
            </p:nvSpPr>
            <p:spPr>
              <a:xfrm>
                <a:off x="963930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4" name="math:006" descr="AI_AUTOFIGURE_MATH_FALLBACK_ONLY_V1:eyJjb250ZW50X3J1bnMiOlt7ImNhbm9uaWNhbF9sYXRleCI6Inpee1xcdGF1fV97dH0iLCJmb3JtdWxhX2lkIjoiRVEwMDYiLCJraW5kIjoibWF0aCIsImxhdGV4X3NoYTI1NiI6IjgxMmI1YjFjOGFmZDdhYzI0Nzc5YTQxYzhmMmE0ZDNiNzZlODAyYzNlNDk5NDc3MjdlM2Q4OTZhYmI3MmQ3ZjE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ntcXHRhdX1fe3R9IiwiZm9ybXVsYV9pZCI6IkVRMDA2IiwibGF0ZXhfc2hhMjU2IjoiODEyYjViMWM4YWZkN2FjMjQ3NzlhNDFjOGYyYTRkM2I3NmU4MDJjM2U0OTk0NzcyN2UzZDg5NmFiYjcyZDdmMS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tYXRoOjAwNiIsInNjaGVtYV92ZXJzaW9uIjoiMS4wIn0="/>
              <p:cNvSpPr txBox="1"/>
              <p:nvPr/>
            </p:nvSpPr>
            <p:spPr>
              <a:xfrm>
                <a:off x="963930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math:007" descr="AI_AUTOFIGURE_NATIVE_MATH_V1:eyJjb250ZW50X3J1bnMiOlt7ImNhbm9uaWNhbF9sYXRleCI6Inpee1xcdGF1fV97dCsxfSIsImZvcm11bGFfaWQiOiJFUTAwNyIsImtpbmQiOiJtYXRoIiwibGF0ZXhfc2hhMjU2IjoiMmM1ZTJlMzU3Mzg2MTFkZDE4YzEwNzBlZTQ2YjQ1MGU5YjE0ZGViZDFmYmU3ZDJlYzI0OWQ4OWMxZThmODU5M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ee1xcdGF1fV97dCsxfSIsImZvcm11bGFfaWQiOiJFUTAwNyIsImxhdGV4X3NoYTI1NiI6IjJjNWUyZTM1NzM4NjExZGQxOGMxMDcwZWU0NmI0NTBlOWIxNGRlYmQxZmJlN2QyZWMyNDlkODljMWU4Zjg1OTE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bWF0aDowMDciLCJzY2hlbWFfdmVyc2lvbiI6IjEuMCJ9"/>
              <p:cNvSpPr txBox="1"/>
              <p:nvPr/>
            </p:nvSpPr>
            <p:spPr>
              <a:xfrm>
                <a:off x="10563225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5" name="math:007" descr="AI_AUTOFIGURE_MATH_FALLBACK_ONLY_V1:eyJjb250ZW50X3J1bnMiOlt7ImNhbm9uaWNhbF9sYXRleCI6Inpee1xcdGF1fV97dCsxfSIsImZvcm11bGFfaWQiOiJFUTAwNyIsImtpbmQiOiJtYXRoIiwibGF0ZXhfc2hhMjU2IjoiMmM1ZTJlMzU3Mzg2MTFkZDE4YzEwNzBlZTQ2YjQ1MGU5YjE0ZGViZDFmYmU3ZDJlYzI0OWQ4OWMxZThmODU5M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ee1xcdGF1fV97dCsxfSIsImZvcm11bGFfaWQiOiJFUTAwNyIsImxhdGV4X3NoYTI1NiI6IjJjNWUyZTM1NzM4NjExZGQxOGMxMDcwZWU0NmI0NTBlOWIxNGRlYmQxZmJlN2QyZWMyNDlkODljMWU4Zjg1OTE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bWF0aDowMDciLCJzY2hlbWFfdmVyc2lvbiI6IjEuMCJ9"/>
              <p:cNvSpPr txBox="1"/>
              <p:nvPr/>
            </p:nvSpPr>
            <p:spPr>
              <a:xfrm>
                <a:off x="10563225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math:008" descr="AI_AUTOFIGURE_NATIVE_MATH_V1:eyJjb250ZW50X3J1bnMiOlt7ImNhbm9uaWNhbF9sYXRleCI6Inpee1xcdGF1fV97dCsyfSIsImZvcm11bGFfaWQiOiJFUTAwOCIsImtpbmQiOiJtYXRoIiwibGF0ZXhfc2hhMjU2IjoiZjE3MjkyMTZjNmIzNGI3ODc1N2JhN2I1NThmZTBlZjUzN2Q5YjM2ZTg1ZmY4NmE0ZTA0NjQ5ZmI5OTFmMWE0Z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ee1xcdGF1fV97dCsyfSIsImZvcm11bGFfaWQiOiJFUTAwOCIsImxhdGV4X3NoYTI1NiI6ImYxNzI5MjE2YzZiMzRiNzg3NTdiYTdiNTU4ZmUwZWY1MzdkOWIzNmU4NWZmODZhNGUwNDY0OWZiOTkxZjFhNGY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bWF0aDowMDgiLCJzY2hlbWFfdmVyc2lvbiI6IjEuMCJ9"/>
              <p:cNvSpPr txBox="1"/>
              <p:nvPr/>
            </p:nvSpPr>
            <p:spPr>
              <a:xfrm>
                <a:off x="1150620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6" name="math:008" descr="AI_AUTOFIGURE_MATH_FALLBACK_ONLY_V1:eyJjb250ZW50X3J1bnMiOlt7ImNhbm9uaWNhbF9sYXRleCI6Inpee1xcdGF1fV97dCsyfSIsImZvcm11bGFfaWQiOiJFUTAwOCIsImtpbmQiOiJtYXRoIiwibGF0ZXhfc2hhMjU2IjoiZjE3MjkyMTZjNmIzNGI3ODc1N2JhN2I1NThmZTBlZjUzN2Q5YjM2ZTg1ZmY4NmE0ZTA0NjQ5ZmI5OTFmMWE0Z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ee1xcdGF1fV97dCsyfSIsImZvcm11bGFfaWQiOiJFUTAwOCIsImxhdGV4X3NoYTI1NiI6ImYxNzI5MjE2YzZiMzRiNzg3NTdiYTdiNTU4ZmUwZWY1MzdkOWIzNmU4NWZmODZhNGUwNDY0OWZiOTkxZjFhNGY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bWF0aDowMDgiLCJzY2hlbWFfdmVyc2lvbiI6IjEuMCJ9"/>
              <p:cNvSpPr txBox="1"/>
              <p:nvPr/>
            </p:nvSpPr>
            <p:spPr>
              <a:xfrm>
                <a:off x="1150620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17" name="af-imag-dots-text-01" descr="{&quot;autofigure_element_id&quot;:&quot;imag-dots&quot;}"/>
          <p:cNvSpPr txBox="1"/>
          <p:nvPr/>
        </p:nvSpPr>
        <p:spPr>
          <a:xfrm>
            <a:off x="12068175" y="1636871"/>
            <a:ext cx="450532" cy="3929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>
                <a:solidFill>
                  <a:srgbClr val="888888"/>
                </a:solidFill>
                <a:latin typeface="Arial"/>
              </a:rPr>
              <a:t>...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math:009" descr="AI_AUTOFIGURE_NATIVE_MATH_V1:eyJjb250ZW50X3J1bnMiOlt7ImNhbm9uaWNhbF9sYXRleCI6Inpee1xcdGF1fV97dCtofSIsImZvcm11bGFfaWQiOiJFUTAwOSIsImtpbmQiOiJtYXRoIiwibGF0ZXhfc2hhMjU2IjoiMTQ0MmExOTZjN2U5OWJhNTk2OTVjZTY3YzMyNTcyMjgzYjAyZmZlYjg4NDZhMDIxOTY0MDdiY2JiMjQzZjJkYS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ee1xcdGF1fV97dCtofSIsImZvcm11bGFfaWQiOiJFUTAwOSIsImxhdGV4X3NoYTI1NiI6IjE0NDJhMTk2YzdlOTliYTU5Njk1Y2U2N2MzMjU3MjI4M2IwMmZmZWI4ODQ2YTAyMTk2NDA3YmNiYjI0M2YyZGE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bWF0aDowMDkiLCJzY2hlbWFfdmVyc2lvbiI6IjEuMCJ9"/>
              <p:cNvSpPr txBox="1"/>
              <p:nvPr/>
            </p:nvSpPr>
            <p:spPr>
              <a:xfrm>
                <a:off x="1274445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t+h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8" name="math:009" descr="AI_AUTOFIGURE_MATH_FALLBACK_ONLY_V1:eyJjb250ZW50X3J1bnMiOlt7ImNhbm9uaWNhbF9sYXRleCI6Inpee1xcdGF1fV97dCtofSIsImZvcm11bGFfaWQiOiJFUTAwOSIsImtpbmQiOiJtYXRoIiwibGF0ZXhfc2hhMjU2IjoiMTQ0MmExOTZjN2U5OWJhNTk2OTVjZTY3YzMyNTcyMjgzYjAyZmZlYjg4NDZhMDIxOTY0MDdiY2JiMjQzZjJkYS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ee1xcdGF1fV97dCtofSIsImZvcm11bGFfaWQiOiJFUTAwOSIsImxhdGV4X3NoYTI1NiI6IjE0NDJhMTk2YzdlOTliYTU5Njk1Y2U2N2MzMjU3MjI4M2IwMmZmZWI4ODQ2YTAyMTk2NDA3YmNiYjI0M2YyZGE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bWF0aDowMDkiLCJzY2hlbWFfdmVyc2lvbiI6IjEuMCJ9"/>
              <p:cNvSpPr txBox="1"/>
              <p:nvPr/>
            </p:nvSpPr>
            <p:spPr>
              <a:xfrm>
                <a:off x="12744450" y="16368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\(z^{\tau}_{t+h}\)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19" name="af-rollout-panel-rect-01" descr="{&quot;autofigure_element_id&quot;:&quot;rollout-panel&quot;}"/>
          <p:cNvSpPr/>
          <p:nvPr/>
        </p:nvSpPr>
        <p:spPr>
          <a:xfrm>
            <a:off x="9458325" y="2676525"/>
            <a:ext cx="3810000" cy="1647825"/>
          </a:xfrm>
          <a:prstGeom prst="roundRect">
            <a:avLst>
              <a:gd name="adj" fmla="val 11560"/>
            </a:avLst>
          </a:prstGeom>
          <a:solidFill>
            <a:srgbClr val="F3F3F3"/>
          </a:solidFill>
          <a:ln w="21908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af-rollout-z0-to-r0-connector-01" descr="{&quot;arrow_spec_sha256&quot;:&quot;94e973578aadc00531dbed3007f1ad265f363d9c390b7d9d992475ebe57ccaf1&quot;,&quot;autofigure_element_id&quot;:&quot;rollout-z0-to-r0&quot;}"/>
          <p:cNvCxnSpPr>
            <a:stCxn id="125" idx="0"/>
            <a:endCxn id="134" idx="2"/>
          </p:cNvCxnSpPr>
          <p:nvPr/>
        </p:nvCxnSpPr>
        <p:spPr>
          <a:xfrm flipV="1">
            <a:off x="9839325" y="2562225"/>
            <a:ext cx="0" cy="257175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af-rollout-z1-to-r1-connector-01" descr="{&quot;arrow_spec_sha256&quot;:&quot;0a8c03b2edd5440e6980b8cd35a97c1694bce46df95ab111ffec56d67ed577e4&quot;,&quot;autofigure_element_id&quot;:&quot;rollout-z1-to-r1&quot;}"/>
          <p:cNvCxnSpPr>
            <a:stCxn id="126" idx="0"/>
            <a:endCxn id="135" idx="2"/>
          </p:cNvCxnSpPr>
          <p:nvPr/>
        </p:nvCxnSpPr>
        <p:spPr>
          <a:xfrm flipV="1">
            <a:off x="10753725" y="2552700"/>
            <a:ext cx="0" cy="26670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af-rollout-z2-to-r2-connector-01" descr="{&quot;arrow_spec_sha256&quot;:&quot;65d2b5223168c18ecc6f49d53117072503fa0b4f64cf3167db67ec12fdc58930&quot;,&quot;autofigure_element_id&quot;:&quot;rollout-z2-to-r2&quot;}"/>
          <p:cNvCxnSpPr>
            <a:stCxn id="127" idx="0"/>
            <a:endCxn id="136" idx="2"/>
          </p:cNvCxnSpPr>
          <p:nvPr/>
        </p:nvCxnSpPr>
        <p:spPr>
          <a:xfrm flipV="1">
            <a:off x="11706225" y="2552700"/>
            <a:ext cx="0" cy="26670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af-zt-top-to-imagination-connector-01" descr="{&quot;arrow_spec_sha256&quot;:&quot;92baa490b7e35be95ec0e5b41bcbaacac44577452dfb5fcd7c63dcfef2485503&quot;,&quot;autofigure_element_id&quot;:&quot;zt-top-to-imagination&quot;}"/>
          <p:cNvCxnSpPr>
            <a:stCxn id="96" idx="3"/>
            <a:endCxn id="125" idx="1"/>
          </p:cNvCxnSpPr>
          <p:nvPr/>
        </p:nvCxnSpPr>
        <p:spPr>
          <a:xfrm>
            <a:off x="9010650" y="2590800"/>
            <a:ext cx="561975" cy="38100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af-zt-bottom-to-rollout-connector-01" descr="{&quot;arrow_spec_sha256&quot;:&quot;34e29b869a4e4167c361e387c10a862d8aa755a68c5dd317cee798142207a7e8&quot;,&quot;autofigure_element_id&quot;:&quot;zt-bottom-to-rollout&quot;}"/>
          <p:cNvCxnSpPr>
            <a:stCxn id="101" idx="3"/>
            <a:endCxn id="125" idx="1"/>
          </p:cNvCxnSpPr>
          <p:nvPr/>
        </p:nvCxnSpPr>
        <p:spPr>
          <a:xfrm flipV="1">
            <a:off x="9010650" y="3105150"/>
            <a:ext cx="561975" cy="85725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af-rollout-z0-rect-01" descr="{&quot;autofigure_element_id&quot;:&quot;rollout-z0&quot;}"/>
          <p:cNvSpPr/>
          <p:nvPr/>
        </p:nvSpPr>
        <p:spPr>
          <a:xfrm>
            <a:off x="9629775" y="2819400"/>
            <a:ext cx="428625" cy="342900"/>
          </a:xfrm>
          <a:prstGeom prst="roundRect">
            <a:avLst>
              <a:gd name="adj" fmla="val 16666"/>
            </a:avLst>
          </a:prstGeom>
          <a:solidFill>
            <a:srgbClr val="2F7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af-rollout-z1-rect-01" descr="{&quot;autofigure_element_id&quot;:&quot;rollout-z1&quot;}"/>
          <p:cNvSpPr/>
          <p:nvPr/>
        </p:nvSpPr>
        <p:spPr>
          <a:xfrm>
            <a:off x="10544175" y="2819400"/>
            <a:ext cx="428625" cy="342900"/>
          </a:xfrm>
          <a:prstGeom prst="roundRect">
            <a:avLst>
              <a:gd name="adj" fmla="val 16666"/>
            </a:avLst>
          </a:prstGeom>
          <a:solidFill>
            <a:srgbClr val="2F7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af-rollout-z2-rect-01" descr="{&quot;autofigure_element_id&quot;:&quot;rollout-z2&quot;}"/>
          <p:cNvSpPr/>
          <p:nvPr/>
        </p:nvSpPr>
        <p:spPr>
          <a:xfrm>
            <a:off x="11496675" y="2819400"/>
            <a:ext cx="428625" cy="342900"/>
          </a:xfrm>
          <a:prstGeom prst="roundRect">
            <a:avLst>
              <a:gd name="adj" fmla="val 16666"/>
            </a:avLst>
          </a:prstGeom>
          <a:solidFill>
            <a:srgbClr val="2F7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af-rollout-zh-rect-01" descr="{&quot;autofigure_element_id&quot;:&quot;rollout-zh&quot;}"/>
          <p:cNvSpPr/>
          <p:nvPr/>
        </p:nvSpPr>
        <p:spPr>
          <a:xfrm>
            <a:off x="12715875" y="2819400"/>
            <a:ext cx="447675" cy="342900"/>
          </a:xfrm>
          <a:prstGeom prst="roundRect">
            <a:avLst>
              <a:gd name="adj" fmla="val 16666"/>
            </a:avLst>
          </a:prstGeom>
          <a:solidFill>
            <a:srgbClr val="2F7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math:010" descr="AI_AUTOFIGURE_NATIVE_MATH_V1:eyJjb250ZW50X3J1bnMiOlt7ImNhbm9uaWNhbF9sYXRleCI6Inpfe3R9IiwiZm9ybXVsYV9pZCI6IkVRMDEw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TA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EwIiwic2NoZW1hX3ZlcnNpb24iOiIxLjAifQ=="/>
              <p:cNvSpPr txBox="1"/>
              <p:nvPr/>
            </p:nvSpPr>
            <p:spPr>
              <a:xfrm>
                <a:off x="96583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9" name="math:010" descr="AI_AUTOFIGURE_MATH_FALLBACK_ONLY_V1:eyJjb250ZW50X3J1bnMiOlt7ImNhbm9uaWNhbF9sYXRleCI6Inpfe3R9IiwiZm9ybXVsYV9pZCI6IkVRMDEw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TA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EwIiwic2NoZW1hX3ZlcnNpb24iOiIxLjAifQ=="/>
              <p:cNvSpPr txBox="1"/>
              <p:nvPr/>
            </p:nvSpPr>
            <p:spPr>
              <a:xfrm>
                <a:off x="96583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math:011" descr="AI_AUTOFIGURE_NATIVE_MATH_V1:eyJjb250ZW50X3J1bnMiOlt7ImNhbm9uaWNhbF9sYXRleCI6Inpfe3QrMX0iLCJmb3JtdWxhX2lkIjoiRVEwMTEiLCJraW5kIjoibWF0aCIsImxhdGV4X3NoYTI1NiI6IjhlNWQwMDAwYWJiOWNmMDc3M2U3OGZiNTMwMjc1MjMwYjhlZGZiOGNkOTYyYjMyNjM1ZGRlN2NjMjg0NjkwOTEiLCJtb2RlIjoiaW5saW5lIiwib21tbF9zaGEyNTYiOiJhOTVmOTI4NDdlYzgwMmEyMzkyZDQ5YWYwYTZlMTU3NzMxZTdkYzdjMjM4YzEwMGI2ZTlhZDY2NDVhMjhmZTQyIiwic2VtYW50aWNfb21tbF9wcm9maWxlIjoib2ZmaWNlLW1hdGgtc2VtYW50aWMtdjIiLCJzZW1hbnRpY19vbW1sX3NoYTI1NiI6IjY5OTJiMGQ0ODlkYWEyM2Y3ZWViMjgxMjc3NjIyNGU5NDRhNjc1MjQxNGNjYmQ5ZTIzYjQ0OTMyODM3ZjMzZTYifV0sImZvcm11bGFzIjpbeyJjYW5vbmljYWxfbGF0ZXgiOiJ6X3t0KzF9IiwiZm9ybXVsYV9pZCI6IkVRMDExIiwibGF0ZXhfc2hhMjU2IjoiOGU1ZDAwMDBhYmI5Y2YwNzczZTc4ZmI1MzAyNzUyMzBiOGVkZmI4Y2Q5NjJiMzI2MzVkZGU3Y2MyODQ2OTA5MSIsIm1vZGUiOiJpbmxpbmUiLCJvbW1sX3NoYTI1NiI6ImE5NWY5Mjg0N2VjODAyYTIzOTJkNDlhZjBhNmUxNTc3MzFlN2RjN2MyMzhjMTAwYjZlOWFkNjY0NWEyOGZlNDIiLCJzZW1hbnRpY19vbW1sX3Byb2ZpbGUiOiJvZmZpY2UtbWF0aC1zZW1hbnRpYy12MiIsInNlbWFudGljX29tbWxfc2hhMjU2IjoiNjk5MmIwZDQ4OWRhYTIzZjdlZWIyODEyNzc2MjI0ZTk0NGE2NzUyNDE0Y2NiZDllMjNiNDQ5MzI4MzdmMzNlNiJ9XSwia2luZCI6Im5hdGl2ZV9vZmZpY2VfbWF0aCIsInBsYWNlaG9sZGVyX25hbWUiOiJtYXRoOjAxMSIsInNjaGVtYV92ZXJzaW9uIjoiMS4wIn0="/>
              <p:cNvSpPr txBox="1"/>
              <p:nvPr/>
            </p:nvSpPr>
            <p:spPr>
              <a:xfrm>
                <a:off x="105727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0" name="math:011" descr="AI_AUTOFIGURE_MATH_FALLBACK_ONLY_V1:eyJjb250ZW50X3J1bnMiOlt7ImNhbm9uaWNhbF9sYXRleCI6Inpfe3QrMX0iLCJmb3JtdWxhX2lkIjoiRVEwMTEiLCJraW5kIjoibWF0aCIsImxhdGV4X3NoYTI1NiI6IjhlNWQwMDAwYWJiOWNmMDc3M2U3OGZiNTMwMjc1MjMwYjhlZGZiOGNkOTYyYjMyNjM1ZGRlN2NjMjg0NjkwOTEiLCJtb2RlIjoiaW5saW5lIiwib21tbF9zaGEyNTYiOiJhOTVmOTI4NDdlYzgwMmEyMzkyZDQ5YWYwYTZlMTU3NzMxZTdkYzdjMjM4YzEwMGI2ZTlhZDY2NDVhMjhmZTQyIiwic2VtYW50aWNfb21tbF9wcm9maWxlIjoib2ZmaWNlLW1hdGgtc2VtYW50aWMtdjIiLCJzZW1hbnRpY19vbW1sX3NoYTI1NiI6IjY5OTJiMGQ0ODlkYWEyM2Y3ZWViMjgxMjc3NjIyNGU5NDRhNjc1MjQxNGNjYmQ5ZTIzYjQ0OTMyODM3ZjMzZTYifV0sImZvcm11bGFzIjpbeyJjYW5vbmljYWxfbGF0ZXgiOiJ6X3t0KzF9IiwiZm9ybXVsYV9pZCI6IkVRMDExIiwibGF0ZXhfc2hhMjU2IjoiOGU1ZDAwMDBhYmI5Y2YwNzczZTc4ZmI1MzAyNzUyMzBiOGVkZmI4Y2Q5NjJiMzI2MzVkZGU3Y2MyODQ2OTA5MSIsIm1vZGUiOiJpbmxpbmUiLCJvbW1sX3NoYTI1NiI6ImE5NWY5Mjg0N2VjODAyYTIzOTJkNDlhZjBhNmUxNTc3MzFlN2RjN2MyMzhjMTAwYjZlOWFkNjY0NWEyOGZlNDIiLCJzZW1hbnRpY19vbW1sX3Byb2ZpbGUiOiJvZmZpY2UtbWF0aC1zZW1hbnRpYy12MiIsInNlbWFudGljX29tbWxfc2hhMjU2IjoiNjk5MmIwZDQ4OWRhYTIzZjdlZWIyODEyNzc2MjI0ZTk0NGE2NzUyNDE0Y2NiZDllMjNiNDQ5MzI4MzdmMzNlNiJ9XSwia2luZCI6Im5hdGl2ZV9vZmZpY2VfbWF0aCIsInBsYWNlaG9sZGVyX25hbWUiOiJtYXRoOjAxMSIsInNjaGVtYV92ZXJzaW9uIjoiMS4wIn0="/>
              <p:cNvSpPr txBox="1"/>
              <p:nvPr/>
            </p:nvSpPr>
            <p:spPr>
              <a:xfrm>
                <a:off x="105727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math:012" descr="AI_AUTOFIGURE_NATIVE_MATH_V1:eyJjb250ZW50X3J1bnMiOlt7ImNhbm9uaWNhbF9sYXRleCI6Inpfe3QrMn0iLCJmb3JtdWxhX2lkIjoiRVEwMTIiLCJraW5kIjoibWF0aCIsImxhdGV4X3NoYTI1NiI6ImVkN2EzM2FmMDZiOTY1M2Y4Mzk2MmMyN2IyMGRkOWI4NDZjYjJlZTBlMDAzMDY1MGNhMTQ0MzZiMzg5NzA5M2EiLCJtb2RlIjoiaW5saW5lIiwib21tbF9zaGEyNTYiOiI2NDc0MzYwMTY3NzVjMGViNTYwYWIzNjYzNDJjNjUxZTVkY2ZhMzBkZWE3ZjU3NTcyNDMxZDEzNjNlYmI3ZDBkIiwic2VtYW50aWNfb21tbF9wcm9maWxlIjoib2ZmaWNlLW1hdGgtc2VtYW50aWMtdjIiLCJzZW1hbnRpY19vbW1sX3NoYTI1NiI6ImE1ZTA0ZjFhNzZiNzc4MjQ5NzY0MzBlYzg4MmNmOGNjMWE4ZTk5YmYzN2FlYTFlMWVlNWI3ODA5MmM4ZTQ4MTMifV0sImZvcm11bGFzIjpbeyJjYW5vbmljYWxfbGF0ZXgiOiJ6X3t0KzJ9IiwiZm9ybXVsYV9pZCI6IkVRMDEyIiwibGF0ZXhfc2hhMjU2IjoiZWQ3YTMzYWYwNmI5NjUzZjgzOTYyYzI3YjIwZGQ5Yjg0NmNiMmVlMGUwMDMwNjUwY2ExNDQzNmIzODk3MDkzYSIsIm1vZGUiOiJpbmxpbmUiLCJvbW1sX3NoYTI1NiI6IjY0NzQzNjAxNjc3NWMwZWI1NjBhYjM2NjM0MmM2NTFlNWRjZmEzMGRlYTdmNTc1NzI0MzFkMTM2M2ViYjdkMGQiLCJzZW1hbnRpY19vbW1sX3Byb2ZpbGUiOiJvZmZpY2UtbWF0aC1zZW1hbnRpYy12MiIsInNlbWFudGljX29tbWxfc2hhMjU2IjoiYTVlMDRmMWE3NmI3NzgyNDk3NjQzMGVjODgyY2Y4Y2MxYThlOTliZjM3YWVhMWUxZWU1Yjc4MDkyYzhlNDgxMyJ9XSwia2luZCI6Im5hdGl2ZV9vZmZpY2VfbWF0aCIsInBsYWNlaG9sZGVyX25hbWUiOiJtYXRoOjAxMiIsInNjaGVtYV92ZXJzaW9uIjoiMS4wIn0="/>
              <p:cNvSpPr txBox="1"/>
              <p:nvPr/>
            </p:nvSpPr>
            <p:spPr>
              <a:xfrm>
                <a:off x="115252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1" name="math:012" descr="AI_AUTOFIGURE_MATH_FALLBACK_ONLY_V1:eyJjb250ZW50X3J1bnMiOlt7ImNhbm9uaWNhbF9sYXRleCI6Inpfe3QrMn0iLCJmb3JtdWxhX2lkIjoiRVEwMTIiLCJraW5kIjoibWF0aCIsImxhdGV4X3NoYTI1NiI6ImVkN2EzM2FmMDZiOTY1M2Y4Mzk2MmMyN2IyMGRkOWI4NDZjYjJlZTBlMDAzMDY1MGNhMTQ0MzZiMzg5NzA5M2EiLCJtb2RlIjoiaW5saW5lIiwib21tbF9zaGEyNTYiOiI2NDc0MzYwMTY3NzVjMGViNTYwYWIzNjYzNDJjNjUxZTVkY2ZhMzBkZWE3ZjU3NTcyNDMxZDEzNjNlYmI3ZDBkIiwic2VtYW50aWNfb21tbF9wcm9maWxlIjoib2ZmaWNlLW1hdGgtc2VtYW50aWMtdjIiLCJzZW1hbnRpY19vbW1sX3NoYTI1NiI6ImE1ZTA0ZjFhNzZiNzc4MjQ5NzY0MzBlYzg4MmNmOGNjMWE4ZTk5YmYzN2FlYTFlMWVlNWI3ODA5MmM4ZTQ4MTMifV0sImZvcm11bGFzIjpbeyJjYW5vbmljYWxfbGF0ZXgiOiJ6X3t0KzJ9IiwiZm9ybXVsYV9pZCI6IkVRMDEyIiwibGF0ZXhfc2hhMjU2IjoiZWQ3YTMzYWYwNmI5NjUzZjgzOTYyYzI3YjIwZGQ5Yjg0NmNiMmVlMGUwMDMwNjUwY2ExNDQzNmIzODk3MDkzYSIsIm1vZGUiOiJpbmxpbmUiLCJvbW1sX3NoYTI1NiI6IjY0NzQzNjAxNjc3NWMwZWI1NjBhYjM2NjM0MmM2NTFlNWRjZmEzMGRlYTdmNTc1NzI0MzFkMTM2M2ViYjdkMGQiLCJzZW1hbnRpY19vbW1sX3Byb2ZpbGUiOiJvZmZpY2UtbWF0aC1zZW1hbnRpYy12MiIsInNlbWFudGljX29tbWxfc2hhMjU2IjoiYTVlMDRmMWE3NmI3NzgyNDk3NjQzMGVjODgyY2Y4Y2MxYThlOTliZjM3YWVhMWUxZWU1Yjc4MDkyYzhlNDgxMyJ9XSwia2luZCI6Im5hdGl2ZV9vZmZpY2VfbWF0aCIsInBsYWNlaG9sZGVyX25hbWUiOiJtYXRoOjAxMiIsInNjaGVtYV92ZXJzaW9uIjoiMS4wIn0="/>
              <p:cNvSpPr txBox="1"/>
              <p:nvPr/>
            </p:nvSpPr>
            <p:spPr>
              <a:xfrm>
                <a:off x="11525250" y="2894171"/>
                <a:ext cx="36195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math:013" descr="AI_AUTOFIGURE_NATIVE_MATH_V1:eyJjb250ZW50X3J1bnMiOlt7ImNhbm9uaWNhbF9sYXRleCI6Inpfe3QraH0iLCJmb3JtdWxhX2lkIjoiRVEwMTMiLCJraW5kIjoibWF0aCIsImxhdGV4X3NoYTI1NiI6IjA0ZWYyNTM3NWI3NzI4NDJjNzhlMjkxMGQwZWIyZTkzMTUwZTkzNmRlNGJlMjZiNDI4YTk5MGQwMWZiNDU2ZTAiLCJtb2RlIjoiaW5saW5lIiwib21tbF9zaGEyNTYiOiI2MTJkY2M3MzFjMWJmOWMzNDhmOWQxYmIwNWI5NDVjYzEwNzBlNDVkMzI0ZDJlODVlNDRiNTNkZTIwZjdmZjE0Iiwic2VtYW50aWNfb21tbF9wcm9maWxlIjoib2ZmaWNlLW1hdGgtc2VtYW50aWMtdjIiLCJzZW1hbnRpY19vbW1sX3NoYTI1NiI6IjgxYWM2YzQxYWZmNmFiZWM1NWJhOWFkMzRiNTdkM2U4MDZjYzY0YzUzMjEyYzRkODQ0ZDE5YzgyYjRiZjU0NDAifV0sImZvcm11bGFzIjpbeyJjYW5vbmljYWxfbGF0ZXgiOiJ6X3t0K2h9IiwiZm9ybXVsYV9pZCI6IkVRMDEzIiwibGF0ZXhfc2hhMjU2IjoiMDRlZjI1Mzc1Yjc3Mjg0MmM3OGUyOTEwZDBlYjJlOTMxNTBlOTM2ZGU0YmUyNmI0MjhhOTkwZDAxZmI0NTZlMCIsIm1vZGUiOiJpbmxpbmUiLCJvbW1sX3NoYTI1NiI6IjYxMmRjYzczMWMxYmY5YzM0OGY5ZDFiYjA1Yjk0NWNjMTA3MGU0NWQzMjRkMmU4NWU0NGI1M2RlMjBmN2ZmMTQiLCJzZW1hbnRpY19vbW1sX3Byb2ZpbGUiOiJvZmZpY2UtbWF0aC1zZW1hbnRpYy12MiIsInNlbWFudGljX29tbWxfc2hhMjU2IjoiODFhYzZjNDFhZmY2YWJlYzU1YmE5YWQzNGI1N2QzZTgwNmNjNjRjNTMyMTJjNGQ4NDRkMTljODJiNGJmNTQ0MCJ9XSwia2luZCI6Im5hdGl2ZV9vZmZpY2VfbWF0aCIsInBsYWNlaG9sZGVyX25hbWUiOiJtYXRoOjAxMyIsInNjaGVtYV92ZXJzaW9uIjoiMS4wIn0="/>
              <p:cNvSpPr txBox="1"/>
              <p:nvPr/>
            </p:nvSpPr>
            <p:spPr>
              <a:xfrm>
                <a:off x="12744450" y="28941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t+h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2" name="math:013" descr="AI_AUTOFIGURE_MATH_FALLBACK_ONLY_V1:eyJjb250ZW50X3J1bnMiOlt7ImNhbm9uaWNhbF9sYXRleCI6Inpfe3QraH0iLCJmb3JtdWxhX2lkIjoiRVEwMTMiLCJraW5kIjoibWF0aCIsImxhdGV4X3NoYTI1NiI6IjA0ZWYyNTM3NWI3NzI4NDJjNzhlMjkxMGQwZWIyZTkzMTUwZTkzNmRlNGJlMjZiNDI4YTk5MGQwMWZiNDU2ZTAiLCJtb2RlIjoiaW5saW5lIiwib21tbF9zaGEyNTYiOiI2MTJkY2M3MzFjMWJmOWMzNDhmOWQxYmIwNWI5NDVjYzEwNzBlNDVkMzI0ZDJlODVlNDRiNTNkZTIwZjdmZjE0Iiwic2VtYW50aWNfb21tbF9wcm9maWxlIjoib2ZmaWNlLW1hdGgtc2VtYW50aWMtdjIiLCJzZW1hbnRpY19vbW1sX3NoYTI1NiI6IjgxYWM2YzQxYWZmNmFiZWM1NWJhOWFkMzRiNTdkM2U4MDZjYzY0YzUzMjEyYzRkODQ0ZDE5YzgyYjRiZjU0NDAifV0sImZvcm11bGFzIjpbeyJjYW5vbmljYWxfbGF0ZXgiOiJ6X3t0K2h9IiwiZm9ybXVsYV9pZCI6IkVRMDEzIiwibGF0ZXhfc2hhMjU2IjoiMDRlZjI1Mzc1Yjc3Mjg0MmM3OGUyOTEwZDBlYjJlOTMxNTBlOTM2ZGU0YmUyNmI0MjhhOTkwZDAxZmI0NTZlMCIsIm1vZGUiOiJpbmxpbmUiLCJvbW1sX3NoYTI1NiI6IjYxMmRjYzczMWMxYmY5YzM0OGY5ZDFiYjA1Yjk0NWNjMTA3MGU0NWQzMjRkMmU4NWU0NGI1M2RlMjBmN2ZmMTQiLCJzZW1hbnRpY19vbW1sX3Byb2ZpbGUiOiJvZmZpY2UtbWF0aC1zZW1hbnRpYy12MiIsInNlbWFudGljX29tbWxfc2hhMjU2IjoiODFhYzZjNDFhZmY2YWJlYzU1YmE5YWQzNGI1N2QzZTgwNmNjNjRjNTMyMTJjNGQ4NDRkMTljODJiNGJmNTQ0MCJ9XSwia2luZCI6Im5hdGl2ZV9vZmZpY2VfbWF0aCIsInBsYWNlaG9sZGVyX25hbWUiOiJtYXRoOjAxMyIsInNjaGVtYV92ZXJzaW9uIjoiMS4wIn0="/>
              <p:cNvSpPr txBox="1"/>
              <p:nvPr/>
            </p:nvSpPr>
            <p:spPr>
              <a:xfrm>
                <a:off x="12744450" y="2894171"/>
                <a:ext cx="381000" cy="239554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\(z_{t+h}\)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33" name="af-rollout-label-text-01" descr="{&quot;autofigure_element_id&quot;:&quot;rollout-label&quot;}"/>
          <p:cNvSpPr txBox="1"/>
          <p:nvPr/>
        </p:nvSpPr>
        <p:spPr>
          <a:xfrm>
            <a:off x="12449175" y="3991451"/>
            <a:ext cx="752475" cy="26622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75" b="1">
                <a:solidFill>
                  <a:srgbClr val="000000"/>
                </a:solidFill>
                <a:latin typeface="Arial"/>
              </a:rPr>
              <a:t>rollout</a:t>
            </a:r>
          </a:p>
        </p:txBody>
      </p:sp>
      <p:sp>
        <p:nvSpPr>
          <p:cNvPr id="134" name="af-reward-r0-ellipse-01" descr="{&quot;autofigure_element_id&quot;:&quot;reward-r0&quot;}"/>
          <p:cNvSpPr/>
          <p:nvPr/>
        </p:nvSpPr>
        <p:spPr>
          <a:xfrm>
            <a:off x="9639300" y="2152650"/>
            <a:ext cx="400050" cy="400050"/>
          </a:xfrm>
          <a:prstGeom prst="ellipse">
            <a:avLst/>
          </a:prstGeom>
          <a:solidFill>
            <a:srgbClr val="EF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af-reward-r1-ellipse-01" descr="{&quot;autofigure_element_id&quot;:&quot;reward-r1&quot;}"/>
          <p:cNvSpPr/>
          <p:nvPr/>
        </p:nvSpPr>
        <p:spPr>
          <a:xfrm>
            <a:off x="10553700" y="2152650"/>
            <a:ext cx="400050" cy="400050"/>
          </a:xfrm>
          <a:prstGeom prst="ellipse">
            <a:avLst/>
          </a:prstGeom>
          <a:solidFill>
            <a:srgbClr val="EF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af-reward-r2-ellipse-01" descr="{&quot;autofigure_element_id&quot;:&quot;reward-r2&quot;}"/>
          <p:cNvSpPr/>
          <p:nvPr/>
        </p:nvSpPr>
        <p:spPr>
          <a:xfrm>
            <a:off x="11506200" y="2152650"/>
            <a:ext cx="400050" cy="400050"/>
          </a:xfrm>
          <a:prstGeom prst="ellipse">
            <a:avLst/>
          </a:prstGeom>
          <a:solidFill>
            <a:srgbClr val="EF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math:014" descr="AI_AUTOFIGURE_NATIVE_MATH_V1:eyJjb250ZW50X3J1bnMiOlt7ImNhbm9uaWNhbF9sYXRleCI6InLigLJfe3R9IiwiZm9ybXVsYV9pZCI6IkVRMDE0Iiwia2luZCI6Im1hdGgiLCJsYXRleF9zaGEyNTYiOiI3ZWRhZjhhYmNhZjYwZDliMGZkZDg5MDM3ZWFiODdiODQ4NDEyODA0ZTg2OTFiM2I0NzdjNzFlMTAyOWVlMjIxIiwibW9kZSI6ImlubGluZSIsIm9tbWxfc2hhMjU2IjoiMzY3NDc5MTgxYWIzZWQwNDRiODIzZTFlM2IxNjgxMjRjNjUyMzJmNDQ2YTZiODRkZTE2NTIyNjRlNWY3MzMxMiIsInNlbWFudGljX29tbWxfcHJvZmlsZSI6Im9mZmljZS1tYXRoLXNlbWFudGljLXYyIiwic2VtYW50aWNfb21tbF9zaGEyNTYiOiIwNGJiNGM4YWM3NGRlOGI4NmM0ZDJmYmM5ZDE2MDQ2NDBhNTcxYzg1MjY1MmVlNDNlNjk5YTAwOGJhMzRlMWQ0In1dLCJmb3JtdWxhcyI6W3siY2Fub25pY2FsX2xhdGV4IjoicuKAsl97dH0iLCJmb3JtdWxhX2lkIjoiRVEwMTQiLCJsYXRleF9zaGEyNTYiOiI3ZWRhZjhhYmNhZjYwZDliMGZkZDg5MDM3ZWFiODdiODQ4NDEyODA0ZTg2OTFiM2I0NzdjNzFlMTAyOWVlMjIxIiwibW9kZSI6ImlubGluZSIsIm9tbWxfc2hhMjU2IjoiMzY3NDc5MTgxYWIzZWQwNDRiODIzZTFlM2IxNjgxMjRjNjUyMzJmNDQ2YTZiODRkZTE2NTIyNjRlNWY3MzMxMiIsInNlbWFudGljX29tbWxfcHJvZmlsZSI6Im9mZmljZS1tYXRoLXNlbWFudGljLXYyIiwic2VtYW50aWNfb21tbF9zaGEyNTYiOiIwNGJiNGM4YWM3NGRlOGI4NmM0ZDJmYmM5ZDE2MDQ2NDBhNTcxYzg1MjY1MmVlNDNlNjk5YTAwOGJhMzRlMWQ0In1dLCJraW5kIjoibmF0aXZlX29mZmljZV9tYXRoIiwicGxhY2Vob2xkZXJfbmFtZSI6Im1hdGg6MDE0Iiwic2NoZW1hX3ZlcnNpb24iOiIxLjAifQ=="/>
              <p:cNvSpPr txBox="1"/>
              <p:nvPr/>
            </p:nvSpPr>
            <p:spPr>
              <a:xfrm>
                <a:off x="9588960" y="2255996"/>
                <a:ext cx="500729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275">
                        <a:solidFill>
                          <a:srgbClr val="FFFFFF"/>
                        </a:solidFill>
                        <a:latin typeface="Cambria Math"/>
                      </a:rPr>
                      <m:t>r</m:t>
                    </m:r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7" name="math:014" descr="AI_AUTOFIGURE_MATH_FALLBACK_ONLY_V1:eyJjb250ZW50X3J1bnMiOlt7ImNhbm9uaWNhbF9sYXRleCI6InLigLJfe3R9IiwiZm9ybXVsYV9pZCI6IkVRMDE0Iiwia2luZCI6Im1hdGgiLCJsYXRleF9zaGEyNTYiOiI3ZWRhZjhhYmNhZjYwZDliMGZkZDg5MDM3ZWFiODdiODQ4NDEyODA0ZTg2OTFiM2I0NzdjNzFlMTAyOWVlMjIxIiwibW9kZSI6ImlubGluZSIsIm9tbWxfc2hhMjU2IjoiMzY3NDc5MTgxYWIzZWQwNDRiODIzZTFlM2IxNjgxMjRjNjUyMzJmNDQ2YTZiODRkZTE2NTIyNjRlNWY3MzMxMiIsInNlbWFudGljX29tbWxfcHJvZmlsZSI6Im9mZmljZS1tYXRoLXNlbWFudGljLXYyIiwic2VtYW50aWNfb21tbF9zaGEyNTYiOiIwNGJiNGM4YWM3NGRlOGI4NmM0ZDJmYmM5ZDE2MDQ2NDBhNTcxYzg1MjY1MmVlNDNlNjk5YTAwOGJhMzRlMWQ0In1dLCJmb3JtdWxhcyI6W3siY2Fub25pY2FsX2xhdGV4IjoicuKAsl97dH0iLCJmb3JtdWxhX2lkIjoiRVEwMTQiLCJsYXRleF9zaGEyNTYiOiI3ZWRhZjhhYmNhZjYwZDliMGZkZDg5MDM3ZWFiODdiODQ4NDEyODA0ZTg2OTFiM2I0NzdjNzFlMTAyOWVlMjIxIiwibW9kZSI6ImlubGluZSIsIm9tbWxfc2hhMjU2IjoiMzY3NDc5MTgxYWIzZWQwNDRiODIzZTFlM2IxNjgxMjRjNjUyMzJmNDQ2YTZiODRkZTE2NTIyNjRlNWY3MzMxMiIsInNlbWFudGljX29tbWxfcHJvZmlsZSI6Im9mZmljZS1tYXRoLXNlbWFudGljLXYyIiwic2VtYW50aWNfb21tbF9zaGEyNTYiOiIwNGJiNGM4YWM3NGRlOGI4NmM0ZDJmYmM5ZDE2MDQ2NDBhNTcxYzg1MjY1MmVlNDNlNjk5YTAwOGJhMzRlMWQ0In1dLCJraW5kIjoibmF0aXZlX29mZmljZV9tYXRoIiwicGxhY2Vob2xkZXJfbmFtZSI6Im1hdGg6MDE0Iiwic2NoZW1hX3ZlcnNpb24iOiIxLjAifQ=="/>
              <p:cNvSpPr txBox="1"/>
              <p:nvPr/>
            </p:nvSpPr>
            <p:spPr>
              <a:xfrm>
                <a:off x="9588960" y="2255996"/>
                <a:ext cx="500729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\(r′_{t}\)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math:015" descr="AI_AUTOFIGURE_NATIVE_MATH_V1:eyJjb250ZW50X3J1bnMiOlt7ImNhbm9uaWNhbF9sYXRleCI6InLigLJfe3QrMX0iLCJmb3JtdWxhX2lkIjoiRVEwMTUiLCJraW5kIjoibWF0aCIsImxhdGV4X3NoYTI1NiI6ImY3NTUxODY4NGIyOGY1YjZkYzI3MmYzOGNjZDZkMjk0MjllOTNhZmFkMWFhZGJmY2JiYzA0MTg5ODIzY2VhYTEiLCJtb2RlIjoiaW5saW5lIiwib21tbF9zaGEyNTYiOiIxMjYzY2JkZjUzY2VjYWQ5OTcwMTIyMzNmMzU0YmU3ZWQwNTMzNTVlNzc3YmVjYjU3NzMxMjhlY2Q4OTliNWYyIiwic2VtYW50aWNfb21tbF9wcm9maWxlIjoib2ZmaWNlLW1hdGgtc2VtYW50aWMtdjIiLCJzZW1hbnRpY19vbW1sX3NoYTI1NiI6ImNiNzhjMGM2ZDlmNjhmNjE5NTU2OTg2NTk0YjE3MzhhMWVlOTBiZWQ3NzdmY2E1MzE1MTkxNTMzNjBhN2Y0OTQifV0sImZvcm11bGFzIjpbeyJjYW5vbmljYWxfbGF0ZXgiOiJy4oCyX3t0KzF9IiwiZm9ybXVsYV9pZCI6IkVRMDE1IiwibGF0ZXhfc2hhMjU2IjoiZjc1NTE4Njg0YjI4ZjViNmRjMjcyZjM4Y2NkNmQyOTQyOWU5M2FmYWQxYWFkYmZjYmJjMDQxODk4MjNjZWFhMSIsIm1vZGUiOiJpbmxpbmUiLCJvbW1sX3NoYTI1NiI6IjEyNjNjYmRmNTNjZWNhZDk5NzAxMjIzM2YzNTRiZTdlZDA1MzM1NWU3NzdiZWNiNTc3MzEyOGVjZDg5OWI1ZjIiLCJzZW1hbnRpY19vbW1sX3Byb2ZpbGUiOiJvZmZpY2UtbWF0aC1zZW1hbnRpYy12MiIsInNlbWFudGljX29tbWxfc2hhMjU2IjoiY2I3OGMwYzZkOWY2OGY2MTk1NTY5ODY1OTRiMTczOGExZWU5MGJlZDc3N2ZjYTUzMTUxOTE1MzM2MGE3ZjQ5NCJ9XSwia2luZCI6Im5hdGl2ZV9vZmZpY2VfbWF0aCIsInBsYWNlaG9sZGVyX25hbWUiOiJtYXRoOjAxNSIsInNjaGVtYV92ZXJzaW9uIjoiMS4wIn0="/>
              <p:cNvSpPr txBox="1"/>
              <p:nvPr/>
            </p:nvSpPr>
            <p:spPr>
              <a:xfrm>
                <a:off x="10415921" y="2255996"/>
                <a:ext cx="67560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275">
                        <a:solidFill>
                          <a:srgbClr val="FFFFFF"/>
                        </a:solidFill>
                        <a:latin typeface="Cambria Math"/>
                      </a:rPr>
                      <m:t>r</m:t>
                    </m:r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8" name="math:015" descr="AI_AUTOFIGURE_MATH_FALLBACK_ONLY_V1:eyJjb250ZW50X3J1bnMiOlt7ImNhbm9uaWNhbF9sYXRleCI6InLigLJfe3QrMX0iLCJmb3JtdWxhX2lkIjoiRVEwMTUiLCJraW5kIjoibWF0aCIsImxhdGV4X3NoYTI1NiI6ImY3NTUxODY4NGIyOGY1YjZkYzI3MmYzOGNjZDZkMjk0MjllOTNhZmFkMWFhZGJmY2JiYzA0MTg5ODIzY2VhYTEiLCJtb2RlIjoiaW5saW5lIiwib21tbF9zaGEyNTYiOiIxMjYzY2JkZjUzY2VjYWQ5OTcwMTIyMzNmMzU0YmU3ZWQwNTMzNTVlNzc3YmVjYjU3NzMxMjhlY2Q4OTliNWYyIiwic2VtYW50aWNfb21tbF9wcm9maWxlIjoib2ZmaWNlLW1hdGgtc2VtYW50aWMtdjIiLCJzZW1hbnRpY19vbW1sX3NoYTI1NiI6ImNiNzhjMGM2ZDlmNjhmNjE5NTU2OTg2NTk0YjE3MzhhMWVlOTBiZWQ3NzdmY2E1MzE1MTkxNTMzNjBhN2Y0OTQifV0sImZvcm11bGFzIjpbeyJjYW5vbmljYWxfbGF0ZXgiOiJy4oCyX3t0KzF9IiwiZm9ybXVsYV9pZCI6IkVRMDE1IiwibGF0ZXhfc2hhMjU2IjoiZjc1NTE4Njg0YjI4ZjViNmRjMjcyZjM4Y2NkNmQyOTQyOWU5M2FmYWQxYWFkYmZjYmJjMDQxODk4MjNjZWFhMSIsIm1vZGUiOiJpbmxpbmUiLCJvbW1sX3NoYTI1NiI6IjEyNjNjYmRmNTNjZWNhZDk5NzAxMjIzM2YzNTRiZTdlZDA1MzM1NWU3NzdiZWNiNTc3MzEyOGVjZDg5OWI1ZjIiLCJzZW1hbnRpY19vbW1sX3Byb2ZpbGUiOiJvZmZpY2UtbWF0aC1zZW1hbnRpYy12MiIsInNlbWFudGljX29tbWxfc2hhMjU2IjoiY2I3OGMwYzZkOWY2OGY2MTk1NTY5ODY1OTRiMTczOGExZWU5MGJlZDc3N2ZjYTUzMTUxOTE1MzM2MGE3ZjQ5NCJ9XSwia2luZCI6Im5hdGl2ZV9vZmZpY2VfbWF0aCIsInBsYWNlaG9sZGVyX25hbWUiOiJtYXRoOjAxNSIsInNjaGVtYV92ZXJzaW9uIjoiMS4wIn0="/>
              <p:cNvSpPr txBox="1"/>
              <p:nvPr/>
            </p:nvSpPr>
            <p:spPr>
              <a:xfrm>
                <a:off x="10415921" y="2255996"/>
                <a:ext cx="67560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\(r′_{t+1}\)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math:016" descr="AI_AUTOFIGURE_NATIVE_MATH_V1:eyJjb250ZW50X3J1bnMiOlt7ImNhbm9uaWNhbF9sYXRleCI6InLigLJfe3QrMn0iLCJmb3JtdWxhX2lkIjoiRVEwMTYiLCJraW5kIjoibWF0aCIsImxhdGV4X3NoYTI1NiI6Ijk1MDQxNmMyNjQ2YjVjMjA5MmQ3YTU4MTdkZmJiYjhiZTkzMDNhNzU5NjAwNmM1MWNlMWNlZDIxYmI3OTIxOGQiLCJtb2RlIjoiaW5saW5lIiwib21tbF9zaGEyNTYiOiJlYTg4ZTRmNjdiODhlNTZiNmVkNTQ5MDcwN2RkZTMyMWU5OTU4MjEyYWYzNDljNGQ1NmZlNDA4NmNiMzQxYzQ5Iiwic2VtYW50aWNfb21tbF9wcm9maWxlIjoib2ZmaWNlLW1hdGgtc2VtYW50aWMtdjIiLCJzZW1hbnRpY19vbW1sX3NoYTI1NiI6Ijk2NDEwZGI1MzdlNmZiNzhmMzliZGEyNDY3ZGNhZmE4MzE5ZDM2ZTA1ODkwNzI1YjA5MTIwNWVhOWRjNDU5NDgifV0sImZvcm11bGFzIjpbeyJjYW5vbmljYWxfbGF0ZXgiOiJy4oCyX3t0KzJ9IiwiZm9ybXVsYV9pZCI6IkVRMDE2IiwibGF0ZXhfc2hhMjU2IjoiOTUwNDE2YzI2NDZiNWMyMDkyZDdhNTgxN2RmYmJiOGJlOTMwM2E3NTk2MDA2YzUxY2UxY2VkMjFiYjc5MjE4ZCIsIm1vZGUiOiJpbmxpbmUiLCJvbW1sX3NoYTI1NiI6ImVhODhlNGY2N2I4OGU1NmI2ZWQ1NDkwNzA3ZGRlMzIxZTk5NTgyMTJhZjM0OWM0ZDU2ZmU0MDg2Y2IzNDFjNDkiLCJzZW1hbnRpY19vbW1sX3Byb2ZpbGUiOiJvZmZpY2UtbWF0aC1zZW1hbnRpYy12MiIsInNlbWFudGljX29tbWxfc2hhMjU2IjoiOTY0MTBkYjUzN2U2ZmI3OGYzOWJkYTI0NjdkY2FmYTgzMTlkMzZlMDU4OTA3MjViMDkxMjA1ZWE5ZGM0NTk0OCJ9XSwia2luZCI6Im5hdGl2ZV9vZmZpY2VfbWF0aCIsInBsYWNlaG9sZGVyX25hbWUiOiJtYXRoOjAxNiIsInNjaGVtYV92ZXJzaW9uIjoiMS4wIn0="/>
              <p:cNvSpPr txBox="1"/>
              <p:nvPr/>
            </p:nvSpPr>
            <p:spPr>
              <a:xfrm>
                <a:off x="11368421" y="2255996"/>
                <a:ext cx="67560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275">
                        <a:solidFill>
                          <a:srgbClr val="FFFFFF"/>
                        </a:solidFill>
                        <a:latin typeface="Cambria Math"/>
                      </a:rPr>
                      <m:t>r</m:t>
                    </m:r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9" name="math:016" descr="AI_AUTOFIGURE_MATH_FALLBACK_ONLY_V1:eyJjb250ZW50X3J1bnMiOlt7ImNhbm9uaWNhbF9sYXRleCI6InLigLJfe3QrMn0iLCJmb3JtdWxhX2lkIjoiRVEwMTYiLCJraW5kIjoibWF0aCIsImxhdGV4X3NoYTI1NiI6Ijk1MDQxNmMyNjQ2YjVjMjA5MmQ3YTU4MTdkZmJiYjhiZTkzMDNhNzU5NjAwNmM1MWNlMWNlZDIxYmI3OTIxOGQiLCJtb2RlIjoiaW5saW5lIiwib21tbF9zaGEyNTYiOiJlYTg4ZTRmNjdiODhlNTZiNmVkNTQ5MDcwN2RkZTMyMWU5OTU4MjEyYWYzNDljNGQ1NmZlNDA4NmNiMzQxYzQ5Iiwic2VtYW50aWNfb21tbF9wcm9maWxlIjoib2ZmaWNlLW1hdGgtc2VtYW50aWMtdjIiLCJzZW1hbnRpY19vbW1sX3NoYTI1NiI6Ijk2NDEwZGI1MzdlNmZiNzhmMzliZGEyNDY3ZGNhZmE4MzE5ZDM2ZTA1ODkwNzI1YjA5MTIwNWVhOWRjNDU5NDgifV0sImZvcm11bGFzIjpbeyJjYW5vbmljYWxfbGF0ZXgiOiJy4oCyX3t0KzJ9IiwiZm9ybXVsYV9pZCI6IkVRMDE2IiwibGF0ZXhfc2hhMjU2IjoiOTUwNDE2YzI2NDZiNWMyMDkyZDdhNTgxN2RmYmJiOGJlOTMwM2E3NTk2MDA2YzUxY2UxY2VkMjFiYjc5MjE4ZCIsIm1vZGUiOiJpbmxpbmUiLCJvbW1sX3NoYTI1NiI6ImVhODhlNGY2N2I4OGU1NmI2ZWQ1NDkwNzA3ZGRlMzIxZTk5NTgyMTJhZjM0OWM0ZDU2ZmU0MDg2Y2IzNDFjNDkiLCJzZW1hbnRpY19vbW1sX3Byb2ZpbGUiOiJvZmZpY2UtbWF0aC1zZW1hbnRpYy12MiIsInNlbWFudGljX29tbWxfc2hhMjU2IjoiOTY0MTBkYjUzN2U2ZmI3OGYzOWJkYTI0NjdkY2FmYTgzMTlkMzZlMDU4OTA3MjViMDkxMjA1ZWE5ZGM0NTk0OCJ9XSwia2luZCI6Im5hdGl2ZV9vZmZpY2VfbWF0aCIsInBsYWNlaG9sZGVyX25hbWUiOiJtYXRoOjAxNiIsInNjaGVtYV92ZXJzaW9uIjoiMS4wIn0="/>
              <p:cNvSpPr txBox="1"/>
              <p:nvPr/>
            </p:nvSpPr>
            <p:spPr>
              <a:xfrm>
                <a:off x="11368421" y="2255996"/>
                <a:ext cx="67560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\(r′_{t+2}\)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40" name="af-policy-pi0-ellipse-01" descr="{&quot;autofigure_element_id&quot;:&quot;policy-pi0&quot;}"/>
          <p:cNvSpPr/>
          <p:nvPr/>
        </p:nvSpPr>
        <p:spPr>
          <a:xfrm>
            <a:off x="9667875" y="3886200"/>
            <a:ext cx="342900" cy="342900"/>
          </a:xfrm>
          <a:prstGeom prst="ellipse">
            <a:avLst/>
          </a:prstGeom>
          <a:solidFill>
            <a:srgbClr val="91A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af-policy-pi1-ellipse-01" descr="{&quot;autofigure_element_id&quot;:&quot;policy-pi1&quot;}"/>
          <p:cNvSpPr/>
          <p:nvPr/>
        </p:nvSpPr>
        <p:spPr>
          <a:xfrm>
            <a:off x="10591800" y="3886200"/>
            <a:ext cx="342900" cy="342900"/>
          </a:xfrm>
          <a:prstGeom prst="ellipse">
            <a:avLst/>
          </a:prstGeom>
          <a:solidFill>
            <a:srgbClr val="91A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f-policy-pi2-ellipse-01" descr="{&quot;autofigure_element_id&quot;:&quot;policy-pi2&quot;}"/>
          <p:cNvSpPr/>
          <p:nvPr/>
        </p:nvSpPr>
        <p:spPr>
          <a:xfrm>
            <a:off x="11544300" y="3886200"/>
            <a:ext cx="342900" cy="342900"/>
          </a:xfrm>
          <a:prstGeom prst="ellipse">
            <a:avLst/>
          </a:prstGeom>
          <a:solidFill>
            <a:srgbClr val="91A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math:017" descr="AI_AUTOFIGURE_NATIVE_MATH_V1:eyJjb250ZW50X3J1bnMiOlt7ImNhbm9uaWNhbF9sYXRleCI6IlxccGkiLCJmb3JtdWxhX2lkIjoiRVEwMTc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3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NyIsInNjaGVtYV92ZXJzaW9uIjoiMS4wIn0="/>
              <p:cNvSpPr txBox="1"/>
              <p:nvPr/>
            </p:nvSpPr>
            <p:spPr>
              <a:xfrm>
                <a:off x="9639776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3" name="math:017" descr="AI_AUTOFIGURE_MATH_FALLBACK_ONLY_V1:eyJjb250ZW50X3J1bnMiOlt7ImNhbm9uaWNhbF9sYXRleCI6IlxccGkiLCJmb3JtdWxhX2lkIjoiRVEwMTc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3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NyIsInNjaGVtYV92ZXJzaW9uIjoiMS4wIn0="/>
              <p:cNvSpPr txBox="1"/>
              <p:nvPr/>
            </p:nvSpPr>
            <p:spPr>
              <a:xfrm>
                <a:off x="9639776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math:018" descr="AI_AUTOFIGURE_NATIVE_MATH_V1:eyJjb250ZW50X3J1bnMiOlt7ImNhbm9uaWNhbF9sYXRleCI6IlxccGkiLCJmb3JtdWxhX2lkIjoiRVEwMTg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4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CIsInNjaGVtYV92ZXJzaW9uIjoiMS4wIn0="/>
              <p:cNvSpPr txBox="1"/>
              <p:nvPr/>
            </p:nvSpPr>
            <p:spPr>
              <a:xfrm>
                <a:off x="10563701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4" name="math:018" descr="AI_AUTOFIGURE_MATH_FALLBACK_ONLY_V1:eyJjb250ZW50X3J1bnMiOlt7ImNhbm9uaWNhbF9sYXRleCI6IlxccGkiLCJmb3JtdWxhX2lkIjoiRVEwMTg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4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CIsInNjaGVtYV92ZXJzaW9uIjoiMS4wIn0="/>
              <p:cNvSpPr txBox="1"/>
              <p:nvPr/>
            </p:nvSpPr>
            <p:spPr>
              <a:xfrm>
                <a:off x="10563701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math:019" descr="AI_AUTOFIGURE_NATIVE_MATH_V1:eyJjb250ZW50X3J1bnMiOlt7ImNhbm9uaWNhbF9sYXRleCI6IlxccGkiLCJmb3JtdWxhX2lkIjoiRVEwMT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SIsInNjaGVtYV92ZXJzaW9uIjoiMS4wIn0="/>
              <p:cNvSpPr txBox="1"/>
              <p:nvPr/>
            </p:nvSpPr>
            <p:spPr>
              <a:xfrm>
                <a:off x="11516201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5" name="math:019" descr="AI_AUTOFIGURE_MATH_FALLBACK_ONLY_V1:eyJjb250ZW50X3J1bnMiOlt7ImNhbm9uaWNhbF9sYXRleCI6IlxccGkiLCJmb3JtdWxhX2lkIjoiRVEwMT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SIsInNjaGVtYV92ZXJzaW9uIjoiMS4wIn0="/>
              <p:cNvSpPr txBox="1"/>
              <p:nvPr/>
            </p:nvSpPr>
            <p:spPr>
              <a:xfrm>
                <a:off x="11516201" y="3951922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46" name="af-action-a0-ellipse-01" descr="{&quot;autofigure_element_id&quot;:&quot;action-a0&quot;}"/>
          <p:cNvSpPr/>
          <p:nvPr/>
        </p:nvSpPr>
        <p:spPr>
          <a:xfrm>
            <a:off x="10144125" y="3400425"/>
            <a:ext cx="342900" cy="342900"/>
          </a:xfrm>
          <a:prstGeom prst="ellipse">
            <a:avLst/>
          </a:prstGeom>
          <a:solidFill>
            <a:srgbClr val="C7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af-action-a1-ellipse-01" descr="{&quot;autofigure_element_id&quot;:&quot;action-a1&quot;}"/>
          <p:cNvSpPr/>
          <p:nvPr/>
        </p:nvSpPr>
        <p:spPr>
          <a:xfrm>
            <a:off x="11068050" y="3400425"/>
            <a:ext cx="342900" cy="342900"/>
          </a:xfrm>
          <a:prstGeom prst="ellipse">
            <a:avLst/>
          </a:prstGeom>
          <a:solidFill>
            <a:srgbClr val="C7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af-action-a2-ellipse-01" descr="{&quot;autofigure_element_id&quot;:&quot;action-a2&quot;}"/>
          <p:cNvSpPr/>
          <p:nvPr/>
        </p:nvSpPr>
        <p:spPr>
          <a:xfrm>
            <a:off x="12020550" y="3400425"/>
            <a:ext cx="342900" cy="342900"/>
          </a:xfrm>
          <a:prstGeom prst="ellipse">
            <a:avLst/>
          </a:prstGeom>
          <a:solidFill>
            <a:srgbClr val="C7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math:020" descr="AI_AUTOFIGURE_NATIVE_MATH_V1:eyJjb250ZW50X3J1bnMiOlt7ImNhbm9uaWNhbF9sYXRleCI6ImFfe3R9IiwiZm9ybXVsYV9pZCI6IkVRMDIwIiwia2luZCI6Im1hdGg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7dH0iLCJmb3JtdWxhX2lkIjoiRVEwMjA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1hdGg6MDIwIiwic2NoZW1hX3ZlcnNpb24iOiIxLjAifQ=="/>
              <p:cNvSpPr txBox="1"/>
              <p:nvPr/>
            </p:nvSpPr>
            <p:spPr>
              <a:xfrm>
                <a:off x="10094357" y="3475196"/>
                <a:ext cx="442436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9" name="math:020" descr="AI_AUTOFIGURE_MATH_FALLBACK_ONLY_V1:eyJjb250ZW50X3J1bnMiOlt7ImNhbm9uaWNhbF9sYXRleCI6ImFfe3R9IiwiZm9ybXVsYV9pZCI6IkVRMDIwIiwia2luZCI6Im1hdGg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7dH0iLCJmb3JtdWxhX2lkIjoiRVEwMjA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1hdGg6MDIwIiwic2NoZW1hX3ZlcnNpb24iOiIxLjAifQ=="/>
              <p:cNvSpPr txBox="1"/>
              <p:nvPr/>
            </p:nvSpPr>
            <p:spPr>
              <a:xfrm>
                <a:off x="10094357" y="3475196"/>
                <a:ext cx="442436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\(a_{t}\)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math:021" descr="AI_AUTOFIGURE_NATIVE_MATH_V1:eyJjb250ZW50X3J1bnMiOlt7ImNhbm9uaWNhbF9sYXRleCI6ImFfe3QrMX0iLCJmb3JtdWxhX2lkIjoiRVEwMj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kVRMDI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tYXRoOjAyMSIsInNjaGVtYV92ZXJzaW9uIjoiMS4wIn0="/>
              <p:cNvSpPr txBox="1"/>
              <p:nvPr/>
            </p:nvSpPr>
            <p:spPr>
              <a:xfrm>
                <a:off x="10930842" y="34751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0" name="math:021" descr="AI_AUTOFIGURE_MATH_FALLBACK_ONLY_V1:eyJjb250ZW50X3J1bnMiOlt7ImNhbm9uaWNhbF9sYXRleCI6ImFfe3QrMX0iLCJmb3JtdWxhX2lkIjoiRVEwMj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kVRMDI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tYXRoOjAyMSIsInNjaGVtYV92ZXJzaW9uIjoiMS4wIn0="/>
              <p:cNvSpPr txBox="1"/>
              <p:nvPr/>
            </p:nvSpPr>
            <p:spPr>
              <a:xfrm>
                <a:off x="10930842" y="34751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\(a_{t+1}\)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math:022" descr="AI_AUTOFIGURE_NATIVE_MATH_V1:eyJjb250ZW50X3J1bnMiOlt7ImNhbm9uaWNhbF9sYXRleCI6ImFfe3QrMn0iLCJmb3JtdWxhX2lkIjoiRVEwMj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kVRMDI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tYXRoOjAyMiIsInNjaGVtYV92ZXJzaW9uIjoiMS4wIn0="/>
              <p:cNvSpPr txBox="1"/>
              <p:nvPr/>
            </p:nvSpPr>
            <p:spPr>
              <a:xfrm>
                <a:off x="11883342" y="34751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1" name="math:022" descr="AI_AUTOFIGURE_MATH_FALLBACK_ONLY_V1:eyJjb250ZW50X3J1bnMiOlt7ImNhbm9uaWNhbF9sYXRleCI6ImFfe3QrMn0iLCJmb3JtdWxhX2lkIjoiRVEwMj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kVRMDI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tYXRoOjAyMiIsInNjaGVtYV92ZXJzaW9uIjoiMS4wIn0="/>
              <p:cNvSpPr txBox="1"/>
              <p:nvPr/>
            </p:nvSpPr>
            <p:spPr>
              <a:xfrm>
                <a:off x="11883342" y="34751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no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\(a_{t+2}\)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52" name="af-imagination-z0-to-z1-connector-01" descr="{&quot;arrow_spec_sha256&quot;:&quot;162c70926207ff1c2d0241b318e7855c96602fe2f53126846b7e286712304bbc&quot;,&quot;autofigure_element_id&quot;:&quot;imagination-z0-to-z1&quot;}"/>
          <p:cNvCxnSpPr>
            <a:stCxn id="110" idx="3"/>
            <a:endCxn id="111" idx="1"/>
          </p:cNvCxnSpPr>
          <p:nvPr/>
        </p:nvCxnSpPr>
        <p:spPr>
          <a:xfrm>
            <a:off x="10058400" y="1733550"/>
            <a:ext cx="42862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af-imagination-z1-to-z2-connector-01" descr="{&quot;arrow_spec_sha256&quot;:&quot;88fbbf5aff693f06bb03b61a8851bc248ab7dd1e04675ec5ebe524e1674a9b9c&quot;,&quot;autofigure_element_id&quot;:&quot;imagination-z1-to-z2&quot;}"/>
          <p:cNvCxnSpPr>
            <a:stCxn id="111" idx="3"/>
            <a:endCxn id="112" idx="1"/>
          </p:cNvCxnSpPr>
          <p:nvPr/>
        </p:nvCxnSpPr>
        <p:spPr>
          <a:xfrm>
            <a:off x="10982325" y="1733550"/>
            <a:ext cx="44767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af-imagination-z2-to-zh-connector-01" descr="{&quot;arrow_spec_sha256&quot;:&quot;5a73e0e78b4259011c9231b3b1473fc80cb9044560062b702452cf84473f039b&quot;,&quot;autofigure_element_id&quot;:&quot;imagination-z2-to-zh&quot;}"/>
          <p:cNvCxnSpPr>
            <a:stCxn id="112" idx="3"/>
            <a:endCxn id="113" idx="1"/>
          </p:cNvCxnSpPr>
          <p:nvPr/>
        </p:nvCxnSpPr>
        <p:spPr>
          <a:xfrm>
            <a:off x="11934825" y="1733550"/>
            <a:ext cx="73342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af-rollout-z0-to-z1-connector-01" descr="{&quot;arrow_spec_sha256&quot;:&quot;59a636ef104730e3561865e9d8495723f944d4a0d43c97bae9c3dfa2d71d39dd&quot;,&quot;autofigure_element_id&quot;:&quot;rollout-z0-to-z1&quot;}"/>
          <p:cNvCxnSpPr>
            <a:stCxn id="125" idx="3"/>
            <a:endCxn id="126" idx="1"/>
          </p:cNvCxnSpPr>
          <p:nvPr/>
        </p:nvCxnSpPr>
        <p:spPr>
          <a:xfrm>
            <a:off x="10067925" y="2990850"/>
            <a:ext cx="42862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af-rollout-z1-to-z2-connector-01" descr="{&quot;arrow_spec_sha256&quot;:&quot;37d17d470c3cc157b89ce6b88cb0dd0564135bca99139b757464e8b22e3bfacb&quot;,&quot;autofigure_element_id&quot;:&quot;rollout-z1-to-z2&quot;}"/>
          <p:cNvCxnSpPr>
            <a:stCxn id="126" idx="3"/>
            <a:endCxn id="127" idx="1"/>
          </p:cNvCxnSpPr>
          <p:nvPr/>
        </p:nvCxnSpPr>
        <p:spPr>
          <a:xfrm>
            <a:off x="10982325" y="2990850"/>
            <a:ext cx="46672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af-rollout-z2-to-zh-connector-01" descr="{&quot;arrow_spec_sha256&quot;:&quot;efaf7995767a87968ee2b34c153a950065ed5f60e7fd8673221a46030fb0d77a&quot;,&quot;autofigure_element_id&quot;:&quot;rollout-z2-to-zh&quot;}"/>
          <p:cNvCxnSpPr>
            <a:stCxn id="127" idx="3"/>
            <a:endCxn id="128" idx="1"/>
          </p:cNvCxnSpPr>
          <p:nvPr/>
        </p:nvCxnSpPr>
        <p:spPr>
          <a:xfrm>
            <a:off x="11934825" y="2990850"/>
            <a:ext cx="733425" cy="0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af-rollout-z0-to-pi0-connector-01" descr="{&quot;arrow_spec_sha256&quot;:&quot;62aa437f811c2704d0562268e73cafe4a11401ae568e957b1c264eff18363999&quot;,&quot;autofigure_element_id&quot;:&quot;rollout-z0-to-pi0&quot;}"/>
          <p:cNvCxnSpPr>
            <a:stCxn id="125" idx="2"/>
            <a:endCxn id="140" idx="0"/>
          </p:cNvCxnSpPr>
          <p:nvPr/>
        </p:nvCxnSpPr>
        <p:spPr>
          <a:xfrm>
            <a:off x="9839325" y="3171825"/>
            <a:ext cx="0" cy="676275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af-rollout-z1-to-pi1-connector-01" descr="{&quot;arrow_spec_sha256&quot;:&quot;fd7e896f11c0e894c5605cd0a55f0966385c41476cf5f14f91679a9734a1e188&quot;,&quot;autofigure_element_id&quot;:&quot;rollout-z1-to-pi1&quot;}"/>
          <p:cNvCxnSpPr>
            <a:stCxn id="126" idx="2"/>
            <a:endCxn id="141" idx="0"/>
          </p:cNvCxnSpPr>
          <p:nvPr/>
        </p:nvCxnSpPr>
        <p:spPr>
          <a:xfrm>
            <a:off x="10763250" y="3171825"/>
            <a:ext cx="0" cy="676275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af-rollout-z2-to-pi2-connector-01" descr="{&quot;arrow_spec_sha256&quot;:&quot;23aa9ddcc23ed34705ea14831614a9f92be4ee2d89408f173fdd223b5b20ff21&quot;,&quot;autofigure_element_id&quot;:&quot;rollout-z2-to-pi2&quot;}"/>
          <p:cNvCxnSpPr>
            <a:stCxn id="127" idx="2"/>
            <a:endCxn id="142" idx="0"/>
          </p:cNvCxnSpPr>
          <p:nvPr/>
        </p:nvCxnSpPr>
        <p:spPr>
          <a:xfrm>
            <a:off x="11715750" y="3171825"/>
            <a:ext cx="0" cy="676275"/>
          </a:xfrm>
          <a:prstGeom prst="line">
            <a:avLst/>
          </a:prstGeom>
          <a:ln w="19050">
            <a:solidFill>
              <a:srgbClr val="7E6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af-rollout-pi0-to-a0-freeform-arrow-01" descr="{&quot;arrow_spec_sha256&quot;:&quot;f297f4212bbaf79bc81e1538525275bb95d78d5c3fbc5076f932f3f4a9202497&quot;,&quot;autofigure_element_id&quot;:&quot;rollout-pi0-to-a0&quot;}"/>
          <p:cNvSpPr/>
          <p:nvPr/>
        </p:nvSpPr>
        <p:spPr>
          <a:xfrm>
            <a:off x="10010775" y="3781425"/>
            <a:ext cx="371475" cy="295275"/>
          </a:xfrm>
          <a:custGeom>
            <a:avLst/>
            <a:gdLst/>
            <a:ahLst/>
            <a:cxnLst/>
            <a:rect l="0" t="0" r="0" b="0"/>
            <a:pathLst>
              <a:path w="371475" h="295275">
                <a:moveTo>
                  <a:pt x="0" y="295275"/>
                </a:moveTo>
                <a:cubicBezTo>
                  <a:pt x="276225" y="266700"/>
                  <a:pt x="371475" y="142875"/>
                  <a:pt x="314325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p/>
        </p:txBody>
      </p:sp>
      <p:sp>
        <p:nvSpPr>
          <p:cNvPr id="162" name="af-rollout-pi1-to-a1-freeform-arrow-01" descr="{&quot;arrow_spec_sha256&quot;:&quot;80bc16fd8946a61a1d0c7178dbdbd8ac4d85d34bca79e1c966fdef806a265611&quot;,&quot;autofigure_element_id&quot;:&quot;rollout-pi1-to-a1&quot;}"/>
          <p:cNvSpPr/>
          <p:nvPr/>
        </p:nvSpPr>
        <p:spPr>
          <a:xfrm>
            <a:off x="10934700" y="3781425"/>
            <a:ext cx="352425" cy="295275"/>
          </a:xfrm>
          <a:custGeom>
            <a:avLst/>
            <a:gdLst/>
            <a:ahLst/>
            <a:cxnLst/>
            <a:rect l="0" t="0" r="0" b="0"/>
            <a:pathLst>
              <a:path w="352425" h="295275">
                <a:moveTo>
                  <a:pt x="0" y="295275"/>
                </a:moveTo>
                <a:cubicBezTo>
                  <a:pt x="257175" y="266700"/>
                  <a:pt x="352425" y="142875"/>
                  <a:pt x="304800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p/>
        </p:txBody>
      </p:sp>
      <p:sp>
        <p:nvSpPr>
          <p:cNvPr id="163" name="af-rollout-pi2-to-a2-freeform-arrow-01" descr="{&quot;arrow_spec_sha256&quot;:&quot;8c3a2ec0b5993063f2cabd8879419baaa0352aca827503318c5bf4022d70485a&quot;,&quot;autofigure_element_id&quot;:&quot;rollout-pi2-to-a2&quot;}"/>
          <p:cNvSpPr/>
          <p:nvPr/>
        </p:nvSpPr>
        <p:spPr>
          <a:xfrm>
            <a:off x="11887200" y="3781425"/>
            <a:ext cx="361950" cy="295275"/>
          </a:xfrm>
          <a:custGeom>
            <a:avLst/>
            <a:gdLst/>
            <a:ahLst/>
            <a:cxnLst/>
            <a:rect l="0" t="0" r="0" b="0"/>
            <a:pathLst>
              <a:path w="361950" h="295275">
                <a:moveTo>
                  <a:pt x="0" y="295275"/>
                </a:moveTo>
                <a:cubicBezTo>
                  <a:pt x="257175" y="266700"/>
                  <a:pt x="361950" y="142875"/>
                  <a:pt x="314325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p/>
        </p:txBody>
      </p:sp>
      <p:sp>
        <p:nvSpPr>
          <p:cNvPr id="164" name="af-rollout-a0-to-z1-freeform-arrow-01" descr="{&quot;arrow_spec_sha256&quot;:&quot;6e58ece868c5939e8982211c105139d70af47a839ac6b30cdf58eb58392049d2&quot;,&quot;autofigure_element_id&quot;:&quot;rollout-a0-to-z1&quot;}"/>
          <p:cNvSpPr/>
          <p:nvPr/>
        </p:nvSpPr>
        <p:spPr>
          <a:xfrm>
            <a:off x="10334625" y="3171825"/>
            <a:ext cx="238125" cy="209550"/>
          </a:xfrm>
          <a:custGeom>
            <a:avLst/>
            <a:gdLst/>
            <a:ahLst/>
            <a:cxnLst/>
            <a:rect l="0" t="0" r="0" b="0"/>
            <a:pathLst>
              <a:path w="238125" h="209550">
                <a:moveTo>
                  <a:pt x="0" y="209550"/>
                </a:moveTo>
                <a:cubicBezTo>
                  <a:pt x="190500" y="209550"/>
                  <a:pt x="238125" y="95250"/>
                  <a:pt x="238125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p/>
        </p:txBody>
      </p:sp>
      <p:sp>
        <p:nvSpPr>
          <p:cNvPr id="165" name="af-rollout-a1-to-z2-freeform-arrow-01" descr="{&quot;arrow_spec_sha256&quot;:&quot;29ae1ddb54088f6d2443b556aa6e4b20807f349a89f04edec077ef1d4775891b&quot;,&quot;autofigure_element_id&quot;:&quot;rollout-a1-to-z2&quot;}"/>
          <p:cNvSpPr/>
          <p:nvPr/>
        </p:nvSpPr>
        <p:spPr>
          <a:xfrm>
            <a:off x="11258550" y="3171825"/>
            <a:ext cx="266700" cy="209550"/>
          </a:xfrm>
          <a:custGeom>
            <a:avLst/>
            <a:gdLst/>
            <a:ahLst/>
            <a:cxnLst/>
            <a:rect l="0" t="0" r="0" b="0"/>
            <a:pathLst>
              <a:path w="266700" h="209550">
                <a:moveTo>
                  <a:pt x="0" y="209550"/>
                </a:moveTo>
                <a:cubicBezTo>
                  <a:pt x="200025" y="209550"/>
                  <a:pt x="266700" y="95250"/>
                  <a:pt x="266700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p/>
        </p:txBody>
      </p:sp>
      <p:sp>
        <p:nvSpPr>
          <p:cNvPr id="166" name="af-rollout-a2-to-next-freeform-arrow-01" descr="{&quot;arrow_spec_sha256&quot;:&quot;8e92be1f44bce5d76e810cc5db05054e1886b2e383ea77c31d539340fc4f4573&quot;,&quot;autofigure_element_id&quot;:&quot;rollout-a2-to-next&quot;}"/>
          <p:cNvSpPr/>
          <p:nvPr/>
        </p:nvSpPr>
        <p:spPr>
          <a:xfrm>
            <a:off x="12211050" y="3171825"/>
            <a:ext cx="219075" cy="209550"/>
          </a:xfrm>
          <a:custGeom>
            <a:avLst/>
            <a:gdLst/>
            <a:ahLst/>
            <a:cxnLst/>
            <a:rect l="0" t="0" r="0" b="0"/>
            <a:pathLst>
              <a:path w="219075" h="209550">
                <a:moveTo>
                  <a:pt x="0" y="209550"/>
                </a:moveTo>
                <a:cubicBezTo>
                  <a:pt x="219075" y="209550"/>
                  <a:pt x="209550" y="114300"/>
                  <a:pt x="209550" y="0"/>
                </a:cubicBezTo>
              </a:path>
            </a:pathLst>
          </a:custGeom>
          <a:noFill/>
          <a:ln w="19050">
            <a:solidFill>
              <a:srgbClr val="7E6000"/>
            </a:solidFill>
            <a:miter/>
            <a:tailEnd type="triangle" w="med" len="med"/>
          </a:ln>
        </p:spPr>
        <p:txBody>
          <a:bodyPr/>
          <a:p/>
        </p:txBody>
      </p:sp>
      <p:sp>
        <p:nvSpPr>
          <p:cNvPr id="167" name="af-dense-trophy-text-01" descr="{&quot;autofigure_element_id&quot;:&quot;dense-trophy&quot;}"/>
          <p:cNvSpPr txBox="1"/>
          <p:nvPr/>
        </p:nvSpPr>
        <p:spPr>
          <a:xfrm>
            <a:off x="12268200" y="2204085"/>
            <a:ext cx="443484" cy="5238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100">
                <a:solidFill>
                  <a:srgbClr val="6F5C24"/>
                </a:solidFill>
                <a:latin typeface="Segoe UI Symbol"/>
              </a:rPr>
              <a:t>♕</a:t>
            </a:r>
          </a:p>
        </p:txBody>
      </p:sp>
      <p:sp>
        <p:nvSpPr>
          <p:cNvPr id="168" name="af-dense-reward-label-text-01" descr="{&quot;autofigure_element_id&quot;:&quot;dense-reward-label&quot;}"/>
          <p:cNvSpPr txBox="1"/>
          <p:nvPr/>
        </p:nvSpPr>
        <p:spPr>
          <a:xfrm>
            <a:off x="12620625" y="2142649"/>
            <a:ext cx="775335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>
                <a:solidFill>
                  <a:srgbClr val="666666"/>
                </a:solidFill>
                <a:latin typeface="Arial"/>
              </a:rPr>
              <a:t>dense</a:t>
            </a:r>
          </a:p>
        </p:txBody>
      </p:sp>
      <p:sp>
        <p:nvSpPr>
          <p:cNvPr id="169" name="af-dense-reward-label-2-text-01" descr="{&quot;autofigure_element_id&quot;:&quot;dense-reward-label-2&quot;}"/>
          <p:cNvSpPr txBox="1"/>
          <p:nvPr/>
        </p:nvSpPr>
        <p:spPr>
          <a:xfrm>
            <a:off x="12620625" y="2361724"/>
            <a:ext cx="862203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>
                <a:solidFill>
                  <a:srgbClr val="666666"/>
                </a:solidFill>
                <a:latin typeface="Arial"/>
              </a:rPr>
              <a:t>reward</a:t>
            </a:r>
          </a:p>
        </p:txBody>
      </p:sp>
      <p:sp>
        <p:nvSpPr>
          <p:cNvPr id="170" name="af-behavior-title-text-01" descr="{&quot;autofigure_element_id&quot;:&quot;behavior-title&quot;}"/>
          <p:cNvSpPr txBox="1"/>
          <p:nvPr/>
        </p:nvSpPr>
        <p:spPr>
          <a:xfrm>
            <a:off x="9601200" y="4480084"/>
            <a:ext cx="3864102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25" b="1">
                <a:solidFill>
                  <a:srgbClr val="000000"/>
                </a:solidFill>
                <a:latin typeface="Arial"/>
              </a:rPr>
              <a:t>Task-Aware Behavior Learning</a:t>
            </a:r>
          </a:p>
        </p:txBody>
      </p:sp>
      <p:cxnSp>
        <p:nvCxnSpPr>
          <p:cNvPr id="171" name="af-mapping-to-imagination-connector-01" descr="{&quot;arrow_spec_sha256&quot;:&quot;35f5c5b14f7d55da1c3f80440453112a0bcf6f7d260e07f8da121d0d3ef86385&quot;,&quot;autofigure_element_id&quot;:&quot;mapping-to-imagination&quot;}"/>
          <p:cNvCxnSpPr>
            <a:stCxn id="19" idx="0"/>
            <a:endCxn id="105" idx="0"/>
          </p:cNvCxnSpPr>
          <p:nvPr/>
        </p:nvCxnSpPr>
        <p:spPr>
          <a:xfrm>
            <a:off x="9124950" y="619125"/>
            <a:ext cx="685800" cy="800100"/>
          </a:xfrm>
          <a:prstGeom prst="line">
            <a:avLst/>
          </a:prstGeom>
          <a:ln w="66675">
            <a:solidFill>
              <a:srgbClr val="7F7F7F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af-joint-optimization-box-rect-01" descr="{&quot;autofigure_element_id&quot;:&quot;joint-optimization-box&quot;}"/>
          <p:cNvSpPr/>
          <p:nvPr/>
        </p:nvSpPr>
        <p:spPr>
          <a:xfrm>
            <a:off x="1781175" y="5200650"/>
            <a:ext cx="4010025" cy="49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55F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af-joint-optimization-label-text-01" descr="{&quot;autofigure_element_id&quot;:&quot;joint-optimization-label&quot;}"/>
          <p:cNvSpPr txBox="1"/>
          <p:nvPr/>
        </p:nvSpPr>
        <p:spPr>
          <a:xfrm>
            <a:off x="1883331" y="5289709"/>
            <a:ext cx="3815239" cy="34909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 b="1">
                <a:solidFill>
                  <a:srgbClr val="000000"/>
                </a:solidFill>
                <a:latin typeface="Arial"/>
              </a:rPr>
              <a:t>MLLM-WM Joint Optimization</a:t>
            </a:r>
          </a:p>
        </p:txBody>
      </p:sp>
      <p:sp>
        <p:nvSpPr>
          <p:cNvPr id="174" name="af-joint-loop-arrow-freeform-arrow-01" descr="{&quot;arrow_spec_sha256&quot;:&quot;11e8f198de3aa2ea64a78181ee4a87985cbb2a5d072f3d8e47093c566e3c29ad&quot;,&quot;autofigure_element_id&quot;:&quot;joint-loop-arrow&quot;}"/>
          <p:cNvSpPr/>
          <p:nvPr/>
        </p:nvSpPr>
        <p:spPr>
          <a:xfrm>
            <a:off x="1114425" y="4943475"/>
            <a:ext cx="600075" cy="514350"/>
          </a:xfrm>
          <a:custGeom>
            <a:avLst/>
            <a:gdLst/>
            <a:ahLst/>
            <a:cxnLst/>
            <a:rect l="0" t="0" r="0" b="0"/>
            <a:pathLst>
              <a:path w="600075" h="514350">
                <a:moveTo>
                  <a:pt x="600075" y="514350"/>
                </a:moveTo>
                <a:lnTo>
                  <a:pt x="209550" y="514350"/>
                </a:lnTo>
                <a:cubicBezTo>
                  <a:pt x="69850" y="514350"/>
                  <a:pt x="0" y="441325"/>
                  <a:pt x="0" y="295275"/>
                </a:cubicBezTo>
                <a:lnTo>
                  <a:pt x="0" y="0"/>
                </a:lnTo>
              </a:path>
            </a:pathLst>
          </a:custGeom>
          <a:noFill/>
          <a:ln w="95250" cap="rnd">
            <a:solidFill>
              <a:srgbClr val="D77E84"/>
            </a:solidFill>
            <a:round/>
            <a:tailEnd type="triangle" w="sm" len="sm"/>
          </a:ln>
        </p:spPr>
        <p:txBody>
          <a:bodyPr/>
          <a:p/>
        </p:txBody>
      </p:sp>
      <p:sp>
        <p:nvSpPr>
          <p:cNvPr id="175" name="af-optimization-to-reward-freeform-01" descr="{&quot;autofigure_element_id&quot;:&quot;optimization-to-reward&quot;}"/>
          <p:cNvSpPr/>
          <p:nvPr/>
        </p:nvSpPr>
        <p:spPr>
          <a:xfrm>
            <a:off x="5819775" y="5305425"/>
            <a:ext cx="552450" cy="285750"/>
          </a:xfrm>
          <a:custGeom>
            <a:avLst/>
            <a:gdLst/>
            <a:ahLst/>
            <a:cxnLst/>
            <a:rect l="0" t="0" r="0" b="0"/>
            <a:pathLst>
              <a:path w="552450" h="285750">
                <a:moveTo>
                  <a:pt x="552450" y="66675"/>
                </a:moveTo>
                <a:lnTo>
                  <a:pt x="295275" y="66675"/>
                </a:lnTo>
                <a:lnTo>
                  <a:pt x="295275" y="0"/>
                </a:lnTo>
                <a:lnTo>
                  <a:pt x="0" y="142875"/>
                </a:lnTo>
                <a:lnTo>
                  <a:pt x="295275" y="285750"/>
                </a:lnTo>
                <a:lnTo>
                  <a:pt x="295275" y="209550"/>
                </a:lnTo>
                <a:lnTo>
                  <a:pt x="552450" y="209550"/>
                </a:lnTo>
                <a:close/>
              </a:path>
            </a:pathLst>
          </a:custGeom>
          <a:solidFill>
            <a:srgbClr val="D8747D"/>
          </a:solidFill>
          <a:ln>
            <a:noFill/>
          </a:ln>
        </p:spPr>
        <p:txBody>
          <a:bodyPr/>
          <a:p/>
        </p:txBody>
      </p:sp>
      <p:sp>
        <p:nvSpPr>
          <p:cNvPr id="176" name="af-reward-action-box-rect-01" descr="{&quot;autofigure_element_id&quot;:&quot;reward-action-box&quot;}"/>
          <p:cNvSpPr/>
          <p:nvPr/>
        </p:nvSpPr>
        <p:spPr>
          <a:xfrm>
            <a:off x="6419850" y="5181600"/>
            <a:ext cx="3114675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9050">
            <a:solidFill>
              <a:srgbClr val="19365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af-reward-icon-text-01" descr="{&quot;autofigure_element_id&quot;:&quot;reward-icon&quot;}"/>
          <p:cNvSpPr txBox="1"/>
          <p:nvPr/>
        </p:nvSpPr>
        <p:spPr>
          <a:xfrm>
            <a:off x="6591300" y="5263039"/>
            <a:ext cx="458343" cy="38528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325">
                <a:solidFill>
                  <a:srgbClr val="88732D"/>
                </a:solidFill>
                <a:latin typeface="Segoe UI Symbol"/>
              </a:rPr>
              <a:t>♕</a:t>
            </a:r>
          </a:p>
        </p:txBody>
      </p:sp>
      <p:sp>
        <p:nvSpPr>
          <p:cNvPr id="178" name="af-reward-text-text-01" descr="{&quot;autofigure_element_id&quot;:&quot;reward-text&quot;}"/>
          <p:cNvSpPr txBox="1"/>
          <p:nvPr/>
        </p:nvSpPr>
        <p:spPr>
          <a:xfrm>
            <a:off x="6924675" y="5317331"/>
            <a:ext cx="1724025" cy="3309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>
                <a:solidFill>
                  <a:srgbClr val="777777"/>
                </a:solidFill>
                <a:latin typeface="Arial"/>
              </a:rPr>
              <a:t>dense reward</a:t>
            </a:r>
          </a:p>
        </p:txBody>
      </p:sp>
      <p:sp>
        <p:nvSpPr>
          <p:cNvPr id="179" name="af-action-icon-ellipse-01" descr="{&quot;autofigure_element_id&quot;:&quot;action-icon&quot;}"/>
          <p:cNvSpPr/>
          <p:nvPr/>
        </p:nvSpPr>
        <p:spPr>
          <a:xfrm>
            <a:off x="8467725" y="5305425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B973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af-action-icon-path-freeform-01" descr="{&quot;autofigure_element_id&quot;:&quot;action-icon-path&quot;}"/>
          <p:cNvSpPr/>
          <p:nvPr/>
        </p:nvSpPr>
        <p:spPr>
          <a:xfrm>
            <a:off x="8505825" y="5372100"/>
            <a:ext cx="247650" cy="133350"/>
          </a:xfrm>
          <a:custGeom>
            <a:avLst/>
            <a:gdLst/>
            <a:ahLst/>
            <a:cxnLst/>
            <a:rect l="0" t="0" r="0" b="0"/>
            <a:pathLst>
              <a:path w="247650" h="133350">
                <a:moveTo>
                  <a:pt x="0" y="95250"/>
                </a:moveTo>
                <a:lnTo>
                  <a:pt x="47625" y="95250"/>
                </a:lnTo>
                <a:lnTo>
                  <a:pt x="47625" y="19050"/>
                </a:lnTo>
                <a:lnTo>
                  <a:pt x="95250" y="19050"/>
                </a:lnTo>
                <a:lnTo>
                  <a:pt x="95250" y="133350"/>
                </a:lnTo>
                <a:lnTo>
                  <a:pt x="142875" y="133350"/>
                </a:lnTo>
                <a:lnTo>
                  <a:pt x="142875" y="0"/>
                </a:lnTo>
                <a:lnTo>
                  <a:pt x="190500" y="0"/>
                </a:lnTo>
                <a:lnTo>
                  <a:pt x="190500" y="95250"/>
                </a:lnTo>
                <a:lnTo>
                  <a:pt x="247650" y="95250"/>
                </a:lnTo>
              </a:path>
            </a:pathLst>
          </a:custGeom>
          <a:noFill/>
          <a:ln w="28575">
            <a:solidFill>
              <a:srgbClr val="5B9734"/>
            </a:solidFill>
            <a:miter/>
          </a:ln>
        </p:spPr>
        <p:txBody>
          <a:bodyPr/>
          <a:p/>
        </p:txBody>
      </p:sp>
      <p:sp>
        <p:nvSpPr>
          <p:cNvPr id="181" name="af-action-text-text-01" descr="{&quot;autofigure_element_id&quot;:&quot;action-text&quot;}"/>
          <p:cNvSpPr txBox="1"/>
          <p:nvPr/>
        </p:nvSpPr>
        <p:spPr>
          <a:xfrm>
            <a:off x="8848725" y="5343525"/>
            <a:ext cx="628650" cy="3048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>
                <a:solidFill>
                  <a:srgbClr val="777777"/>
                </a:solidFill>
                <a:latin typeface="Arial"/>
              </a:rPr>
              <a:t>action</a:t>
            </a:r>
          </a:p>
        </p:txBody>
      </p:sp>
      <p:sp>
        <p:nvSpPr>
          <p:cNvPr id="182" name="af-behavior-to-reward-freeform-01" descr="{&quot;autofigure_element_id&quot;:&quot;behavior-to-reward&quot;}"/>
          <p:cNvSpPr/>
          <p:nvPr/>
        </p:nvSpPr>
        <p:spPr>
          <a:xfrm>
            <a:off x="9505950" y="4914900"/>
            <a:ext cx="581025" cy="285750"/>
          </a:xfrm>
          <a:custGeom>
            <a:avLst/>
            <a:gdLst/>
            <a:ahLst/>
            <a:cxnLst/>
            <a:rect l="0" t="0" r="0" b="0"/>
            <a:pathLst>
              <a:path w="581025" h="285750">
                <a:moveTo>
                  <a:pt x="581025" y="19050"/>
                </a:moveTo>
                <a:lnTo>
                  <a:pt x="95250" y="200025"/>
                </a:lnTo>
                <a:lnTo>
                  <a:pt x="142875" y="285750"/>
                </a:lnTo>
                <a:lnTo>
                  <a:pt x="0" y="247650"/>
                </a:lnTo>
                <a:lnTo>
                  <a:pt x="28575" y="104775"/>
                </a:lnTo>
                <a:lnTo>
                  <a:pt x="66675" y="180975"/>
                </a:lnTo>
                <a:lnTo>
                  <a:pt x="542925" y="0"/>
                </a:lnTo>
                <a:close/>
              </a:path>
            </a:pathLst>
          </a:custGeom>
          <a:solidFill>
            <a:srgbClr val="D8747D"/>
          </a:solidFill>
          <a:ln>
            <a:noFill/>
          </a:ln>
        </p:spPr>
        <p:txBody>
          <a:bodyPr/>
          <a:p/>
        </p:txBody>
      </p:sp>
      <p:sp>
        <p:nvSpPr>
          <p:cNvPr id="183" name="af-interaction-label-text-01" descr="{&quot;autofigure_element_id&quot;:&quot;interaction-label&quot;}"/>
          <p:cNvSpPr txBox="1"/>
          <p:nvPr/>
        </p:nvSpPr>
        <p:spPr>
          <a:xfrm>
            <a:off x="9874091" y="5153501"/>
            <a:ext cx="1244918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>
                <a:solidFill>
                  <a:srgbClr val="000000"/>
                </a:solidFill>
                <a:latin typeface="Arial"/>
              </a:rPr>
              <a:t>interaction</a:t>
            </a:r>
          </a:p>
        </p:txBody>
      </p:sp>
      <p:sp>
        <p:nvSpPr>
          <p:cNvPr id="184" name="af-interaction-exchange-block-arrow-autoshape-01" descr="{&quot;arrow_semantic_centerline&quot;:{&quot;coordinate_space&quot;:&quot;canvas&quot;,&quot;kind&quot;:&quot;straight&quot;,&quot;points&quot;:[{&quot;x&quot;:1014.0,&quot;y&quot;:572.0},{&quot;x&quot;:1174.0,&quot;y&quot;:572.0}]},&quot;arrow_spec_sha256&quot;:&quot;c81c2d12be45956611bfd35a779c39c8e3144f198070787cdc5d34249a579e15&quot;,&quot;autofigure_element_id&quot;:&quot;interaction-exchange&quot;}"/>
          <p:cNvSpPr/>
          <p:nvPr/>
        </p:nvSpPr>
        <p:spPr>
          <a:xfrm>
            <a:off x="9658350" y="5367338"/>
            <a:ext cx="1524000" cy="161925"/>
          </a:xfrm>
          <a:prstGeom prst="leftRightArrow">
            <a:avLst>
              <a:gd name="adj1" fmla="val 52941"/>
              <a:gd name="adj2" fmla="val 47058"/>
            </a:avLst>
          </a:prstGeom>
          <a:solidFill>
            <a:srgbClr val="76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85" name="af-atomic-environment-globe-atomic-vector-01" descr="{&quot;autofigure_element_id&quot;:&quot;atomic:environment-globe&quot;}"/>
          <p:cNvGrpSpPr/>
          <p:nvPr>
            <p:custDataLst>
              <p:tags r:id="rId4"/>
            </p:custDataLst>
          </p:nvPr>
        </p:nvGrpSpPr>
        <p:grpSpPr>
          <a:xfrm>
            <a:off x="11310737" y="5055965"/>
            <a:ext cx="766963" cy="794681"/>
            <a:chOff x="11310737" y="5055965"/>
            <a:chExt cx="766963" cy="794681"/>
          </a:xfrm>
        </p:grpSpPr>
        <p:sp>
          <p:nvSpPr>
            <p:cNvPr id="186" name="freeform-186"/>
            <p:cNvSpPr/>
            <p:nvPr/>
          </p:nvSpPr>
          <p:spPr>
            <a:xfrm>
              <a:off x="11315700" y="5076825"/>
              <a:ext cx="762000" cy="771525"/>
            </a:xfrm>
            <a:custGeom>
              <a:avLst/>
              <a:gdLst/>
              <a:ahLst/>
              <a:cxnLst/>
              <a:rect l="0" t="0" r="0" b="0"/>
              <a:pathLst>
                <a:path w="762000" h="771525">
                  <a:moveTo>
                    <a:pt x="0" y="0"/>
                  </a:moveTo>
                  <a:cubicBezTo>
                    <a:pt x="251460" y="0"/>
                    <a:pt x="502920" y="0"/>
                    <a:pt x="762000" y="0"/>
                  </a:cubicBezTo>
                  <a:cubicBezTo>
                    <a:pt x="762000" y="254603"/>
                    <a:pt x="762000" y="509207"/>
                    <a:pt x="762000" y="771525"/>
                  </a:cubicBezTo>
                  <a:cubicBezTo>
                    <a:pt x="510540" y="771525"/>
                    <a:pt x="259080" y="771525"/>
                    <a:pt x="0" y="771525"/>
                  </a:cubicBezTo>
                  <a:cubicBezTo>
                    <a:pt x="0" y="516922"/>
                    <a:pt x="0" y="262318"/>
                    <a:pt x="0" y="0"/>
                  </a:cubicBezTo>
                  <a:close/>
                </a:path>
              </a:pathLst>
            </a:custGeom>
            <a:solidFill>
              <a:srgbClr val="152A11"/>
            </a:solidFill>
            <a:ln>
              <a:noFill/>
            </a:ln>
          </p:spPr>
        </p:sp>
        <p:sp>
          <p:nvSpPr>
            <p:cNvPr id="187" name="freeform-187"/>
            <p:cNvSpPr/>
            <p:nvPr/>
          </p:nvSpPr>
          <p:spPr>
            <a:xfrm>
              <a:off x="11315700" y="5055965"/>
              <a:ext cx="762000" cy="792385"/>
            </a:xfrm>
            <a:custGeom>
              <a:avLst/>
              <a:gdLst/>
              <a:ahLst/>
              <a:cxnLst/>
              <a:rect l="0" t="0" r="0" b="0"/>
              <a:pathLst>
                <a:path w="762000" h="792385">
                  <a:moveTo>
                    <a:pt x="0" y="20860"/>
                  </a:moveTo>
                  <a:cubicBezTo>
                    <a:pt x="251460" y="20860"/>
                    <a:pt x="502920" y="20860"/>
                    <a:pt x="762000" y="20860"/>
                  </a:cubicBezTo>
                  <a:cubicBezTo>
                    <a:pt x="762000" y="275463"/>
                    <a:pt x="762000" y="530066"/>
                    <a:pt x="762000" y="792385"/>
                  </a:cubicBezTo>
                  <a:cubicBezTo>
                    <a:pt x="510540" y="792385"/>
                    <a:pt x="259080" y="792385"/>
                    <a:pt x="0" y="792385"/>
                  </a:cubicBezTo>
                  <a:cubicBezTo>
                    <a:pt x="0" y="537782"/>
                    <a:pt x="0" y="283178"/>
                    <a:pt x="0" y="20860"/>
                  </a:cubicBezTo>
                  <a:close/>
                  <a:moveTo>
                    <a:pt x="111919" y="167307"/>
                  </a:moveTo>
                  <a:cubicBezTo>
                    <a:pt x="43377" y="251355"/>
                    <a:pt x="31937" y="333575"/>
                    <a:pt x="38100" y="439960"/>
                  </a:cubicBezTo>
                  <a:cubicBezTo>
                    <a:pt x="53683" y="535543"/>
                    <a:pt x="105375" y="612629"/>
                    <a:pt x="179822" y="673284"/>
                  </a:cubicBezTo>
                  <a:cubicBezTo>
                    <a:pt x="260537" y="730510"/>
                    <a:pt x="351568" y="745169"/>
                    <a:pt x="448866" y="729282"/>
                  </a:cubicBezTo>
                  <a:cubicBezTo>
                    <a:pt x="544620" y="706079"/>
                    <a:pt x="620154" y="659511"/>
                    <a:pt x="673675" y="576320"/>
                  </a:cubicBezTo>
                  <a:cubicBezTo>
                    <a:pt x="727310" y="482641"/>
                    <a:pt x="740674" y="382019"/>
                    <a:pt x="713784" y="276244"/>
                  </a:cubicBezTo>
                  <a:cubicBezTo>
                    <a:pt x="682104" y="184328"/>
                    <a:pt x="608619" y="113748"/>
                    <a:pt x="524323" y="67894"/>
                  </a:cubicBezTo>
                  <a:cubicBezTo>
                    <a:pt x="374180" y="0"/>
                    <a:pt x="219227" y="49835"/>
                    <a:pt x="111919" y="167307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</p:sp>
        <p:sp>
          <p:nvSpPr>
            <p:cNvPr id="188" name="freeform-188"/>
            <p:cNvSpPr/>
            <p:nvPr/>
          </p:nvSpPr>
          <p:spPr>
            <a:xfrm>
              <a:off x="11382375" y="5110772"/>
              <a:ext cx="652596" cy="662454"/>
            </a:xfrm>
            <a:custGeom>
              <a:avLst/>
              <a:gdLst/>
              <a:ahLst/>
              <a:cxnLst/>
              <a:rect l="0" t="0" r="0" b="0"/>
              <a:pathLst>
                <a:path w="652596" h="662454">
                  <a:moveTo>
                    <a:pt x="295275" y="4153"/>
                  </a:moveTo>
                  <a:cubicBezTo>
                    <a:pt x="345157" y="0"/>
                    <a:pt x="381657" y="4420"/>
                    <a:pt x="428625" y="23203"/>
                  </a:cubicBezTo>
                  <a:cubicBezTo>
                    <a:pt x="425482" y="45206"/>
                    <a:pt x="422338" y="67208"/>
                    <a:pt x="419100" y="89878"/>
                  </a:cubicBezTo>
                  <a:cubicBezTo>
                    <a:pt x="401841" y="95831"/>
                    <a:pt x="401841" y="95831"/>
                    <a:pt x="381000" y="99403"/>
                  </a:cubicBezTo>
                  <a:cubicBezTo>
                    <a:pt x="371570" y="93116"/>
                    <a:pt x="362140" y="86830"/>
                    <a:pt x="352425" y="80353"/>
                  </a:cubicBezTo>
                  <a:cubicBezTo>
                    <a:pt x="326822" y="79162"/>
                    <a:pt x="326822" y="79162"/>
                    <a:pt x="304800" y="80353"/>
                  </a:cubicBezTo>
                  <a:cubicBezTo>
                    <a:pt x="304800" y="99212"/>
                    <a:pt x="304800" y="118072"/>
                    <a:pt x="304800" y="137503"/>
                  </a:cubicBezTo>
                  <a:cubicBezTo>
                    <a:pt x="312268" y="137112"/>
                    <a:pt x="319735" y="136722"/>
                    <a:pt x="327422" y="136312"/>
                  </a:cubicBezTo>
                  <a:cubicBezTo>
                    <a:pt x="352425" y="137503"/>
                    <a:pt x="352425" y="137503"/>
                    <a:pt x="371475" y="156553"/>
                  </a:cubicBezTo>
                  <a:cubicBezTo>
                    <a:pt x="401241" y="152981"/>
                    <a:pt x="401241" y="152981"/>
                    <a:pt x="428625" y="147028"/>
                  </a:cubicBezTo>
                  <a:cubicBezTo>
                    <a:pt x="425482" y="156458"/>
                    <a:pt x="422338" y="165887"/>
                    <a:pt x="419100" y="175603"/>
                  </a:cubicBezTo>
                  <a:cubicBezTo>
                    <a:pt x="355997" y="186319"/>
                    <a:pt x="355997" y="186319"/>
                    <a:pt x="323850" y="175603"/>
                  </a:cubicBezTo>
                  <a:cubicBezTo>
                    <a:pt x="256689" y="171079"/>
                    <a:pt x="256689" y="171079"/>
                    <a:pt x="228600" y="185128"/>
                  </a:cubicBezTo>
                  <a:cubicBezTo>
                    <a:pt x="225457" y="194558"/>
                    <a:pt x="222313" y="203987"/>
                    <a:pt x="219075" y="213703"/>
                  </a:cubicBezTo>
                  <a:cubicBezTo>
                    <a:pt x="244221" y="216846"/>
                    <a:pt x="269367" y="219989"/>
                    <a:pt x="295275" y="223228"/>
                  </a:cubicBezTo>
                  <a:cubicBezTo>
                    <a:pt x="295275" y="229514"/>
                    <a:pt x="295275" y="235801"/>
                    <a:pt x="295275" y="242278"/>
                  </a:cubicBezTo>
                  <a:cubicBezTo>
                    <a:pt x="303914" y="240706"/>
                    <a:pt x="312563" y="239135"/>
                    <a:pt x="321469" y="237515"/>
                  </a:cubicBezTo>
                  <a:cubicBezTo>
                    <a:pt x="351253" y="232934"/>
                    <a:pt x="379514" y="232753"/>
                    <a:pt x="409575" y="232753"/>
                  </a:cubicBezTo>
                  <a:cubicBezTo>
                    <a:pt x="408003" y="237468"/>
                    <a:pt x="408003" y="237468"/>
                    <a:pt x="400050" y="261328"/>
                  </a:cubicBezTo>
                  <a:cubicBezTo>
                    <a:pt x="368618" y="261328"/>
                    <a:pt x="337185" y="261328"/>
                    <a:pt x="304800" y="261328"/>
                  </a:cubicBezTo>
                  <a:cubicBezTo>
                    <a:pt x="304800" y="270758"/>
                    <a:pt x="304800" y="280187"/>
                    <a:pt x="304800" y="289903"/>
                  </a:cubicBezTo>
                  <a:cubicBezTo>
                    <a:pt x="333089" y="289903"/>
                    <a:pt x="361379" y="289903"/>
                    <a:pt x="390525" y="289903"/>
                  </a:cubicBezTo>
                  <a:cubicBezTo>
                    <a:pt x="387382" y="296189"/>
                    <a:pt x="384238" y="302476"/>
                    <a:pt x="381000" y="308953"/>
                  </a:cubicBezTo>
                  <a:cubicBezTo>
                    <a:pt x="349568" y="308953"/>
                    <a:pt x="318135" y="308953"/>
                    <a:pt x="285750" y="308953"/>
                  </a:cubicBezTo>
                  <a:cubicBezTo>
                    <a:pt x="285750" y="299523"/>
                    <a:pt x="285750" y="290093"/>
                    <a:pt x="285750" y="280378"/>
                  </a:cubicBezTo>
                  <a:cubicBezTo>
                    <a:pt x="279463" y="280378"/>
                    <a:pt x="273177" y="280378"/>
                    <a:pt x="266700" y="280378"/>
                  </a:cubicBezTo>
                  <a:cubicBezTo>
                    <a:pt x="266700" y="267805"/>
                    <a:pt x="266700" y="255232"/>
                    <a:pt x="266700" y="242278"/>
                  </a:cubicBezTo>
                  <a:cubicBezTo>
                    <a:pt x="247840" y="251708"/>
                    <a:pt x="228981" y="261137"/>
                    <a:pt x="209550" y="270853"/>
                  </a:cubicBezTo>
                  <a:cubicBezTo>
                    <a:pt x="212693" y="283426"/>
                    <a:pt x="215837" y="295999"/>
                    <a:pt x="219075" y="308953"/>
                  </a:cubicBezTo>
                  <a:cubicBezTo>
                    <a:pt x="237935" y="312096"/>
                    <a:pt x="256794" y="315239"/>
                    <a:pt x="276225" y="318478"/>
                  </a:cubicBezTo>
                  <a:cubicBezTo>
                    <a:pt x="275911" y="338014"/>
                    <a:pt x="275606" y="357549"/>
                    <a:pt x="275292" y="377076"/>
                  </a:cubicBezTo>
                  <a:cubicBezTo>
                    <a:pt x="276225" y="394678"/>
                    <a:pt x="276225" y="394678"/>
                    <a:pt x="285750" y="404203"/>
                  </a:cubicBezTo>
                  <a:cubicBezTo>
                    <a:pt x="287960" y="418633"/>
                    <a:pt x="289674" y="433140"/>
                    <a:pt x="291103" y="447656"/>
                  </a:cubicBezTo>
                  <a:cubicBezTo>
                    <a:pt x="291903" y="455533"/>
                    <a:pt x="292703" y="463401"/>
                    <a:pt x="293522" y="471507"/>
                  </a:cubicBezTo>
                  <a:cubicBezTo>
                    <a:pt x="294103" y="477583"/>
                    <a:pt x="294684" y="483670"/>
                    <a:pt x="295275" y="489928"/>
                  </a:cubicBezTo>
                  <a:cubicBezTo>
                    <a:pt x="314135" y="489928"/>
                    <a:pt x="332994" y="489928"/>
                    <a:pt x="352425" y="489928"/>
                  </a:cubicBezTo>
                  <a:cubicBezTo>
                    <a:pt x="354263" y="495319"/>
                    <a:pt x="356111" y="500710"/>
                    <a:pt x="358007" y="506263"/>
                  </a:cubicBezTo>
                  <a:cubicBezTo>
                    <a:pt x="359245" y="509759"/>
                    <a:pt x="359245" y="509759"/>
                    <a:pt x="365522" y="527437"/>
                  </a:cubicBezTo>
                  <a:cubicBezTo>
                    <a:pt x="366741" y="530914"/>
                    <a:pt x="366741" y="530914"/>
                    <a:pt x="372885" y="548526"/>
                  </a:cubicBezTo>
                  <a:cubicBezTo>
                    <a:pt x="381000" y="566128"/>
                    <a:pt x="381000" y="566128"/>
                    <a:pt x="400050" y="575653"/>
                  </a:cubicBezTo>
                  <a:cubicBezTo>
                    <a:pt x="400441" y="563870"/>
                    <a:pt x="400841" y="552079"/>
                    <a:pt x="401241" y="539934"/>
                  </a:cubicBezTo>
                  <a:cubicBezTo>
                    <a:pt x="403660" y="518465"/>
                    <a:pt x="403660" y="518465"/>
                    <a:pt x="409575" y="499453"/>
                  </a:cubicBezTo>
                  <a:cubicBezTo>
                    <a:pt x="419205" y="494147"/>
                    <a:pt x="428825" y="488842"/>
                    <a:pt x="438741" y="483375"/>
                  </a:cubicBezTo>
                  <a:cubicBezTo>
                    <a:pt x="447980" y="476107"/>
                    <a:pt x="457210" y="468840"/>
                    <a:pt x="466725" y="461353"/>
                  </a:cubicBezTo>
                  <a:cubicBezTo>
                    <a:pt x="469821" y="428615"/>
                    <a:pt x="468487" y="397897"/>
                    <a:pt x="465944" y="365131"/>
                  </a:cubicBezTo>
                  <a:cubicBezTo>
                    <a:pt x="466077" y="360578"/>
                    <a:pt x="466077" y="360578"/>
                    <a:pt x="466725" y="337528"/>
                  </a:cubicBezTo>
                  <a:cubicBezTo>
                    <a:pt x="476155" y="331241"/>
                    <a:pt x="485585" y="324955"/>
                    <a:pt x="495300" y="318478"/>
                  </a:cubicBezTo>
                  <a:cubicBezTo>
                    <a:pt x="495300" y="349910"/>
                    <a:pt x="495300" y="381343"/>
                    <a:pt x="495300" y="413728"/>
                  </a:cubicBezTo>
                  <a:cubicBezTo>
                    <a:pt x="514160" y="413728"/>
                    <a:pt x="533019" y="413728"/>
                    <a:pt x="552450" y="413728"/>
                  </a:cubicBezTo>
                  <a:cubicBezTo>
                    <a:pt x="552450" y="385439"/>
                    <a:pt x="552450" y="357149"/>
                    <a:pt x="552450" y="328003"/>
                  </a:cubicBezTo>
                  <a:cubicBezTo>
                    <a:pt x="558737" y="324860"/>
                    <a:pt x="565023" y="321716"/>
                    <a:pt x="571500" y="318478"/>
                  </a:cubicBezTo>
                  <a:cubicBezTo>
                    <a:pt x="570128" y="313172"/>
                    <a:pt x="568747" y="307867"/>
                    <a:pt x="567328" y="302400"/>
                  </a:cubicBezTo>
                  <a:cubicBezTo>
                    <a:pt x="565566" y="295132"/>
                    <a:pt x="563794" y="287865"/>
                    <a:pt x="561975" y="280378"/>
                  </a:cubicBezTo>
                  <a:cubicBezTo>
                    <a:pt x="559613" y="272320"/>
                    <a:pt x="557260" y="264271"/>
                    <a:pt x="554831" y="255975"/>
                  </a:cubicBezTo>
                  <a:cubicBezTo>
                    <a:pt x="552450" y="232753"/>
                    <a:pt x="552450" y="232753"/>
                    <a:pt x="566147" y="215494"/>
                  </a:cubicBezTo>
                  <a:cubicBezTo>
                    <a:pt x="571052" y="211760"/>
                    <a:pt x="575967" y="208026"/>
                    <a:pt x="581025" y="204178"/>
                  </a:cubicBezTo>
                  <a:cubicBezTo>
                    <a:pt x="590455" y="213608"/>
                    <a:pt x="599885" y="223037"/>
                    <a:pt x="609600" y="232753"/>
                  </a:cubicBezTo>
                  <a:cubicBezTo>
                    <a:pt x="611172" y="228038"/>
                    <a:pt x="611172" y="228038"/>
                    <a:pt x="619125" y="204178"/>
                  </a:cubicBezTo>
                  <a:cubicBezTo>
                    <a:pt x="651310" y="271034"/>
                    <a:pt x="652596" y="361721"/>
                    <a:pt x="632774" y="433197"/>
                  </a:cubicBezTo>
                  <a:cubicBezTo>
                    <a:pt x="597922" y="527142"/>
                    <a:pt x="541449" y="593388"/>
                    <a:pt x="451247" y="636375"/>
                  </a:cubicBezTo>
                  <a:cubicBezTo>
                    <a:pt x="392468" y="659892"/>
                    <a:pt x="338785" y="662454"/>
                    <a:pt x="276225" y="661378"/>
                  </a:cubicBezTo>
                  <a:cubicBezTo>
                    <a:pt x="279368" y="639375"/>
                    <a:pt x="282512" y="617372"/>
                    <a:pt x="285750" y="594703"/>
                  </a:cubicBezTo>
                  <a:cubicBezTo>
                    <a:pt x="280111" y="594350"/>
                    <a:pt x="274482" y="593989"/>
                    <a:pt x="268672" y="593627"/>
                  </a:cubicBezTo>
                  <a:cubicBezTo>
                    <a:pt x="205159" y="588340"/>
                    <a:pt x="205159" y="588340"/>
                    <a:pt x="176803" y="570890"/>
                  </a:cubicBezTo>
                  <a:cubicBezTo>
                    <a:pt x="149514" y="554917"/>
                    <a:pt x="134731" y="554555"/>
                    <a:pt x="103584" y="553031"/>
                  </a:cubicBezTo>
                  <a:cubicBezTo>
                    <a:pt x="59712" y="549640"/>
                    <a:pt x="59712" y="549640"/>
                    <a:pt x="36909" y="526837"/>
                  </a:cubicBezTo>
                  <a:cubicBezTo>
                    <a:pt x="27013" y="494319"/>
                    <a:pt x="26584" y="466592"/>
                    <a:pt x="28575" y="432778"/>
                  </a:cubicBezTo>
                  <a:cubicBezTo>
                    <a:pt x="38005" y="432778"/>
                    <a:pt x="47435" y="432778"/>
                    <a:pt x="57150" y="432778"/>
                  </a:cubicBezTo>
                  <a:cubicBezTo>
                    <a:pt x="52635" y="426882"/>
                    <a:pt x="48111" y="420995"/>
                    <a:pt x="43453" y="414919"/>
                  </a:cubicBezTo>
                  <a:cubicBezTo>
                    <a:pt x="25651" y="379305"/>
                    <a:pt x="23936" y="350253"/>
                    <a:pt x="21993" y="310925"/>
                  </a:cubicBezTo>
                  <a:cubicBezTo>
                    <a:pt x="19050" y="289903"/>
                    <a:pt x="19050" y="289903"/>
                    <a:pt x="0" y="270853"/>
                  </a:cubicBezTo>
                  <a:cubicBezTo>
                    <a:pt x="0" y="258280"/>
                    <a:pt x="0" y="245707"/>
                    <a:pt x="0" y="232753"/>
                  </a:cubicBezTo>
                  <a:cubicBezTo>
                    <a:pt x="15716" y="226466"/>
                    <a:pt x="31432" y="220180"/>
                    <a:pt x="47625" y="213703"/>
                  </a:cubicBezTo>
                  <a:cubicBezTo>
                    <a:pt x="53912" y="226276"/>
                    <a:pt x="60198" y="238849"/>
                    <a:pt x="66675" y="251803"/>
                  </a:cubicBezTo>
                  <a:cubicBezTo>
                    <a:pt x="74143" y="249841"/>
                    <a:pt x="81610" y="247869"/>
                    <a:pt x="89297" y="245850"/>
                  </a:cubicBezTo>
                  <a:cubicBezTo>
                    <a:pt x="93421" y="245259"/>
                    <a:pt x="93421" y="245259"/>
                    <a:pt x="114300" y="242278"/>
                  </a:cubicBezTo>
                  <a:cubicBezTo>
                    <a:pt x="120587" y="248564"/>
                    <a:pt x="126873" y="254851"/>
                    <a:pt x="133350" y="261328"/>
                  </a:cubicBezTo>
                  <a:cubicBezTo>
                    <a:pt x="158353" y="267281"/>
                    <a:pt x="158353" y="267281"/>
                    <a:pt x="180975" y="270853"/>
                  </a:cubicBezTo>
                  <a:cubicBezTo>
                    <a:pt x="163792" y="239754"/>
                    <a:pt x="153981" y="224285"/>
                    <a:pt x="123825" y="204178"/>
                  </a:cubicBezTo>
                  <a:cubicBezTo>
                    <a:pt x="120882" y="196520"/>
                    <a:pt x="117929" y="188852"/>
                    <a:pt x="114891" y="180956"/>
                  </a:cubicBezTo>
                  <a:cubicBezTo>
                    <a:pt x="103365" y="153143"/>
                    <a:pt x="91726" y="143847"/>
                    <a:pt x="66675" y="127978"/>
                  </a:cubicBezTo>
                  <a:cubicBezTo>
                    <a:pt x="80867" y="91840"/>
                    <a:pt x="101832" y="73847"/>
                    <a:pt x="133350" y="51778"/>
                  </a:cubicBezTo>
                  <a:cubicBezTo>
                    <a:pt x="139637" y="51778"/>
                    <a:pt x="145923" y="51778"/>
                    <a:pt x="152400" y="51778"/>
                  </a:cubicBezTo>
                  <a:cubicBezTo>
                    <a:pt x="149257" y="70637"/>
                    <a:pt x="146113" y="89497"/>
                    <a:pt x="142875" y="108928"/>
                  </a:cubicBezTo>
                  <a:cubicBezTo>
                    <a:pt x="166545" y="98784"/>
                    <a:pt x="181042" y="89811"/>
                    <a:pt x="198834" y="70828"/>
                  </a:cubicBezTo>
                  <a:cubicBezTo>
                    <a:pt x="223047" y="48044"/>
                    <a:pt x="244964" y="42920"/>
                    <a:pt x="276225" y="32728"/>
                  </a:cubicBezTo>
                  <a:cubicBezTo>
                    <a:pt x="282512" y="23298"/>
                    <a:pt x="288798" y="13868"/>
                    <a:pt x="295275" y="4153"/>
                  </a:cubicBezTo>
                  <a:close/>
                </a:path>
              </a:pathLst>
            </a:custGeom>
            <a:solidFill>
              <a:srgbClr val="0493F6"/>
            </a:solidFill>
            <a:ln>
              <a:noFill/>
            </a:ln>
          </p:spPr>
        </p:sp>
        <p:sp>
          <p:nvSpPr>
            <p:cNvPr id="189" name="freeform-189"/>
            <p:cNvSpPr/>
            <p:nvPr/>
          </p:nvSpPr>
          <p:spPr>
            <a:xfrm>
              <a:off x="11311357" y="5162550"/>
              <a:ext cx="747293" cy="688096"/>
            </a:xfrm>
            <a:custGeom>
              <a:avLst/>
              <a:gdLst/>
              <a:ahLst/>
              <a:cxnLst/>
              <a:rect l="0" t="0" r="0" b="0"/>
              <a:pathLst>
                <a:path w="747293" h="688096">
                  <a:moveTo>
                    <a:pt x="109118" y="0"/>
                  </a:moveTo>
                  <a:cubicBezTo>
                    <a:pt x="115405" y="0"/>
                    <a:pt x="121691" y="0"/>
                    <a:pt x="128168" y="0"/>
                  </a:cubicBezTo>
                  <a:cubicBezTo>
                    <a:pt x="114671" y="28680"/>
                    <a:pt x="98736" y="53854"/>
                    <a:pt x="80543" y="79772"/>
                  </a:cubicBezTo>
                  <a:cubicBezTo>
                    <a:pt x="48416" y="127568"/>
                    <a:pt x="27870" y="169745"/>
                    <a:pt x="32918" y="228600"/>
                  </a:cubicBezTo>
                  <a:cubicBezTo>
                    <a:pt x="36062" y="231743"/>
                    <a:pt x="39205" y="234886"/>
                    <a:pt x="42443" y="238125"/>
                  </a:cubicBezTo>
                  <a:cubicBezTo>
                    <a:pt x="44815" y="259737"/>
                    <a:pt x="46949" y="281368"/>
                    <a:pt x="48997" y="303009"/>
                  </a:cubicBezTo>
                  <a:cubicBezTo>
                    <a:pt x="61351" y="406660"/>
                    <a:pt x="99203" y="489652"/>
                    <a:pt x="182042" y="556060"/>
                  </a:cubicBezTo>
                  <a:cubicBezTo>
                    <a:pt x="264585" y="613153"/>
                    <a:pt x="353911" y="629383"/>
                    <a:pt x="453209" y="613172"/>
                  </a:cubicBezTo>
                  <a:cubicBezTo>
                    <a:pt x="568642" y="584873"/>
                    <a:pt x="630679" y="521665"/>
                    <a:pt x="699668" y="428625"/>
                  </a:cubicBezTo>
                  <a:cubicBezTo>
                    <a:pt x="704383" y="430197"/>
                    <a:pt x="704383" y="430197"/>
                    <a:pt x="728243" y="438150"/>
                  </a:cubicBezTo>
                  <a:cubicBezTo>
                    <a:pt x="728243" y="431864"/>
                    <a:pt x="728243" y="425577"/>
                    <a:pt x="728243" y="419100"/>
                  </a:cubicBezTo>
                  <a:cubicBezTo>
                    <a:pt x="734530" y="419100"/>
                    <a:pt x="740816" y="419100"/>
                    <a:pt x="747293" y="419100"/>
                  </a:cubicBezTo>
                  <a:cubicBezTo>
                    <a:pt x="719766" y="513455"/>
                    <a:pt x="657387" y="575405"/>
                    <a:pt x="574167" y="624859"/>
                  </a:cubicBezTo>
                  <a:cubicBezTo>
                    <a:pt x="540620" y="641471"/>
                    <a:pt x="507387" y="652310"/>
                    <a:pt x="471030" y="660987"/>
                  </a:cubicBezTo>
                  <a:cubicBezTo>
                    <a:pt x="452018" y="666750"/>
                    <a:pt x="452018" y="666750"/>
                    <a:pt x="432968" y="685800"/>
                  </a:cubicBezTo>
                  <a:cubicBezTo>
                    <a:pt x="414404" y="688096"/>
                    <a:pt x="414404" y="688096"/>
                    <a:pt x="391458" y="687962"/>
                  </a:cubicBezTo>
                  <a:cubicBezTo>
                    <a:pt x="382876" y="687962"/>
                    <a:pt x="374304" y="687962"/>
                    <a:pt x="365455" y="687962"/>
                  </a:cubicBezTo>
                  <a:cubicBezTo>
                    <a:pt x="356178" y="687857"/>
                    <a:pt x="346900" y="687762"/>
                    <a:pt x="337347" y="687657"/>
                  </a:cubicBezTo>
                  <a:cubicBezTo>
                    <a:pt x="327860" y="687629"/>
                    <a:pt x="318373" y="687610"/>
                    <a:pt x="308600" y="687581"/>
                  </a:cubicBezTo>
                  <a:cubicBezTo>
                    <a:pt x="278216" y="687476"/>
                    <a:pt x="247840" y="687229"/>
                    <a:pt x="217465" y="686991"/>
                  </a:cubicBezTo>
                  <a:cubicBezTo>
                    <a:pt x="196901" y="686895"/>
                    <a:pt x="176336" y="686810"/>
                    <a:pt x="155772" y="686733"/>
                  </a:cubicBezTo>
                  <a:cubicBezTo>
                    <a:pt x="105299" y="686524"/>
                    <a:pt x="54816" y="686200"/>
                    <a:pt x="4343" y="685800"/>
                  </a:cubicBezTo>
                  <a:cubicBezTo>
                    <a:pt x="3372" y="615648"/>
                    <a:pt x="2705" y="545506"/>
                    <a:pt x="2248" y="475345"/>
                  </a:cubicBezTo>
                  <a:cubicBezTo>
                    <a:pt x="2057" y="451514"/>
                    <a:pt x="1800" y="427682"/>
                    <a:pt x="1467" y="403841"/>
                  </a:cubicBezTo>
                  <a:cubicBezTo>
                    <a:pt x="1000" y="369465"/>
                    <a:pt x="791" y="335089"/>
                    <a:pt x="619" y="300704"/>
                  </a:cubicBezTo>
                  <a:cubicBezTo>
                    <a:pt x="429" y="290160"/>
                    <a:pt x="229" y="279606"/>
                    <a:pt x="29" y="268738"/>
                  </a:cubicBezTo>
                  <a:cubicBezTo>
                    <a:pt x="0" y="183709"/>
                    <a:pt x="18240" y="109452"/>
                    <a:pt x="72809" y="42272"/>
                  </a:cubicBezTo>
                  <a:cubicBezTo>
                    <a:pt x="77657" y="36166"/>
                    <a:pt x="82506" y="30061"/>
                    <a:pt x="87497" y="23774"/>
                  </a:cubicBezTo>
                  <a:cubicBezTo>
                    <a:pt x="99593" y="9525"/>
                    <a:pt x="99593" y="9525"/>
                    <a:pt x="109118" y="0"/>
                  </a:cubicBez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</p:sp>
        <p:sp>
          <p:nvSpPr>
            <p:cNvPr id="190" name="freeform-190"/>
            <p:cNvSpPr/>
            <p:nvPr/>
          </p:nvSpPr>
          <p:spPr>
            <a:xfrm>
              <a:off x="11664782" y="5153025"/>
              <a:ext cx="308143" cy="504825"/>
            </a:xfrm>
            <a:custGeom>
              <a:avLst/>
              <a:gdLst/>
              <a:ahLst/>
              <a:cxnLst/>
              <a:rect l="0" t="0" r="0" b="0"/>
              <a:pathLst>
                <a:path w="308143" h="504825">
                  <a:moveTo>
                    <a:pt x="165268" y="0"/>
                  </a:moveTo>
                  <a:cubicBezTo>
                    <a:pt x="204016" y="5001"/>
                    <a:pt x="224095" y="15373"/>
                    <a:pt x="252784" y="41672"/>
                  </a:cubicBezTo>
                  <a:cubicBezTo>
                    <a:pt x="259204" y="47444"/>
                    <a:pt x="265624" y="53216"/>
                    <a:pt x="272234" y="59160"/>
                  </a:cubicBezTo>
                  <a:cubicBezTo>
                    <a:pt x="301247" y="88487"/>
                    <a:pt x="308143" y="100698"/>
                    <a:pt x="308143" y="142875"/>
                  </a:cubicBezTo>
                  <a:cubicBezTo>
                    <a:pt x="298714" y="146018"/>
                    <a:pt x="289284" y="149161"/>
                    <a:pt x="279568" y="152400"/>
                  </a:cubicBezTo>
                  <a:cubicBezTo>
                    <a:pt x="265328" y="180880"/>
                    <a:pt x="268938" y="206693"/>
                    <a:pt x="270043" y="238125"/>
                  </a:cubicBezTo>
                  <a:cubicBezTo>
                    <a:pt x="273187" y="247555"/>
                    <a:pt x="276330" y="256985"/>
                    <a:pt x="279568" y="266700"/>
                  </a:cubicBezTo>
                  <a:cubicBezTo>
                    <a:pt x="273282" y="269843"/>
                    <a:pt x="266995" y="272986"/>
                    <a:pt x="260518" y="276225"/>
                  </a:cubicBezTo>
                  <a:cubicBezTo>
                    <a:pt x="260518" y="301371"/>
                    <a:pt x="260518" y="326517"/>
                    <a:pt x="260518" y="352425"/>
                  </a:cubicBezTo>
                  <a:cubicBezTo>
                    <a:pt x="254232" y="353997"/>
                    <a:pt x="254232" y="353997"/>
                    <a:pt x="222418" y="361950"/>
                  </a:cubicBezTo>
                  <a:cubicBezTo>
                    <a:pt x="222418" y="333661"/>
                    <a:pt x="222418" y="305371"/>
                    <a:pt x="222418" y="276225"/>
                  </a:cubicBezTo>
                  <a:cubicBezTo>
                    <a:pt x="209845" y="269939"/>
                    <a:pt x="197272" y="263652"/>
                    <a:pt x="184318" y="257175"/>
                  </a:cubicBezTo>
                  <a:cubicBezTo>
                    <a:pt x="178737" y="300238"/>
                    <a:pt x="174269" y="341147"/>
                    <a:pt x="177175" y="384572"/>
                  </a:cubicBezTo>
                  <a:cubicBezTo>
                    <a:pt x="176393" y="395964"/>
                    <a:pt x="175603" y="407356"/>
                    <a:pt x="174793" y="419100"/>
                  </a:cubicBezTo>
                  <a:cubicBezTo>
                    <a:pt x="152171" y="434578"/>
                    <a:pt x="152171" y="434578"/>
                    <a:pt x="127168" y="447675"/>
                  </a:cubicBezTo>
                  <a:cubicBezTo>
                    <a:pt x="114671" y="478041"/>
                    <a:pt x="114671" y="478041"/>
                    <a:pt x="108118" y="504825"/>
                  </a:cubicBezTo>
                  <a:cubicBezTo>
                    <a:pt x="85639" y="482346"/>
                    <a:pt x="84392" y="468830"/>
                    <a:pt x="79543" y="438150"/>
                  </a:cubicBezTo>
                  <a:cubicBezTo>
                    <a:pt x="60684" y="438150"/>
                    <a:pt x="41824" y="438150"/>
                    <a:pt x="22393" y="438150"/>
                  </a:cubicBezTo>
                  <a:cubicBezTo>
                    <a:pt x="9249" y="386391"/>
                    <a:pt x="0" y="339261"/>
                    <a:pt x="3343" y="285750"/>
                  </a:cubicBezTo>
                  <a:cubicBezTo>
                    <a:pt x="19183" y="269910"/>
                    <a:pt x="39376" y="272796"/>
                    <a:pt x="61084" y="270872"/>
                  </a:cubicBezTo>
                  <a:cubicBezTo>
                    <a:pt x="65465" y="270472"/>
                    <a:pt x="65465" y="270472"/>
                    <a:pt x="87620" y="268453"/>
                  </a:cubicBezTo>
                  <a:cubicBezTo>
                    <a:pt x="94383" y="267872"/>
                    <a:pt x="101146" y="267291"/>
                    <a:pt x="108118" y="266700"/>
                  </a:cubicBezTo>
                  <a:cubicBezTo>
                    <a:pt x="122387" y="234591"/>
                    <a:pt x="127168" y="217132"/>
                    <a:pt x="127168" y="180975"/>
                  </a:cubicBezTo>
                  <a:cubicBezTo>
                    <a:pt x="111452" y="184118"/>
                    <a:pt x="95736" y="187261"/>
                    <a:pt x="79543" y="190500"/>
                  </a:cubicBezTo>
                  <a:cubicBezTo>
                    <a:pt x="79543" y="184214"/>
                    <a:pt x="79543" y="177927"/>
                    <a:pt x="79543" y="171450"/>
                  </a:cubicBezTo>
                  <a:cubicBezTo>
                    <a:pt x="63827" y="174593"/>
                    <a:pt x="48111" y="177736"/>
                    <a:pt x="31918" y="180975"/>
                  </a:cubicBezTo>
                  <a:cubicBezTo>
                    <a:pt x="31918" y="171545"/>
                    <a:pt x="31918" y="162115"/>
                    <a:pt x="31918" y="152400"/>
                  </a:cubicBezTo>
                  <a:cubicBezTo>
                    <a:pt x="38462" y="151933"/>
                    <a:pt x="45006" y="151467"/>
                    <a:pt x="51749" y="150990"/>
                  </a:cubicBezTo>
                  <a:cubicBezTo>
                    <a:pt x="60331" y="150276"/>
                    <a:pt x="68913" y="149562"/>
                    <a:pt x="77753" y="148828"/>
                  </a:cubicBezTo>
                  <a:cubicBezTo>
                    <a:pt x="86268" y="148161"/>
                    <a:pt x="94774" y="147504"/>
                    <a:pt x="103546" y="146818"/>
                  </a:cubicBezTo>
                  <a:cubicBezTo>
                    <a:pt x="127168" y="142875"/>
                    <a:pt x="127168" y="142875"/>
                    <a:pt x="155743" y="123825"/>
                  </a:cubicBezTo>
                  <a:cubicBezTo>
                    <a:pt x="155743" y="117539"/>
                    <a:pt x="155743" y="111252"/>
                    <a:pt x="155743" y="104775"/>
                  </a:cubicBezTo>
                  <a:cubicBezTo>
                    <a:pt x="151324" y="105851"/>
                    <a:pt x="151324" y="105851"/>
                    <a:pt x="128959" y="111328"/>
                  </a:cubicBezTo>
                  <a:cubicBezTo>
                    <a:pt x="118939" y="112309"/>
                    <a:pt x="108918" y="113290"/>
                    <a:pt x="98593" y="114300"/>
                  </a:cubicBezTo>
                  <a:cubicBezTo>
                    <a:pt x="83115" y="101203"/>
                    <a:pt x="83115" y="101203"/>
                    <a:pt x="70018" y="85725"/>
                  </a:cubicBezTo>
                  <a:cubicBezTo>
                    <a:pt x="49178" y="79172"/>
                    <a:pt x="49178" y="79172"/>
                    <a:pt x="31918" y="76200"/>
                  </a:cubicBezTo>
                  <a:cubicBezTo>
                    <a:pt x="31918" y="63627"/>
                    <a:pt x="31918" y="51054"/>
                    <a:pt x="31918" y="38100"/>
                  </a:cubicBezTo>
                  <a:cubicBezTo>
                    <a:pt x="77162" y="45244"/>
                    <a:pt x="77162" y="45244"/>
                    <a:pt x="98593" y="66675"/>
                  </a:cubicBezTo>
                  <a:cubicBezTo>
                    <a:pt x="111166" y="66675"/>
                    <a:pt x="123739" y="66675"/>
                    <a:pt x="136693" y="66675"/>
                  </a:cubicBezTo>
                  <a:cubicBezTo>
                    <a:pt x="146123" y="44672"/>
                    <a:pt x="155553" y="22669"/>
                    <a:pt x="165268" y="0"/>
                  </a:cubicBezTo>
                  <a:close/>
                </a:path>
              </a:pathLst>
            </a:custGeom>
            <a:solidFill>
              <a:srgbClr val="55A402"/>
            </a:solidFill>
            <a:ln>
              <a:noFill/>
            </a:ln>
          </p:spPr>
        </p:sp>
        <p:sp>
          <p:nvSpPr>
            <p:cNvPr id="191" name="freeform-191"/>
            <p:cNvSpPr/>
            <p:nvPr/>
          </p:nvSpPr>
          <p:spPr>
            <a:xfrm>
              <a:off x="11350000" y="5083607"/>
              <a:ext cx="461000" cy="695925"/>
            </a:xfrm>
            <a:custGeom>
              <a:avLst/>
              <a:gdLst/>
              <a:ahLst/>
              <a:cxnLst/>
              <a:rect l="0" t="0" r="0" b="0"/>
              <a:pathLst>
                <a:path w="461000" h="695925">
                  <a:moveTo>
                    <a:pt x="461000" y="31318"/>
                  </a:moveTo>
                  <a:cubicBezTo>
                    <a:pt x="457857" y="37605"/>
                    <a:pt x="454714" y="43891"/>
                    <a:pt x="451475" y="50368"/>
                  </a:cubicBezTo>
                  <a:cubicBezTo>
                    <a:pt x="445189" y="48797"/>
                    <a:pt x="438902" y="47225"/>
                    <a:pt x="432425" y="45606"/>
                  </a:cubicBezTo>
                  <a:cubicBezTo>
                    <a:pt x="395621" y="39472"/>
                    <a:pt x="365046" y="37824"/>
                    <a:pt x="327650" y="40843"/>
                  </a:cubicBezTo>
                  <a:cubicBezTo>
                    <a:pt x="312172" y="58703"/>
                    <a:pt x="312172" y="58703"/>
                    <a:pt x="299075" y="78943"/>
                  </a:cubicBezTo>
                  <a:cubicBezTo>
                    <a:pt x="290036" y="81886"/>
                    <a:pt x="280997" y="84839"/>
                    <a:pt x="271691" y="87878"/>
                  </a:cubicBezTo>
                  <a:cubicBezTo>
                    <a:pt x="236001" y="100003"/>
                    <a:pt x="219151" y="117843"/>
                    <a:pt x="194300" y="145618"/>
                  </a:cubicBezTo>
                  <a:cubicBezTo>
                    <a:pt x="184871" y="142475"/>
                    <a:pt x="175441" y="139332"/>
                    <a:pt x="165725" y="136093"/>
                  </a:cubicBezTo>
                  <a:cubicBezTo>
                    <a:pt x="172012" y="117234"/>
                    <a:pt x="178298" y="98374"/>
                    <a:pt x="184775" y="78943"/>
                  </a:cubicBezTo>
                  <a:cubicBezTo>
                    <a:pt x="159629" y="97803"/>
                    <a:pt x="134483" y="116662"/>
                    <a:pt x="108575" y="136093"/>
                  </a:cubicBezTo>
                  <a:cubicBezTo>
                    <a:pt x="118100" y="164668"/>
                    <a:pt x="118100" y="164668"/>
                    <a:pt x="137150" y="178365"/>
                  </a:cubicBezTo>
                  <a:cubicBezTo>
                    <a:pt x="156200" y="193243"/>
                    <a:pt x="156200" y="193243"/>
                    <a:pt x="160372" y="211703"/>
                  </a:cubicBezTo>
                  <a:cubicBezTo>
                    <a:pt x="168354" y="240973"/>
                    <a:pt x="190157" y="251003"/>
                    <a:pt x="213350" y="269443"/>
                  </a:cubicBezTo>
                  <a:cubicBezTo>
                    <a:pt x="213350" y="278873"/>
                    <a:pt x="213350" y="288303"/>
                    <a:pt x="213350" y="298018"/>
                  </a:cubicBezTo>
                  <a:cubicBezTo>
                    <a:pt x="177984" y="299980"/>
                    <a:pt x="158686" y="294999"/>
                    <a:pt x="127625" y="278968"/>
                  </a:cubicBezTo>
                  <a:cubicBezTo>
                    <a:pt x="115052" y="278968"/>
                    <a:pt x="102479" y="278968"/>
                    <a:pt x="89525" y="278968"/>
                  </a:cubicBezTo>
                  <a:cubicBezTo>
                    <a:pt x="83239" y="269538"/>
                    <a:pt x="76952" y="260109"/>
                    <a:pt x="70475" y="250393"/>
                  </a:cubicBezTo>
                  <a:cubicBezTo>
                    <a:pt x="57902" y="253536"/>
                    <a:pt x="45329" y="256680"/>
                    <a:pt x="32375" y="259918"/>
                  </a:cubicBezTo>
                  <a:cubicBezTo>
                    <a:pt x="50235" y="306353"/>
                    <a:pt x="50235" y="306353"/>
                    <a:pt x="60950" y="317068"/>
                  </a:cubicBezTo>
                  <a:cubicBezTo>
                    <a:pt x="63646" y="341338"/>
                    <a:pt x="65218" y="365598"/>
                    <a:pt x="66865" y="389954"/>
                  </a:cubicBezTo>
                  <a:cubicBezTo>
                    <a:pt x="70475" y="412318"/>
                    <a:pt x="70475" y="412318"/>
                    <a:pt x="89525" y="431368"/>
                  </a:cubicBezTo>
                  <a:cubicBezTo>
                    <a:pt x="89525" y="440798"/>
                    <a:pt x="89525" y="450228"/>
                    <a:pt x="89525" y="459943"/>
                  </a:cubicBezTo>
                  <a:cubicBezTo>
                    <a:pt x="80096" y="459943"/>
                    <a:pt x="70666" y="459943"/>
                    <a:pt x="60950" y="459943"/>
                  </a:cubicBezTo>
                  <a:cubicBezTo>
                    <a:pt x="63903" y="473640"/>
                    <a:pt x="66885" y="487328"/>
                    <a:pt x="69885" y="501015"/>
                  </a:cubicBezTo>
                  <a:cubicBezTo>
                    <a:pt x="70714" y="504835"/>
                    <a:pt x="70714" y="504835"/>
                    <a:pt x="74905" y="524123"/>
                  </a:cubicBezTo>
                  <a:cubicBezTo>
                    <a:pt x="80000" y="545668"/>
                    <a:pt x="80000" y="545668"/>
                    <a:pt x="89525" y="574243"/>
                  </a:cubicBezTo>
                  <a:cubicBezTo>
                    <a:pt x="95850" y="573910"/>
                    <a:pt x="102175" y="573576"/>
                    <a:pt x="108690" y="573243"/>
                  </a:cubicBezTo>
                  <a:cubicBezTo>
                    <a:pt x="160439" y="571652"/>
                    <a:pt x="188643" y="573643"/>
                    <a:pt x="232400" y="602818"/>
                  </a:cubicBezTo>
                  <a:cubicBezTo>
                    <a:pt x="260680" y="610753"/>
                    <a:pt x="289246" y="616525"/>
                    <a:pt x="318125" y="621868"/>
                  </a:cubicBezTo>
                  <a:cubicBezTo>
                    <a:pt x="314982" y="643871"/>
                    <a:pt x="311839" y="665874"/>
                    <a:pt x="308600" y="688543"/>
                  </a:cubicBezTo>
                  <a:cubicBezTo>
                    <a:pt x="232353" y="695925"/>
                    <a:pt x="187795" y="678485"/>
                    <a:pt x="127625" y="631393"/>
                  </a:cubicBezTo>
                  <a:cubicBezTo>
                    <a:pt x="52073" y="561956"/>
                    <a:pt x="9096" y="484222"/>
                    <a:pt x="1534" y="381514"/>
                  </a:cubicBezTo>
                  <a:cubicBezTo>
                    <a:pt x="0" y="309086"/>
                    <a:pt x="4572" y="255803"/>
                    <a:pt x="41900" y="193243"/>
                  </a:cubicBezTo>
                  <a:cubicBezTo>
                    <a:pt x="47206" y="183613"/>
                    <a:pt x="52511" y="173993"/>
                    <a:pt x="57979" y="164078"/>
                  </a:cubicBezTo>
                  <a:cubicBezTo>
                    <a:pt x="114243" y="92593"/>
                    <a:pt x="174508" y="49416"/>
                    <a:pt x="260975" y="21793"/>
                  </a:cubicBezTo>
                  <a:cubicBezTo>
                    <a:pt x="326355" y="0"/>
                    <a:pt x="397021" y="8572"/>
                    <a:pt x="461000" y="31318"/>
                  </a:cubicBezTo>
                  <a:close/>
                </a:path>
              </a:pathLst>
            </a:custGeom>
            <a:solidFill>
              <a:srgbClr val="0F211D"/>
            </a:solidFill>
            <a:ln>
              <a:noFill/>
            </a:ln>
          </p:spPr>
        </p:sp>
        <p:sp>
          <p:nvSpPr>
            <p:cNvPr id="192" name="freeform-192"/>
            <p:cNvSpPr/>
            <p:nvPr/>
          </p:nvSpPr>
          <p:spPr>
            <a:xfrm>
              <a:off x="11753850" y="5314950"/>
              <a:ext cx="281121" cy="448637"/>
            </a:xfrm>
            <a:custGeom>
              <a:avLst/>
              <a:gdLst/>
              <a:ahLst/>
              <a:cxnLst/>
              <a:rect l="0" t="0" r="0" b="0"/>
              <a:pathLst>
                <a:path w="281121" h="448637">
                  <a:moveTo>
                    <a:pt x="200025" y="0"/>
                  </a:moveTo>
                  <a:cubicBezTo>
                    <a:pt x="212598" y="9430"/>
                    <a:pt x="225171" y="18860"/>
                    <a:pt x="238125" y="28575"/>
                  </a:cubicBezTo>
                  <a:cubicBezTo>
                    <a:pt x="241268" y="19145"/>
                    <a:pt x="244412" y="9715"/>
                    <a:pt x="247650" y="0"/>
                  </a:cubicBezTo>
                  <a:cubicBezTo>
                    <a:pt x="279835" y="66856"/>
                    <a:pt x="281121" y="157543"/>
                    <a:pt x="261299" y="229019"/>
                  </a:cubicBezTo>
                  <a:cubicBezTo>
                    <a:pt x="226114" y="323860"/>
                    <a:pt x="168983" y="389220"/>
                    <a:pt x="78581" y="433388"/>
                  </a:cubicBezTo>
                  <a:cubicBezTo>
                    <a:pt x="44396" y="448637"/>
                    <a:pt x="39119" y="447932"/>
                    <a:pt x="0" y="438150"/>
                  </a:cubicBezTo>
                  <a:cubicBezTo>
                    <a:pt x="28289" y="419290"/>
                    <a:pt x="56579" y="400431"/>
                    <a:pt x="85725" y="381000"/>
                  </a:cubicBezTo>
                  <a:cubicBezTo>
                    <a:pt x="82582" y="377857"/>
                    <a:pt x="79438" y="374714"/>
                    <a:pt x="76200" y="371475"/>
                  </a:cubicBezTo>
                  <a:cubicBezTo>
                    <a:pt x="66770" y="371475"/>
                    <a:pt x="57340" y="371475"/>
                    <a:pt x="47625" y="371475"/>
                  </a:cubicBezTo>
                  <a:cubicBezTo>
                    <a:pt x="55131" y="316421"/>
                    <a:pt x="81829" y="282959"/>
                    <a:pt x="123825" y="247650"/>
                  </a:cubicBezTo>
                  <a:cubicBezTo>
                    <a:pt x="148028" y="238849"/>
                    <a:pt x="164354" y="238125"/>
                    <a:pt x="190500" y="238125"/>
                  </a:cubicBezTo>
                  <a:cubicBezTo>
                    <a:pt x="207245" y="195215"/>
                    <a:pt x="213731" y="160344"/>
                    <a:pt x="209550" y="114300"/>
                  </a:cubicBezTo>
                  <a:cubicBezTo>
                    <a:pt x="204635" y="106242"/>
                    <a:pt x="199730" y="98193"/>
                    <a:pt x="194672" y="89897"/>
                  </a:cubicBezTo>
                  <a:cubicBezTo>
                    <a:pt x="180975" y="66675"/>
                    <a:pt x="180975" y="66675"/>
                    <a:pt x="183356" y="35719"/>
                  </a:cubicBezTo>
                  <a:cubicBezTo>
                    <a:pt x="190500" y="9525"/>
                    <a:pt x="190500" y="9525"/>
                    <a:pt x="200025" y="0"/>
                  </a:cubicBezTo>
                  <a:close/>
                </a:path>
              </a:pathLst>
            </a:custGeom>
            <a:solidFill>
              <a:srgbClr val="0278C9"/>
            </a:solidFill>
            <a:ln>
              <a:noFill/>
            </a:ln>
          </p:spPr>
        </p:sp>
        <p:sp>
          <p:nvSpPr>
            <p:cNvPr id="193" name="freeform-193"/>
            <p:cNvSpPr/>
            <p:nvPr/>
          </p:nvSpPr>
          <p:spPr>
            <a:xfrm>
              <a:off x="11350742" y="5372100"/>
              <a:ext cx="317383" cy="407432"/>
            </a:xfrm>
            <a:custGeom>
              <a:avLst/>
              <a:gdLst/>
              <a:ahLst/>
              <a:cxnLst/>
              <a:rect l="0" t="0" r="0" b="0"/>
              <a:pathLst>
                <a:path w="317383" h="407432">
                  <a:moveTo>
                    <a:pt x="12583" y="0"/>
                  </a:moveTo>
                  <a:cubicBezTo>
                    <a:pt x="35795" y="8334"/>
                    <a:pt x="35795" y="8334"/>
                    <a:pt x="60208" y="28575"/>
                  </a:cubicBezTo>
                  <a:cubicBezTo>
                    <a:pt x="65303" y="53369"/>
                    <a:pt x="66761" y="76848"/>
                    <a:pt x="67466" y="102137"/>
                  </a:cubicBezTo>
                  <a:cubicBezTo>
                    <a:pt x="69733" y="123825"/>
                    <a:pt x="69733" y="123825"/>
                    <a:pt x="88783" y="142875"/>
                  </a:cubicBezTo>
                  <a:cubicBezTo>
                    <a:pt x="88783" y="152305"/>
                    <a:pt x="88783" y="161735"/>
                    <a:pt x="88783" y="171450"/>
                  </a:cubicBezTo>
                  <a:cubicBezTo>
                    <a:pt x="79353" y="171450"/>
                    <a:pt x="69923" y="171450"/>
                    <a:pt x="60208" y="171450"/>
                  </a:cubicBezTo>
                  <a:cubicBezTo>
                    <a:pt x="63160" y="185147"/>
                    <a:pt x="66142" y="198834"/>
                    <a:pt x="69142" y="212522"/>
                  </a:cubicBezTo>
                  <a:cubicBezTo>
                    <a:pt x="70799" y="220151"/>
                    <a:pt x="72457" y="227781"/>
                    <a:pt x="74162" y="235629"/>
                  </a:cubicBezTo>
                  <a:cubicBezTo>
                    <a:pt x="79258" y="257175"/>
                    <a:pt x="79258" y="257175"/>
                    <a:pt x="88783" y="285750"/>
                  </a:cubicBezTo>
                  <a:cubicBezTo>
                    <a:pt x="95107" y="285417"/>
                    <a:pt x="101432" y="285083"/>
                    <a:pt x="107947" y="284750"/>
                  </a:cubicBezTo>
                  <a:cubicBezTo>
                    <a:pt x="159696" y="283159"/>
                    <a:pt x="187900" y="285150"/>
                    <a:pt x="231658" y="314325"/>
                  </a:cubicBezTo>
                  <a:cubicBezTo>
                    <a:pt x="259937" y="322259"/>
                    <a:pt x="288503" y="328031"/>
                    <a:pt x="317383" y="333375"/>
                  </a:cubicBezTo>
                  <a:cubicBezTo>
                    <a:pt x="314239" y="355378"/>
                    <a:pt x="311096" y="377381"/>
                    <a:pt x="307858" y="400050"/>
                  </a:cubicBezTo>
                  <a:cubicBezTo>
                    <a:pt x="231610" y="407432"/>
                    <a:pt x="187052" y="389992"/>
                    <a:pt x="126883" y="342900"/>
                  </a:cubicBezTo>
                  <a:cubicBezTo>
                    <a:pt x="63351" y="284512"/>
                    <a:pt x="11659" y="211941"/>
                    <a:pt x="3058" y="123825"/>
                  </a:cubicBezTo>
                  <a:cubicBezTo>
                    <a:pt x="0" y="37757"/>
                    <a:pt x="0" y="37757"/>
                    <a:pt x="12583" y="0"/>
                  </a:cubicBezTo>
                  <a:close/>
                </a:path>
              </a:pathLst>
            </a:custGeom>
            <a:solidFill>
              <a:srgbClr val="0B2012"/>
            </a:solidFill>
            <a:ln>
              <a:noFill/>
            </a:ln>
          </p:spPr>
        </p:sp>
        <p:sp>
          <p:nvSpPr>
            <p:cNvPr id="194" name="freeform-194"/>
            <p:cNvSpPr/>
            <p:nvPr/>
          </p:nvSpPr>
          <p:spPr>
            <a:xfrm>
              <a:off x="11601450" y="5286375"/>
              <a:ext cx="456648" cy="511064"/>
            </a:xfrm>
            <a:custGeom>
              <a:avLst/>
              <a:gdLst/>
              <a:ahLst/>
              <a:cxnLst/>
              <a:rect l="0" t="0" r="0" b="0"/>
              <a:pathLst>
                <a:path w="456648" h="511064">
                  <a:moveTo>
                    <a:pt x="381000" y="0"/>
                  </a:moveTo>
                  <a:cubicBezTo>
                    <a:pt x="390430" y="0"/>
                    <a:pt x="399860" y="0"/>
                    <a:pt x="409575" y="0"/>
                  </a:cubicBezTo>
                  <a:cubicBezTo>
                    <a:pt x="443484" y="91221"/>
                    <a:pt x="456648" y="193234"/>
                    <a:pt x="419100" y="285750"/>
                  </a:cubicBezTo>
                  <a:cubicBezTo>
                    <a:pt x="378085" y="372227"/>
                    <a:pt x="318821" y="440817"/>
                    <a:pt x="230391" y="480422"/>
                  </a:cubicBezTo>
                  <a:cubicBezTo>
                    <a:pt x="155991" y="506606"/>
                    <a:pt x="77048" y="511064"/>
                    <a:pt x="0" y="495300"/>
                  </a:cubicBezTo>
                  <a:cubicBezTo>
                    <a:pt x="0" y="492157"/>
                    <a:pt x="0" y="489014"/>
                    <a:pt x="0" y="485775"/>
                  </a:cubicBezTo>
                  <a:cubicBezTo>
                    <a:pt x="6210" y="485423"/>
                    <a:pt x="6210" y="485423"/>
                    <a:pt x="37652" y="483613"/>
                  </a:cubicBezTo>
                  <a:cubicBezTo>
                    <a:pt x="150076" y="475755"/>
                    <a:pt x="255156" y="465115"/>
                    <a:pt x="337547" y="379209"/>
                  </a:cubicBezTo>
                  <a:cubicBezTo>
                    <a:pt x="350082" y="362064"/>
                    <a:pt x="350082" y="362064"/>
                    <a:pt x="361950" y="342900"/>
                  </a:cubicBezTo>
                  <a:cubicBezTo>
                    <a:pt x="366551" y="335690"/>
                    <a:pt x="371161" y="328489"/>
                    <a:pt x="375904" y="321059"/>
                  </a:cubicBezTo>
                  <a:cubicBezTo>
                    <a:pt x="418852" y="242411"/>
                    <a:pt x="416147" y="163278"/>
                    <a:pt x="409575" y="76200"/>
                  </a:cubicBezTo>
                  <a:cubicBezTo>
                    <a:pt x="408003" y="71485"/>
                    <a:pt x="408003" y="71485"/>
                    <a:pt x="400050" y="47625"/>
                  </a:cubicBezTo>
                  <a:cubicBezTo>
                    <a:pt x="387477" y="47625"/>
                    <a:pt x="374904" y="47625"/>
                    <a:pt x="361950" y="47625"/>
                  </a:cubicBezTo>
                  <a:cubicBezTo>
                    <a:pt x="360378" y="46053"/>
                    <a:pt x="360378" y="46053"/>
                    <a:pt x="352425" y="38100"/>
                  </a:cubicBezTo>
                  <a:cubicBezTo>
                    <a:pt x="346472" y="65484"/>
                    <a:pt x="346472" y="65484"/>
                    <a:pt x="342900" y="95250"/>
                  </a:cubicBezTo>
                  <a:cubicBezTo>
                    <a:pt x="349187" y="101536"/>
                    <a:pt x="355473" y="107823"/>
                    <a:pt x="361950" y="114300"/>
                  </a:cubicBezTo>
                  <a:cubicBezTo>
                    <a:pt x="358378" y="134541"/>
                    <a:pt x="358378" y="134541"/>
                    <a:pt x="352425" y="152400"/>
                  </a:cubicBezTo>
                  <a:cubicBezTo>
                    <a:pt x="346138" y="152400"/>
                    <a:pt x="339852" y="152400"/>
                    <a:pt x="333375" y="152400"/>
                  </a:cubicBezTo>
                  <a:cubicBezTo>
                    <a:pt x="333375" y="180689"/>
                    <a:pt x="333375" y="208979"/>
                    <a:pt x="333375" y="238125"/>
                  </a:cubicBezTo>
                  <a:cubicBezTo>
                    <a:pt x="314411" y="241754"/>
                    <a:pt x="295342" y="244916"/>
                    <a:pt x="276225" y="247650"/>
                  </a:cubicBezTo>
                  <a:cubicBezTo>
                    <a:pt x="266700" y="238125"/>
                    <a:pt x="266700" y="238125"/>
                    <a:pt x="265767" y="218446"/>
                  </a:cubicBezTo>
                  <a:cubicBezTo>
                    <a:pt x="265881" y="210598"/>
                    <a:pt x="265995" y="202749"/>
                    <a:pt x="266109" y="194672"/>
                  </a:cubicBezTo>
                  <a:cubicBezTo>
                    <a:pt x="266195" y="186795"/>
                    <a:pt x="266281" y="178927"/>
                    <a:pt x="266367" y="170821"/>
                  </a:cubicBezTo>
                  <a:cubicBezTo>
                    <a:pt x="266471" y="164744"/>
                    <a:pt x="266586" y="158658"/>
                    <a:pt x="266700" y="152400"/>
                  </a:cubicBezTo>
                  <a:cubicBezTo>
                    <a:pt x="263557" y="155543"/>
                    <a:pt x="260413" y="158686"/>
                    <a:pt x="257175" y="161925"/>
                  </a:cubicBezTo>
                  <a:cubicBezTo>
                    <a:pt x="257985" y="181975"/>
                    <a:pt x="259013" y="202016"/>
                    <a:pt x="260147" y="222047"/>
                  </a:cubicBezTo>
                  <a:cubicBezTo>
                    <a:pt x="260594" y="256203"/>
                    <a:pt x="260594" y="256203"/>
                    <a:pt x="257175" y="285750"/>
                  </a:cubicBezTo>
                  <a:cubicBezTo>
                    <a:pt x="229191" y="308972"/>
                    <a:pt x="229191" y="308972"/>
                    <a:pt x="200025" y="323850"/>
                  </a:cubicBezTo>
                  <a:cubicBezTo>
                    <a:pt x="191691" y="354806"/>
                    <a:pt x="191691" y="354806"/>
                    <a:pt x="190500" y="381000"/>
                  </a:cubicBezTo>
                  <a:cubicBezTo>
                    <a:pt x="185785" y="379428"/>
                    <a:pt x="185785" y="379428"/>
                    <a:pt x="161925" y="371475"/>
                  </a:cubicBezTo>
                  <a:cubicBezTo>
                    <a:pt x="179594" y="321250"/>
                    <a:pt x="179594" y="321250"/>
                    <a:pt x="190500" y="304800"/>
                  </a:cubicBezTo>
                  <a:cubicBezTo>
                    <a:pt x="215389" y="293113"/>
                    <a:pt x="215389" y="293113"/>
                    <a:pt x="238125" y="285750"/>
                  </a:cubicBezTo>
                  <a:cubicBezTo>
                    <a:pt x="237220" y="277254"/>
                    <a:pt x="236306" y="268757"/>
                    <a:pt x="235372" y="260004"/>
                  </a:cubicBezTo>
                  <a:cubicBezTo>
                    <a:pt x="234315" y="248850"/>
                    <a:pt x="233258" y="237706"/>
                    <a:pt x="232172" y="226219"/>
                  </a:cubicBezTo>
                  <a:cubicBezTo>
                    <a:pt x="231619" y="220694"/>
                    <a:pt x="231619" y="220694"/>
                    <a:pt x="228819" y="192729"/>
                  </a:cubicBezTo>
                  <a:cubicBezTo>
                    <a:pt x="228600" y="162506"/>
                    <a:pt x="231486" y="148752"/>
                    <a:pt x="247650" y="123825"/>
                  </a:cubicBezTo>
                  <a:cubicBezTo>
                    <a:pt x="260223" y="126968"/>
                    <a:pt x="272796" y="130111"/>
                    <a:pt x="285750" y="133350"/>
                  </a:cubicBezTo>
                  <a:cubicBezTo>
                    <a:pt x="294799" y="168545"/>
                    <a:pt x="294799" y="193405"/>
                    <a:pt x="285750" y="228600"/>
                  </a:cubicBezTo>
                  <a:cubicBezTo>
                    <a:pt x="295180" y="225457"/>
                    <a:pt x="304610" y="222314"/>
                    <a:pt x="314325" y="219075"/>
                  </a:cubicBezTo>
                  <a:cubicBezTo>
                    <a:pt x="314325" y="193929"/>
                    <a:pt x="314325" y="168783"/>
                    <a:pt x="314325" y="142875"/>
                  </a:cubicBezTo>
                  <a:cubicBezTo>
                    <a:pt x="323755" y="139732"/>
                    <a:pt x="333185" y="136589"/>
                    <a:pt x="342900" y="133350"/>
                  </a:cubicBezTo>
                  <a:cubicBezTo>
                    <a:pt x="336613" y="123920"/>
                    <a:pt x="330327" y="114490"/>
                    <a:pt x="323850" y="104775"/>
                  </a:cubicBezTo>
                  <a:cubicBezTo>
                    <a:pt x="320678" y="44453"/>
                    <a:pt x="320678" y="44453"/>
                    <a:pt x="333375" y="19050"/>
                  </a:cubicBezTo>
                  <a:cubicBezTo>
                    <a:pt x="345948" y="19050"/>
                    <a:pt x="358521" y="19050"/>
                    <a:pt x="371475" y="19050"/>
                  </a:cubicBezTo>
                  <a:cubicBezTo>
                    <a:pt x="374618" y="12764"/>
                    <a:pt x="377762" y="6477"/>
                    <a:pt x="381000" y="0"/>
                  </a:cubicBezTo>
                  <a:close/>
                </a:path>
              </a:pathLst>
            </a:custGeom>
            <a:solidFill>
              <a:srgbClr val="071F1D"/>
            </a:solidFill>
            <a:ln>
              <a:noFill/>
            </a:ln>
          </p:spPr>
        </p:sp>
        <p:sp>
          <p:nvSpPr>
            <p:cNvPr id="195" name="freeform-195"/>
            <p:cNvSpPr/>
            <p:nvPr/>
          </p:nvSpPr>
          <p:spPr>
            <a:xfrm>
              <a:off x="11601450" y="5286375"/>
              <a:ext cx="440531" cy="504825"/>
            </a:xfrm>
            <a:custGeom>
              <a:avLst/>
              <a:gdLst/>
              <a:ahLst/>
              <a:cxnLst/>
              <a:rect l="0" t="0" r="0" b="0"/>
              <a:pathLst>
                <a:path w="440531" h="504825">
                  <a:moveTo>
                    <a:pt x="400050" y="0"/>
                  </a:moveTo>
                  <a:cubicBezTo>
                    <a:pt x="439722" y="39672"/>
                    <a:pt x="439588" y="98965"/>
                    <a:pt x="440531" y="152400"/>
                  </a:cubicBezTo>
                  <a:cubicBezTo>
                    <a:pt x="438283" y="251889"/>
                    <a:pt x="410023" y="327498"/>
                    <a:pt x="342490" y="402650"/>
                  </a:cubicBezTo>
                  <a:cubicBezTo>
                    <a:pt x="261957" y="479346"/>
                    <a:pt x="176670" y="504206"/>
                    <a:pt x="66675" y="504825"/>
                  </a:cubicBezTo>
                  <a:cubicBezTo>
                    <a:pt x="43682" y="503120"/>
                    <a:pt x="22631" y="499929"/>
                    <a:pt x="0" y="495300"/>
                  </a:cubicBezTo>
                  <a:cubicBezTo>
                    <a:pt x="0" y="492157"/>
                    <a:pt x="0" y="489014"/>
                    <a:pt x="0" y="485775"/>
                  </a:cubicBezTo>
                  <a:cubicBezTo>
                    <a:pt x="6210" y="485423"/>
                    <a:pt x="6210" y="485423"/>
                    <a:pt x="37652" y="483613"/>
                  </a:cubicBezTo>
                  <a:cubicBezTo>
                    <a:pt x="150076" y="475755"/>
                    <a:pt x="255156" y="465115"/>
                    <a:pt x="337547" y="379209"/>
                  </a:cubicBezTo>
                  <a:cubicBezTo>
                    <a:pt x="350082" y="362064"/>
                    <a:pt x="350082" y="362064"/>
                    <a:pt x="361950" y="342900"/>
                  </a:cubicBezTo>
                  <a:cubicBezTo>
                    <a:pt x="366551" y="335690"/>
                    <a:pt x="371161" y="328489"/>
                    <a:pt x="375904" y="321059"/>
                  </a:cubicBezTo>
                  <a:cubicBezTo>
                    <a:pt x="418614" y="242859"/>
                    <a:pt x="417786" y="162887"/>
                    <a:pt x="409575" y="76200"/>
                  </a:cubicBezTo>
                  <a:cubicBezTo>
                    <a:pt x="403422" y="57083"/>
                    <a:pt x="397126" y="38014"/>
                    <a:pt x="390525" y="19050"/>
                  </a:cubicBezTo>
                  <a:cubicBezTo>
                    <a:pt x="393668" y="12764"/>
                    <a:pt x="396812" y="6477"/>
                    <a:pt x="400050" y="0"/>
                  </a:cubicBezTo>
                  <a:close/>
                </a:path>
              </a:pathLst>
            </a:custGeom>
            <a:solidFill>
              <a:srgbClr val="1B2831"/>
            </a:solidFill>
            <a:ln>
              <a:noFill/>
            </a:ln>
          </p:spPr>
        </p:sp>
        <p:sp>
          <p:nvSpPr>
            <p:cNvPr id="196" name="freeform-196"/>
            <p:cNvSpPr/>
            <p:nvPr/>
          </p:nvSpPr>
          <p:spPr>
            <a:xfrm>
              <a:off x="11858625" y="5200650"/>
              <a:ext cx="114300" cy="314325"/>
            </a:xfrm>
            <a:custGeom>
              <a:avLst/>
              <a:gdLst/>
              <a:ahLst/>
              <a:cxnLst/>
              <a:rect l="0" t="0" r="0" b="0"/>
              <a:pathLst>
                <a:path w="114300" h="314325">
                  <a:moveTo>
                    <a:pt x="57150" y="0"/>
                  </a:moveTo>
                  <a:cubicBezTo>
                    <a:pt x="110471" y="50597"/>
                    <a:pt x="110471" y="50597"/>
                    <a:pt x="114300" y="95250"/>
                  </a:cubicBezTo>
                  <a:cubicBezTo>
                    <a:pt x="104870" y="98393"/>
                    <a:pt x="95440" y="101536"/>
                    <a:pt x="85725" y="104775"/>
                  </a:cubicBezTo>
                  <a:cubicBezTo>
                    <a:pt x="71485" y="133255"/>
                    <a:pt x="75095" y="159068"/>
                    <a:pt x="76200" y="190500"/>
                  </a:cubicBezTo>
                  <a:cubicBezTo>
                    <a:pt x="79343" y="199930"/>
                    <a:pt x="82487" y="209360"/>
                    <a:pt x="85725" y="219075"/>
                  </a:cubicBezTo>
                  <a:cubicBezTo>
                    <a:pt x="79438" y="222218"/>
                    <a:pt x="73152" y="225361"/>
                    <a:pt x="66675" y="228600"/>
                  </a:cubicBezTo>
                  <a:cubicBezTo>
                    <a:pt x="66675" y="253746"/>
                    <a:pt x="66675" y="278892"/>
                    <a:pt x="66675" y="304800"/>
                  </a:cubicBezTo>
                  <a:cubicBezTo>
                    <a:pt x="60388" y="306372"/>
                    <a:pt x="60388" y="306372"/>
                    <a:pt x="28575" y="314325"/>
                  </a:cubicBezTo>
                  <a:cubicBezTo>
                    <a:pt x="28908" y="308467"/>
                    <a:pt x="29242" y="302609"/>
                    <a:pt x="29575" y="296580"/>
                  </a:cubicBezTo>
                  <a:cubicBezTo>
                    <a:pt x="29842" y="288874"/>
                    <a:pt x="30099" y="281178"/>
                    <a:pt x="30366" y="273253"/>
                  </a:cubicBezTo>
                  <a:cubicBezTo>
                    <a:pt x="30690" y="265624"/>
                    <a:pt x="31023" y="257994"/>
                    <a:pt x="31366" y="250146"/>
                  </a:cubicBezTo>
                  <a:cubicBezTo>
                    <a:pt x="27984" y="224038"/>
                    <a:pt x="20060" y="216294"/>
                    <a:pt x="0" y="200025"/>
                  </a:cubicBezTo>
                  <a:cubicBezTo>
                    <a:pt x="6287" y="196882"/>
                    <a:pt x="12573" y="193739"/>
                    <a:pt x="19050" y="190500"/>
                  </a:cubicBezTo>
                  <a:cubicBezTo>
                    <a:pt x="38843" y="151581"/>
                    <a:pt x="43815" y="111300"/>
                    <a:pt x="48816" y="68466"/>
                  </a:cubicBezTo>
                  <a:cubicBezTo>
                    <a:pt x="49635" y="61865"/>
                    <a:pt x="50463" y="55264"/>
                    <a:pt x="51311" y="48463"/>
                  </a:cubicBezTo>
                  <a:cubicBezTo>
                    <a:pt x="53311" y="32318"/>
                    <a:pt x="55235" y="16154"/>
                    <a:pt x="57150" y="0"/>
                  </a:cubicBezTo>
                  <a:close/>
                </a:path>
              </a:pathLst>
            </a:custGeom>
            <a:solidFill>
              <a:srgbClr val="468901"/>
            </a:solidFill>
            <a:ln>
              <a:noFill/>
            </a:ln>
          </p:spPr>
        </p:sp>
        <p:sp>
          <p:nvSpPr>
            <p:cNvPr id="197" name="freeform-197"/>
            <p:cNvSpPr/>
            <p:nvPr/>
          </p:nvSpPr>
          <p:spPr>
            <a:xfrm>
              <a:off x="11506200" y="5581650"/>
              <a:ext cx="552450" cy="264652"/>
            </a:xfrm>
            <a:custGeom>
              <a:avLst/>
              <a:gdLst/>
              <a:ahLst/>
              <a:cxnLst/>
              <a:rect l="0" t="0" r="0" b="0"/>
              <a:pathLst>
                <a:path w="552450" h="264652">
                  <a:moveTo>
                    <a:pt x="533400" y="0"/>
                  </a:moveTo>
                  <a:cubicBezTo>
                    <a:pt x="539687" y="0"/>
                    <a:pt x="545973" y="0"/>
                    <a:pt x="552450" y="0"/>
                  </a:cubicBezTo>
                  <a:cubicBezTo>
                    <a:pt x="524970" y="94202"/>
                    <a:pt x="462553" y="157058"/>
                    <a:pt x="378838" y="205683"/>
                  </a:cubicBezTo>
                  <a:cubicBezTo>
                    <a:pt x="284959" y="253279"/>
                    <a:pt x="182690" y="264652"/>
                    <a:pt x="79734" y="239058"/>
                  </a:cubicBezTo>
                  <a:cubicBezTo>
                    <a:pt x="52692" y="230086"/>
                    <a:pt x="26289" y="220513"/>
                    <a:pt x="0" y="209550"/>
                  </a:cubicBezTo>
                  <a:cubicBezTo>
                    <a:pt x="0" y="203264"/>
                    <a:pt x="0" y="196977"/>
                    <a:pt x="0" y="190500"/>
                  </a:cubicBezTo>
                  <a:cubicBezTo>
                    <a:pt x="25508" y="195005"/>
                    <a:pt x="48530" y="200368"/>
                    <a:pt x="72781" y="209664"/>
                  </a:cubicBezTo>
                  <a:cubicBezTo>
                    <a:pt x="166526" y="237239"/>
                    <a:pt x="278349" y="229838"/>
                    <a:pt x="365636" y="186738"/>
                  </a:cubicBezTo>
                  <a:cubicBezTo>
                    <a:pt x="437283" y="142723"/>
                    <a:pt x="482822" y="92373"/>
                    <a:pt x="522056" y="18155"/>
                  </a:cubicBezTo>
                  <a:cubicBezTo>
                    <a:pt x="525799" y="12163"/>
                    <a:pt x="529542" y="6172"/>
                    <a:pt x="533400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</p:sp>
        <p:sp>
          <p:nvSpPr>
            <p:cNvPr id="198" name="freeform-198"/>
            <p:cNvSpPr/>
            <p:nvPr/>
          </p:nvSpPr>
          <p:spPr>
            <a:xfrm>
              <a:off x="11782425" y="5429250"/>
              <a:ext cx="193777" cy="257175"/>
            </a:xfrm>
            <a:custGeom>
              <a:avLst/>
              <a:gdLst/>
              <a:ahLst/>
              <a:cxnLst/>
              <a:rect l="0" t="0" r="0" b="0"/>
              <a:pathLst>
                <a:path w="193777" h="257175">
                  <a:moveTo>
                    <a:pt x="85725" y="0"/>
                  </a:moveTo>
                  <a:cubicBezTo>
                    <a:pt x="95631" y="32194"/>
                    <a:pt x="96012" y="61703"/>
                    <a:pt x="95250" y="95250"/>
                  </a:cubicBezTo>
                  <a:cubicBezTo>
                    <a:pt x="114110" y="95250"/>
                    <a:pt x="132969" y="95250"/>
                    <a:pt x="152400" y="95250"/>
                  </a:cubicBezTo>
                  <a:cubicBezTo>
                    <a:pt x="152400" y="66961"/>
                    <a:pt x="152400" y="38671"/>
                    <a:pt x="152400" y="9525"/>
                  </a:cubicBezTo>
                  <a:cubicBezTo>
                    <a:pt x="164973" y="6382"/>
                    <a:pt x="177546" y="3239"/>
                    <a:pt x="190500" y="0"/>
                  </a:cubicBezTo>
                  <a:cubicBezTo>
                    <a:pt x="193777" y="53521"/>
                    <a:pt x="189948" y="88154"/>
                    <a:pt x="161925" y="133350"/>
                  </a:cubicBezTo>
                  <a:cubicBezTo>
                    <a:pt x="151705" y="134531"/>
                    <a:pt x="141494" y="135712"/>
                    <a:pt x="130969" y="136922"/>
                  </a:cubicBezTo>
                  <a:cubicBezTo>
                    <a:pt x="88687" y="143970"/>
                    <a:pt x="84172" y="151676"/>
                    <a:pt x="58941" y="184547"/>
                  </a:cubicBezTo>
                  <a:cubicBezTo>
                    <a:pt x="48597" y="199072"/>
                    <a:pt x="38452" y="213751"/>
                    <a:pt x="28575" y="228600"/>
                  </a:cubicBezTo>
                  <a:cubicBezTo>
                    <a:pt x="22288" y="238030"/>
                    <a:pt x="16002" y="247460"/>
                    <a:pt x="9525" y="257175"/>
                  </a:cubicBezTo>
                  <a:cubicBezTo>
                    <a:pt x="0" y="238125"/>
                    <a:pt x="0" y="238125"/>
                    <a:pt x="5953" y="205378"/>
                  </a:cubicBezTo>
                  <a:cubicBezTo>
                    <a:pt x="19050" y="171450"/>
                    <a:pt x="19050" y="171450"/>
                    <a:pt x="43567" y="158953"/>
                  </a:cubicBezTo>
                  <a:cubicBezTo>
                    <a:pt x="51197" y="153648"/>
                    <a:pt x="58817" y="148342"/>
                    <a:pt x="66675" y="142875"/>
                  </a:cubicBezTo>
                  <a:cubicBezTo>
                    <a:pt x="70656" y="113671"/>
                    <a:pt x="70656" y="113671"/>
                    <a:pt x="68466" y="80372"/>
                  </a:cubicBezTo>
                  <a:cubicBezTo>
                    <a:pt x="67256" y="59950"/>
                    <a:pt x="66542" y="39500"/>
                    <a:pt x="66675" y="19050"/>
                  </a:cubicBezTo>
                  <a:cubicBezTo>
                    <a:pt x="72962" y="12764"/>
                    <a:pt x="79248" y="6477"/>
                    <a:pt x="85725" y="0"/>
                  </a:cubicBezTo>
                  <a:close/>
                </a:path>
              </a:pathLst>
            </a:custGeom>
            <a:solidFill>
              <a:srgbClr val="037ED3"/>
            </a:solidFill>
            <a:ln>
              <a:noFill/>
            </a:ln>
          </p:spPr>
        </p:sp>
        <p:sp>
          <p:nvSpPr>
            <p:cNvPr id="199" name="freeform-199"/>
            <p:cNvSpPr/>
            <p:nvPr/>
          </p:nvSpPr>
          <p:spPr>
            <a:xfrm>
              <a:off x="11582400" y="5353050"/>
              <a:ext cx="200025" cy="333375"/>
            </a:xfrm>
            <a:custGeom>
              <a:avLst/>
              <a:gdLst/>
              <a:ahLst/>
              <a:cxnLst/>
              <a:rect l="0" t="0" r="0" b="0"/>
              <a:pathLst>
                <a:path w="200025" h="333375">
                  <a:moveTo>
                    <a:pt x="66675" y="0"/>
                  </a:moveTo>
                  <a:cubicBezTo>
                    <a:pt x="66675" y="12573"/>
                    <a:pt x="66675" y="25146"/>
                    <a:pt x="66675" y="38100"/>
                  </a:cubicBezTo>
                  <a:cubicBezTo>
                    <a:pt x="72962" y="38100"/>
                    <a:pt x="79248" y="38100"/>
                    <a:pt x="85725" y="38100"/>
                  </a:cubicBezTo>
                  <a:cubicBezTo>
                    <a:pt x="95098" y="76771"/>
                    <a:pt x="95250" y="112738"/>
                    <a:pt x="95250" y="152400"/>
                  </a:cubicBezTo>
                  <a:cubicBezTo>
                    <a:pt x="98393" y="158686"/>
                    <a:pt x="101537" y="164973"/>
                    <a:pt x="104775" y="171450"/>
                  </a:cubicBezTo>
                  <a:cubicBezTo>
                    <a:pt x="105156" y="193672"/>
                    <a:pt x="105185" y="215903"/>
                    <a:pt x="104775" y="238125"/>
                  </a:cubicBezTo>
                  <a:cubicBezTo>
                    <a:pt x="123635" y="234982"/>
                    <a:pt x="142494" y="231839"/>
                    <a:pt x="161925" y="228600"/>
                  </a:cubicBezTo>
                  <a:cubicBezTo>
                    <a:pt x="180975" y="282178"/>
                    <a:pt x="180975" y="282178"/>
                    <a:pt x="180975" y="314325"/>
                  </a:cubicBezTo>
                  <a:cubicBezTo>
                    <a:pt x="187262" y="314325"/>
                    <a:pt x="193548" y="314325"/>
                    <a:pt x="200025" y="314325"/>
                  </a:cubicBezTo>
                  <a:cubicBezTo>
                    <a:pt x="200025" y="320611"/>
                    <a:pt x="200025" y="326898"/>
                    <a:pt x="200025" y="333375"/>
                  </a:cubicBezTo>
                  <a:cubicBezTo>
                    <a:pt x="195310" y="331803"/>
                    <a:pt x="195310" y="331803"/>
                    <a:pt x="171450" y="323850"/>
                  </a:cubicBezTo>
                  <a:cubicBezTo>
                    <a:pt x="160134" y="289912"/>
                    <a:pt x="160134" y="289912"/>
                    <a:pt x="152400" y="257175"/>
                  </a:cubicBezTo>
                  <a:cubicBezTo>
                    <a:pt x="143170" y="257375"/>
                    <a:pt x="133931" y="257566"/>
                    <a:pt x="124416" y="257766"/>
                  </a:cubicBezTo>
                  <a:cubicBezTo>
                    <a:pt x="95250" y="257175"/>
                    <a:pt x="95250" y="257175"/>
                    <a:pt x="85725" y="247650"/>
                  </a:cubicBezTo>
                  <a:cubicBezTo>
                    <a:pt x="82667" y="225571"/>
                    <a:pt x="80848" y="203473"/>
                    <a:pt x="78877" y="181270"/>
                  </a:cubicBezTo>
                  <a:cubicBezTo>
                    <a:pt x="76200" y="161925"/>
                    <a:pt x="76200" y="161925"/>
                    <a:pt x="66675" y="152400"/>
                  </a:cubicBezTo>
                  <a:cubicBezTo>
                    <a:pt x="66284" y="130178"/>
                    <a:pt x="66275" y="107947"/>
                    <a:pt x="66675" y="85725"/>
                  </a:cubicBezTo>
                  <a:cubicBezTo>
                    <a:pt x="62055" y="84544"/>
                    <a:pt x="62055" y="84544"/>
                    <a:pt x="38691" y="78581"/>
                  </a:cubicBezTo>
                  <a:cubicBezTo>
                    <a:pt x="29070" y="74647"/>
                    <a:pt x="19441" y="70723"/>
                    <a:pt x="9525" y="66675"/>
                  </a:cubicBezTo>
                  <a:cubicBezTo>
                    <a:pt x="1191" y="46434"/>
                    <a:pt x="1191" y="46434"/>
                    <a:pt x="0" y="28575"/>
                  </a:cubicBezTo>
                  <a:cubicBezTo>
                    <a:pt x="45244" y="0"/>
                    <a:pt x="45244" y="0"/>
                    <a:pt x="66675" y="0"/>
                  </a:cubicBezTo>
                  <a:close/>
                </a:path>
              </a:pathLst>
            </a:custGeom>
            <a:solidFill>
              <a:srgbClr val="0C2B22"/>
            </a:solidFill>
            <a:ln>
              <a:noFill/>
            </a:ln>
          </p:spPr>
        </p:sp>
        <p:sp>
          <p:nvSpPr>
            <p:cNvPr id="200" name="freeform-200"/>
            <p:cNvSpPr/>
            <p:nvPr/>
          </p:nvSpPr>
          <p:spPr>
            <a:xfrm>
              <a:off x="11715750" y="5591175"/>
              <a:ext cx="314325" cy="219075"/>
            </a:xfrm>
            <a:custGeom>
              <a:avLst/>
              <a:gdLst/>
              <a:ahLst/>
              <a:cxnLst/>
              <a:rect l="0" t="0" r="0" b="0"/>
              <a:pathLst>
                <a:path w="314325" h="219075">
                  <a:moveTo>
                    <a:pt x="285750" y="0"/>
                  </a:moveTo>
                  <a:cubicBezTo>
                    <a:pt x="295180" y="3143"/>
                    <a:pt x="304610" y="6286"/>
                    <a:pt x="314325" y="9525"/>
                  </a:cubicBezTo>
                  <a:cubicBezTo>
                    <a:pt x="286226" y="90773"/>
                    <a:pt x="225457" y="147780"/>
                    <a:pt x="150019" y="186328"/>
                  </a:cubicBezTo>
                  <a:cubicBezTo>
                    <a:pt x="115957" y="202235"/>
                    <a:pt x="84734" y="213046"/>
                    <a:pt x="47625" y="219075"/>
                  </a:cubicBezTo>
                  <a:cubicBezTo>
                    <a:pt x="47625" y="212789"/>
                    <a:pt x="47625" y="206502"/>
                    <a:pt x="47625" y="200025"/>
                  </a:cubicBezTo>
                  <a:cubicBezTo>
                    <a:pt x="31909" y="200025"/>
                    <a:pt x="16193" y="200025"/>
                    <a:pt x="0" y="200025"/>
                  </a:cubicBezTo>
                  <a:cubicBezTo>
                    <a:pt x="0" y="196882"/>
                    <a:pt x="0" y="193739"/>
                    <a:pt x="0" y="190500"/>
                  </a:cubicBezTo>
                  <a:cubicBezTo>
                    <a:pt x="5772" y="189681"/>
                    <a:pt x="11544" y="188852"/>
                    <a:pt x="17488" y="188004"/>
                  </a:cubicBezTo>
                  <a:cubicBezTo>
                    <a:pt x="126530" y="169726"/>
                    <a:pt x="200949" y="128187"/>
                    <a:pt x="266700" y="38100"/>
                  </a:cubicBezTo>
                  <a:cubicBezTo>
                    <a:pt x="273396" y="25584"/>
                    <a:pt x="279883" y="12935"/>
                    <a:pt x="285750" y="0"/>
                  </a:cubicBez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</p:sp>
        <p:sp>
          <p:nvSpPr>
            <p:cNvPr id="201" name="freeform-201"/>
            <p:cNvSpPr/>
            <p:nvPr/>
          </p:nvSpPr>
          <p:spPr>
            <a:xfrm>
              <a:off x="11801470" y="5562600"/>
              <a:ext cx="142875" cy="123825"/>
            </a:xfrm>
            <a:custGeom>
              <a:avLst/>
              <a:gdLst/>
              <a:ahLst/>
              <a:cxnLst/>
              <a:rect l="0" t="0" r="0" b="0"/>
              <a:pathLst>
                <a:path w="142875" h="123825">
                  <a:moveTo>
                    <a:pt x="113709" y="0"/>
                  </a:moveTo>
                  <a:cubicBezTo>
                    <a:pt x="123339" y="3143"/>
                    <a:pt x="132959" y="6286"/>
                    <a:pt x="142875" y="9525"/>
                  </a:cubicBezTo>
                  <a:cubicBezTo>
                    <a:pt x="142875" y="22098"/>
                    <a:pt x="142875" y="34671"/>
                    <a:pt x="142875" y="47625"/>
                  </a:cubicBezTo>
                  <a:cubicBezTo>
                    <a:pt x="136598" y="47625"/>
                    <a:pt x="130312" y="47625"/>
                    <a:pt x="123825" y="47625"/>
                  </a:cubicBezTo>
                  <a:cubicBezTo>
                    <a:pt x="123825" y="60198"/>
                    <a:pt x="123825" y="72771"/>
                    <a:pt x="123825" y="85725"/>
                  </a:cubicBezTo>
                  <a:cubicBezTo>
                    <a:pt x="108118" y="82582"/>
                    <a:pt x="92402" y="79439"/>
                    <a:pt x="76200" y="76200"/>
                  </a:cubicBezTo>
                  <a:cubicBezTo>
                    <a:pt x="73066" y="85630"/>
                    <a:pt x="69923" y="95060"/>
                    <a:pt x="66675" y="104775"/>
                  </a:cubicBezTo>
                  <a:cubicBezTo>
                    <a:pt x="41891" y="120472"/>
                    <a:pt x="29889" y="123825"/>
                    <a:pt x="0" y="123825"/>
                  </a:cubicBezTo>
                  <a:cubicBezTo>
                    <a:pt x="8801" y="59569"/>
                    <a:pt x="45072" y="0"/>
                    <a:pt x="113709" y="0"/>
                  </a:cubicBezTo>
                  <a:close/>
                </a:path>
              </a:pathLst>
            </a:custGeom>
            <a:solidFill>
              <a:srgbClr val="071C17"/>
            </a:solidFill>
            <a:ln>
              <a:noFill/>
            </a:ln>
          </p:spPr>
        </p:sp>
        <p:sp>
          <p:nvSpPr>
            <p:cNvPr id="202" name="freeform-202"/>
            <p:cNvSpPr/>
            <p:nvPr/>
          </p:nvSpPr>
          <p:spPr>
            <a:xfrm>
              <a:off x="11534775" y="5082969"/>
              <a:ext cx="276225" cy="127206"/>
            </a:xfrm>
            <a:custGeom>
              <a:avLst/>
              <a:gdLst/>
              <a:ahLst/>
              <a:cxnLst/>
              <a:rect l="0" t="0" r="0" b="0"/>
              <a:pathLst>
                <a:path w="276225" h="127206">
                  <a:moveTo>
                    <a:pt x="276225" y="31956"/>
                  </a:moveTo>
                  <a:cubicBezTo>
                    <a:pt x="273082" y="38243"/>
                    <a:pt x="269938" y="44529"/>
                    <a:pt x="266700" y="51006"/>
                  </a:cubicBezTo>
                  <a:cubicBezTo>
                    <a:pt x="260413" y="49435"/>
                    <a:pt x="254127" y="47863"/>
                    <a:pt x="247650" y="46244"/>
                  </a:cubicBezTo>
                  <a:cubicBezTo>
                    <a:pt x="211198" y="40167"/>
                    <a:pt x="179899" y="39091"/>
                    <a:pt x="142875" y="41481"/>
                  </a:cubicBezTo>
                  <a:cubicBezTo>
                    <a:pt x="127997" y="54578"/>
                    <a:pt x="127997" y="54578"/>
                    <a:pt x="114300" y="70056"/>
                  </a:cubicBezTo>
                  <a:cubicBezTo>
                    <a:pt x="108995" y="71533"/>
                    <a:pt x="108995" y="71533"/>
                    <a:pt x="82153" y="78991"/>
                  </a:cubicBezTo>
                  <a:cubicBezTo>
                    <a:pt x="46406" y="89468"/>
                    <a:pt x="27270" y="102413"/>
                    <a:pt x="0" y="127206"/>
                  </a:cubicBezTo>
                  <a:cubicBezTo>
                    <a:pt x="16669" y="62913"/>
                    <a:pt x="16669" y="62913"/>
                    <a:pt x="38100" y="41481"/>
                  </a:cubicBezTo>
                  <a:cubicBezTo>
                    <a:pt x="113738" y="0"/>
                    <a:pt x="196339" y="3553"/>
                    <a:pt x="276225" y="31956"/>
                  </a:cubicBezTo>
                  <a:close/>
                </a:path>
              </a:pathLst>
            </a:custGeom>
            <a:solidFill>
              <a:srgbClr val="2D3939"/>
            </a:solidFill>
            <a:ln>
              <a:noFill/>
            </a:ln>
          </p:spPr>
        </p:sp>
        <p:sp>
          <p:nvSpPr>
            <p:cNvPr id="203" name="freeform-203"/>
            <p:cNvSpPr/>
            <p:nvPr/>
          </p:nvSpPr>
          <p:spPr>
            <a:xfrm>
              <a:off x="11341160" y="5372100"/>
              <a:ext cx="79315" cy="200025"/>
            </a:xfrm>
            <a:custGeom>
              <a:avLst/>
              <a:gdLst/>
              <a:ahLst/>
              <a:cxnLst/>
              <a:rect l="0" t="0" r="0" b="0"/>
              <a:pathLst>
                <a:path w="79315" h="200025">
                  <a:moveTo>
                    <a:pt x="22165" y="0"/>
                  </a:moveTo>
                  <a:cubicBezTo>
                    <a:pt x="40805" y="5991"/>
                    <a:pt x="40805" y="5991"/>
                    <a:pt x="60265" y="19050"/>
                  </a:cubicBezTo>
                  <a:cubicBezTo>
                    <a:pt x="65732" y="44910"/>
                    <a:pt x="65732" y="44910"/>
                    <a:pt x="66818" y="75609"/>
                  </a:cubicBezTo>
                  <a:cubicBezTo>
                    <a:pt x="68161" y="107385"/>
                    <a:pt x="69228" y="131655"/>
                    <a:pt x="79315" y="161925"/>
                  </a:cubicBezTo>
                  <a:cubicBezTo>
                    <a:pt x="73028" y="161925"/>
                    <a:pt x="66742" y="161925"/>
                    <a:pt x="60265" y="161925"/>
                  </a:cubicBezTo>
                  <a:cubicBezTo>
                    <a:pt x="60265" y="174498"/>
                    <a:pt x="60265" y="187071"/>
                    <a:pt x="60265" y="200025"/>
                  </a:cubicBezTo>
                  <a:cubicBezTo>
                    <a:pt x="50835" y="200025"/>
                    <a:pt x="41405" y="200025"/>
                    <a:pt x="31690" y="200025"/>
                  </a:cubicBezTo>
                  <a:cubicBezTo>
                    <a:pt x="12221" y="134312"/>
                    <a:pt x="0" y="66485"/>
                    <a:pt x="22165" y="0"/>
                  </a:cubicBezTo>
                  <a:close/>
                </a:path>
              </a:pathLst>
            </a:custGeom>
            <a:solidFill>
              <a:srgbClr val="16250B"/>
            </a:solidFill>
            <a:ln>
              <a:noFill/>
            </a:ln>
          </p:spPr>
        </p:sp>
        <p:sp>
          <p:nvSpPr>
            <p:cNvPr id="204" name="freeform-204"/>
            <p:cNvSpPr/>
            <p:nvPr/>
          </p:nvSpPr>
          <p:spPr>
            <a:xfrm>
              <a:off x="11753850" y="5610225"/>
              <a:ext cx="190500" cy="154219"/>
            </a:xfrm>
            <a:custGeom>
              <a:avLst/>
              <a:gdLst/>
              <a:ahLst/>
              <a:cxnLst/>
              <a:rect l="0" t="0" r="0" b="0"/>
              <a:pathLst>
                <a:path w="190500" h="154219">
                  <a:moveTo>
                    <a:pt x="171450" y="0"/>
                  </a:moveTo>
                  <a:cubicBezTo>
                    <a:pt x="182166" y="16669"/>
                    <a:pt x="182166" y="16669"/>
                    <a:pt x="190500" y="38100"/>
                  </a:cubicBezTo>
                  <a:cubicBezTo>
                    <a:pt x="178603" y="72342"/>
                    <a:pt x="160363" y="86716"/>
                    <a:pt x="130378" y="105966"/>
                  </a:cubicBezTo>
                  <a:cubicBezTo>
                    <a:pt x="123139" y="110709"/>
                    <a:pt x="115910" y="115443"/>
                    <a:pt x="108461" y="120329"/>
                  </a:cubicBezTo>
                  <a:cubicBezTo>
                    <a:pt x="49301" y="154219"/>
                    <a:pt x="49301" y="154219"/>
                    <a:pt x="16078" y="148828"/>
                  </a:cubicBezTo>
                  <a:cubicBezTo>
                    <a:pt x="10773" y="146866"/>
                    <a:pt x="5467" y="144904"/>
                    <a:pt x="0" y="142875"/>
                  </a:cubicBezTo>
                  <a:cubicBezTo>
                    <a:pt x="6191" y="139084"/>
                    <a:pt x="12373" y="135284"/>
                    <a:pt x="18755" y="131378"/>
                  </a:cubicBezTo>
                  <a:cubicBezTo>
                    <a:pt x="26708" y="126330"/>
                    <a:pt x="34661" y="121282"/>
                    <a:pt x="42862" y="116091"/>
                  </a:cubicBezTo>
                  <a:cubicBezTo>
                    <a:pt x="50816" y="111109"/>
                    <a:pt x="58779" y="106137"/>
                    <a:pt x="66970" y="101013"/>
                  </a:cubicBezTo>
                  <a:cubicBezTo>
                    <a:pt x="73162" y="95974"/>
                    <a:pt x="79353" y="90926"/>
                    <a:pt x="85725" y="85725"/>
                  </a:cubicBezTo>
                  <a:cubicBezTo>
                    <a:pt x="85725" y="76295"/>
                    <a:pt x="85725" y="66865"/>
                    <a:pt x="85725" y="57150"/>
                  </a:cubicBezTo>
                  <a:cubicBezTo>
                    <a:pt x="95155" y="54007"/>
                    <a:pt x="104585" y="50864"/>
                    <a:pt x="114300" y="47625"/>
                  </a:cubicBezTo>
                  <a:cubicBezTo>
                    <a:pt x="117443" y="41339"/>
                    <a:pt x="120587" y="35052"/>
                    <a:pt x="123825" y="28575"/>
                  </a:cubicBezTo>
                  <a:cubicBezTo>
                    <a:pt x="139541" y="31718"/>
                    <a:pt x="155257" y="34861"/>
                    <a:pt x="171450" y="38100"/>
                  </a:cubicBezTo>
                  <a:cubicBezTo>
                    <a:pt x="171450" y="25527"/>
                    <a:pt x="171450" y="12954"/>
                    <a:pt x="171450" y="0"/>
                  </a:cubicBezTo>
                  <a:close/>
                </a:path>
              </a:pathLst>
            </a:custGeom>
            <a:solidFill>
              <a:srgbClr val="0276C5"/>
            </a:solidFill>
            <a:ln>
              <a:noFill/>
            </a:ln>
          </p:spPr>
        </p:sp>
        <p:sp>
          <p:nvSpPr>
            <p:cNvPr id="205" name="freeform-205"/>
            <p:cNvSpPr/>
            <p:nvPr/>
          </p:nvSpPr>
          <p:spPr>
            <a:xfrm>
              <a:off x="11449050" y="5162550"/>
              <a:ext cx="190500" cy="152400"/>
            </a:xfrm>
            <a:custGeom>
              <a:avLst/>
              <a:gdLst/>
              <a:ahLst/>
              <a:cxnLst/>
              <a:rect l="0" t="0" r="0" b="0"/>
              <a:pathLst>
                <a:path w="190500" h="152400">
                  <a:moveTo>
                    <a:pt x="85725" y="0"/>
                  </a:moveTo>
                  <a:cubicBezTo>
                    <a:pt x="82582" y="18860"/>
                    <a:pt x="79438" y="37719"/>
                    <a:pt x="76200" y="57150"/>
                  </a:cubicBezTo>
                  <a:cubicBezTo>
                    <a:pt x="101003" y="46520"/>
                    <a:pt x="114881" y="37462"/>
                    <a:pt x="133350" y="17259"/>
                  </a:cubicBezTo>
                  <a:cubicBezTo>
                    <a:pt x="139637" y="11563"/>
                    <a:pt x="145923" y="5867"/>
                    <a:pt x="152400" y="0"/>
                  </a:cubicBezTo>
                  <a:cubicBezTo>
                    <a:pt x="173831" y="2381"/>
                    <a:pt x="173831" y="2381"/>
                    <a:pt x="190500" y="9525"/>
                  </a:cubicBezTo>
                  <a:cubicBezTo>
                    <a:pt x="184013" y="12868"/>
                    <a:pt x="177536" y="16202"/>
                    <a:pt x="170859" y="19641"/>
                  </a:cubicBezTo>
                  <a:cubicBezTo>
                    <a:pt x="126825" y="48682"/>
                    <a:pt x="83687" y="81334"/>
                    <a:pt x="67266" y="132759"/>
                  </a:cubicBezTo>
                  <a:cubicBezTo>
                    <a:pt x="67075" y="139236"/>
                    <a:pt x="66875" y="145723"/>
                    <a:pt x="66675" y="152400"/>
                  </a:cubicBezTo>
                  <a:cubicBezTo>
                    <a:pt x="64513" y="146895"/>
                    <a:pt x="62351" y="141399"/>
                    <a:pt x="60122" y="135731"/>
                  </a:cubicBezTo>
                  <a:cubicBezTo>
                    <a:pt x="44482" y="108909"/>
                    <a:pt x="24813" y="94478"/>
                    <a:pt x="0" y="76200"/>
                  </a:cubicBezTo>
                  <a:cubicBezTo>
                    <a:pt x="14535" y="39195"/>
                    <a:pt x="42882" y="0"/>
                    <a:pt x="85725" y="0"/>
                  </a:cubicBezTo>
                  <a:close/>
                </a:path>
              </a:pathLst>
            </a:custGeom>
            <a:solidFill>
              <a:srgbClr val="0272BF"/>
            </a:solidFill>
            <a:ln>
              <a:noFill/>
            </a:ln>
          </p:spPr>
        </p:sp>
        <p:sp>
          <p:nvSpPr>
            <p:cNvPr id="206" name="freeform-206"/>
            <p:cNvSpPr/>
            <p:nvPr/>
          </p:nvSpPr>
          <p:spPr>
            <a:xfrm>
              <a:off x="11468100" y="5662451"/>
              <a:ext cx="180975" cy="100174"/>
            </a:xfrm>
            <a:custGeom>
              <a:avLst/>
              <a:gdLst/>
              <a:ahLst/>
              <a:cxnLst/>
              <a:rect l="0" t="0" r="0" b="0"/>
              <a:pathLst>
                <a:path w="180975" h="100174">
                  <a:moveTo>
                    <a:pt x="0" y="4924"/>
                  </a:moveTo>
                  <a:cubicBezTo>
                    <a:pt x="51664" y="0"/>
                    <a:pt x="72276" y="14726"/>
                    <a:pt x="114300" y="43024"/>
                  </a:cubicBezTo>
                  <a:cubicBezTo>
                    <a:pt x="151209" y="50168"/>
                    <a:pt x="151209" y="50168"/>
                    <a:pt x="180975" y="52549"/>
                  </a:cubicBezTo>
                  <a:cubicBezTo>
                    <a:pt x="177832" y="68266"/>
                    <a:pt x="174688" y="83982"/>
                    <a:pt x="171450" y="100174"/>
                  </a:cubicBezTo>
                  <a:cubicBezTo>
                    <a:pt x="103908" y="89449"/>
                    <a:pt x="52235" y="69418"/>
                    <a:pt x="0" y="23974"/>
                  </a:cubicBezTo>
                  <a:cubicBezTo>
                    <a:pt x="0" y="17688"/>
                    <a:pt x="0" y="11401"/>
                    <a:pt x="0" y="4924"/>
                  </a:cubicBezTo>
                  <a:close/>
                </a:path>
              </a:pathLst>
            </a:custGeom>
            <a:solidFill>
              <a:srgbClr val="4B9202"/>
            </a:solidFill>
            <a:ln>
              <a:noFill/>
            </a:ln>
          </p:spPr>
        </p:sp>
        <p:sp>
          <p:nvSpPr>
            <p:cNvPr id="207" name="freeform-207"/>
            <p:cNvSpPr/>
            <p:nvPr/>
          </p:nvSpPr>
          <p:spPr>
            <a:xfrm>
              <a:off x="11310737" y="5162550"/>
              <a:ext cx="128788" cy="457200"/>
            </a:xfrm>
            <a:custGeom>
              <a:avLst/>
              <a:gdLst/>
              <a:ahLst/>
              <a:cxnLst/>
              <a:rect l="0" t="0" r="0" b="0"/>
              <a:pathLst>
                <a:path w="128788" h="457200">
                  <a:moveTo>
                    <a:pt x="109738" y="0"/>
                  </a:moveTo>
                  <a:cubicBezTo>
                    <a:pt x="116024" y="0"/>
                    <a:pt x="122311" y="0"/>
                    <a:pt x="128788" y="0"/>
                  </a:cubicBezTo>
                  <a:cubicBezTo>
                    <a:pt x="115462" y="28308"/>
                    <a:pt x="99803" y="53054"/>
                    <a:pt x="81753" y="78581"/>
                  </a:cubicBezTo>
                  <a:cubicBezTo>
                    <a:pt x="18269" y="174679"/>
                    <a:pt x="8487" y="272929"/>
                    <a:pt x="30490" y="385572"/>
                  </a:cubicBezTo>
                  <a:cubicBezTo>
                    <a:pt x="37071" y="409823"/>
                    <a:pt x="44167" y="433540"/>
                    <a:pt x="52588" y="457200"/>
                  </a:cubicBezTo>
                  <a:cubicBezTo>
                    <a:pt x="46301" y="457200"/>
                    <a:pt x="40015" y="457200"/>
                    <a:pt x="33538" y="457200"/>
                  </a:cubicBezTo>
                  <a:cubicBezTo>
                    <a:pt x="9382" y="396154"/>
                    <a:pt x="0" y="342338"/>
                    <a:pt x="791" y="276816"/>
                  </a:cubicBezTo>
                  <a:cubicBezTo>
                    <a:pt x="867" y="268453"/>
                    <a:pt x="943" y="260080"/>
                    <a:pt x="1010" y="251450"/>
                  </a:cubicBezTo>
                  <a:cubicBezTo>
                    <a:pt x="3581" y="150552"/>
                    <a:pt x="37729" y="72009"/>
                    <a:pt x="109738" y="0"/>
                  </a:cubicBez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</p:spPr>
        </p:sp>
        <p:sp>
          <p:nvSpPr>
            <p:cNvPr id="208" name="freeform-208"/>
            <p:cNvSpPr/>
            <p:nvPr/>
          </p:nvSpPr>
          <p:spPr>
            <a:xfrm>
              <a:off x="11630025" y="5334000"/>
              <a:ext cx="161925" cy="85725"/>
            </a:xfrm>
            <a:custGeom>
              <a:avLst/>
              <a:gdLst/>
              <a:ahLst/>
              <a:cxnLst/>
              <a:rect l="0" t="0" r="0" b="0"/>
              <a:pathLst>
                <a:path w="161925" h="85725">
                  <a:moveTo>
                    <a:pt x="0" y="0"/>
                  </a:moveTo>
                  <a:cubicBezTo>
                    <a:pt x="15716" y="0"/>
                    <a:pt x="31432" y="0"/>
                    <a:pt x="47625" y="0"/>
                  </a:cubicBezTo>
                  <a:cubicBezTo>
                    <a:pt x="47625" y="6286"/>
                    <a:pt x="47625" y="12573"/>
                    <a:pt x="47625" y="19050"/>
                  </a:cubicBezTo>
                  <a:cubicBezTo>
                    <a:pt x="56264" y="17478"/>
                    <a:pt x="64913" y="15907"/>
                    <a:pt x="73819" y="14288"/>
                  </a:cubicBezTo>
                  <a:cubicBezTo>
                    <a:pt x="103603" y="9706"/>
                    <a:pt x="131864" y="9525"/>
                    <a:pt x="161925" y="9525"/>
                  </a:cubicBezTo>
                  <a:cubicBezTo>
                    <a:pt x="158782" y="18955"/>
                    <a:pt x="155638" y="28385"/>
                    <a:pt x="152400" y="38100"/>
                  </a:cubicBezTo>
                  <a:cubicBezTo>
                    <a:pt x="120968" y="38100"/>
                    <a:pt x="89535" y="38100"/>
                    <a:pt x="57150" y="38100"/>
                  </a:cubicBezTo>
                  <a:cubicBezTo>
                    <a:pt x="57150" y="47530"/>
                    <a:pt x="57150" y="56960"/>
                    <a:pt x="57150" y="66675"/>
                  </a:cubicBezTo>
                  <a:cubicBezTo>
                    <a:pt x="85439" y="66675"/>
                    <a:pt x="113729" y="66675"/>
                    <a:pt x="142875" y="66675"/>
                  </a:cubicBezTo>
                  <a:cubicBezTo>
                    <a:pt x="139732" y="72961"/>
                    <a:pt x="136588" y="79248"/>
                    <a:pt x="133350" y="85725"/>
                  </a:cubicBezTo>
                  <a:cubicBezTo>
                    <a:pt x="101918" y="85725"/>
                    <a:pt x="70485" y="85725"/>
                    <a:pt x="38100" y="85725"/>
                  </a:cubicBezTo>
                  <a:cubicBezTo>
                    <a:pt x="38100" y="76295"/>
                    <a:pt x="38100" y="66865"/>
                    <a:pt x="38100" y="57150"/>
                  </a:cubicBezTo>
                  <a:cubicBezTo>
                    <a:pt x="31813" y="57150"/>
                    <a:pt x="25527" y="57150"/>
                    <a:pt x="19050" y="57150"/>
                  </a:cubicBezTo>
                  <a:cubicBezTo>
                    <a:pt x="19050" y="44577"/>
                    <a:pt x="19050" y="32004"/>
                    <a:pt x="19050" y="19050"/>
                  </a:cubicBezTo>
                  <a:cubicBezTo>
                    <a:pt x="12763" y="19050"/>
                    <a:pt x="6477" y="19050"/>
                    <a:pt x="0" y="19050"/>
                  </a:cubicBezTo>
                  <a:cubicBezTo>
                    <a:pt x="0" y="12764"/>
                    <a:pt x="0" y="6477"/>
                    <a:pt x="0" y="0"/>
                  </a:cubicBezTo>
                  <a:close/>
                </a:path>
              </a:pathLst>
            </a:custGeom>
            <a:solidFill>
              <a:srgbClr val="026DB7"/>
            </a:solidFill>
            <a:ln>
              <a:noFill/>
            </a:ln>
          </p:spPr>
        </p:sp>
        <p:sp>
          <p:nvSpPr>
            <p:cNvPr id="209" name="freeform-209"/>
            <p:cNvSpPr/>
            <p:nvPr/>
          </p:nvSpPr>
          <p:spPr>
            <a:xfrm>
              <a:off x="11763375" y="5410200"/>
              <a:ext cx="135426" cy="257175"/>
            </a:xfrm>
            <a:custGeom>
              <a:avLst/>
              <a:gdLst/>
              <a:ahLst/>
              <a:cxnLst/>
              <a:rect l="0" t="0" r="0" b="0"/>
              <a:pathLst>
                <a:path w="135426" h="257175">
                  <a:moveTo>
                    <a:pt x="85725" y="0"/>
                  </a:moveTo>
                  <a:cubicBezTo>
                    <a:pt x="98298" y="3143"/>
                    <a:pt x="110871" y="6286"/>
                    <a:pt x="123825" y="9525"/>
                  </a:cubicBezTo>
                  <a:cubicBezTo>
                    <a:pt x="131540" y="37290"/>
                    <a:pt x="135426" y="52016"/>
                    <a:pt x="124416" y="79172"/>
                  </a:cubicBezTo>
                  <a:cubicBezTo>
                    <a:pt x="121082" y="84477"/>
                    <a:pt x="117739" y="89783"/>
                    <a:pt x="114300" y="95250"/>
                  </a:cubicBezTo>
                  <a:cubicBezTo>
                    <a:pt x="111157" y="73247"/>
                    <a:pt x="108013" y="51244"/>
                    <a:pt x="104775" y="28575"/>
                  </a:cubicBezTo>
                  <a:cubicBezTo>
                    <a:pt x="101632" y="31718"/>
                    <a:pt x="98488" y="34861"/>
                    <a:pt x="95250" y="38100"/>
                  </a:cubicBezTo>
                  <a:cubicBezTo>
                    <a:pt x="96060" y="58150"/>
                    <a:pt x="97088" y="78191"/>
                    <a:pt x="98222" y="98222"/>
                  </a:cubicBezTo>
                  <a:cubicBezTo>
                    <a:pt x="98669" y="132378"/>
                    <a:pt x="98669" y="132378"/>
                    <a:pt x="95250" y="161925"/>
                  </a:cubicBezTo>
                  <a:cubicBezTo>
                    <a:pt x="67266" y="185147"/>
                    <a:pt x="67266" y="185147"/>
                    <a:pt x="38100" y="200025"/>
                  </a:cubicBezTo>
                  <a:cubicBezTo>
                    <a:pt x="29766" y="230981"/>
                    <a:pt x="29766" y="230981"/>
                    <a:pt x="28575" y="257175"/>
                  </a:cubicBezTo>
                  <a:cubicBezTo>
                    <a:pt x="19145" y="254032"/>
                    <a:pt x="9715" y="250889"/>
                    <a:pt x="0" y="247650"/>
                  </a:cubicBezTo>
                  <a:cubicBezTo>
                    <a:pt x="17669" y="197425"/>
                    <a:pt x="17669" y="197425"/>
                    <a:pt x="28575" y="180975"/>
                  </a:cubicBezTo>
                  <a:cubicBezTo>
                    <a:pt x="53464" y="169288"/>
                    <a:pt x="53464" y="169288"/>
                    <a:pt x="76200" y="161925"/>
                  </a:cubicBezTo>
                  <a:cubicBezTo>
                    <a:pt x="75295" y="153429"/>
                    <a:pt x="74381" y="144932"/>
                    <a:pt x="73447" y="136179"/>
                  </a:cubicBezTo>
                  <a:cubicBezTo>
                    <a:pt x="72390" y="125025"/>
                    <a:pt x="71333" y="113881"/>
                    <a:pt x="70247" y="102394"/>
                  </a:cubicBezTo>
                  <a:cubicBezTo>
                    <a:pt x="69142" y="91345"/>
                    <a:pt x="68037" y="80296"/>
                    <a:pt x="66894" y="68904"/>
                  </a:cubicBezTo>
                  <a:cubicBezTo>
                    <a:pt x="66675" y="38681"/>
                    <a:pt x="69561" y="24927"/>
                    <a:pt x="85725" y="0"/>
                  </a:cubicBezTo>
                  <a:close/>
                </a:path>
              </a:pathLst>
            </a:custGeom>
            <a:solidFill>
              <a:srgbClr val="0C2414"/>
            </a:solidFill>
            <a:ln>
              <a:noFill/>
            </a:ln>
          </p:spPr>
        </p:sp>
        <p:sp>
          <p:nvSpPr>
            <p:cNvPr id="210" name="freeform-210"/>
            <p:cNvSpPr/>
            <p:nvPr/>
          </p:nvSpPr>
          <p:spPr>
            <a:xfrm>
              <a:off x="11677650" y="5324475"/>
              <a:ext cx="125244" cy="104775"/>
            </a:xfrm>
            <a:custGeom>
              <a:avLst/>
              <a:gdLst/>
              <a:ahLst/>
              <a:cxnLst/>
              <a:rect l="0" t="0" r="0" b="0"/>
              <a:pathLst>
                <a:path w="125244" h="104775">
                  <a:moveTo>
                    <a:pt x="38100" y="0"/>
                  </a:moveTo>
                  <a:cubicBezTo>
                    <a:pt x="47530" y="0"/>
                    <a:pt x="56960" y="0"/>
                    <a:pt x="66675" y="0"/>
                  </a:cubicBezTo>
                  <a:cubicBezTo>
                    <a:pt x="66675" y="6286"/>
                    <a:pt x="66675" y="12573"/>
                    <a:pt x="66675" y="19050"/>
                  </a:cubicBezTo>
                  <a:cubicBezTo>
                    <a:pt x="82391" y="12764"/>
                    <a:pt x="98107" y="6477"/>
                    <a:pt x="114300" y="0"/>
                  </a:cubicBezTo>
                  <a:cubicBezTo>
                    <a:pt x="125244" y="33842"/>
                    <a:pt x="124654" y="45720"/>
                    <a:pt x="110128" y="79172"/>
                  </a:cubicBezTo>
                  <a:cubicBezTo>
                    <a:pt x="105223" y="87620"/>
                    <a:pt x="100308" y="96069"/>
                    <a:pt x="95250" y="104775"/>
                  </a:cubicBezTo>
                  <a:cubicBezTo>
                    <a:pt x="63818" y="104775"/>
                    <a:pt x="32385" y="104775"/>
                    <a:pt x="0" y="104775"/>
                  </a:cubicBezTo>
                  <a:cubicBezTo>
                    <a:pt x="0" y="101632"/>
                    <a:pt x="0" y="98489"/>
                    <a:pt x="0" y="95250"/>
                  </a:cubicBezTo>
                  <a:cubicBezTo>
                    <a:pt x="14145" y="93678"/>
                    <a:pt x="14145" y="93678"/>
                    <a:pt x="85725" y="85725"/>
                  </a:cubicBezTo>
                  <a:cubicBezTo>
                    <a:pt x="60579" y="82582"/>
                    <a:pt x="35433" y="79439"/>
                    <a:pt x="9525" y="76200"/>
                  </a:cubicBezTo>
                  <a:cubicBezTo>
                    <a:pt x="9525" y="66770"/>
                    <a:pt x="9525" y="57340"/>
                    <a:pt x="9525" y="47625"/>
                  </a:cubicBezTo>
                  <a:cubicBezTo>
                    <a:pt x="12906" y="47396"/>
                    <a:pt x="12906" y="47396"/>
                    <a:pt x="30023" y="46215"/>
                  </a:cubicBezTo>
                  <a:cubicBezTo>
                    <a:pt x="38776" y="45501"/>
                    <a:pt x="47539" y="44787"/>
                    <a:pt x="56559" y="44053"/>
                  </a:cubicBezTo>
                  <a:cubicBezTo>
                    <a:pt x="65284" y="43386"/>
                    <a:pt x="74019" y="42729"/>
                    <a:pt x="83010" y="42043"/>
                  </a:cubicBezTo>
                  <a:cubicBezTo>
                    <a:pt x="86601" y="41396"/>
                    <a:pt x="86601" y="41396"/>
                    <a:pt x="104775" y="38100"/>
                  </a:cubicBezTo>
                  <a:cubicBezTo>
                    <a:pt x="107918" y="31814"/>
                    <a:pt x="111062" y="25527"/>
                    <a:pt x="114300" y="19050"/>
                  </a:cubicBezTo>
                  <a:cubicBezTo>
                    <a:pt x="107423" y="22584"/>
                    <a:pt x="100546" y="26118"/>
                    <a:pt x="93459" y="29766"/>
                  </a:cubicBezTo>
                  <a:cubicBezTo>
                    <a:pt x="60865" y="39910"/>
                    <a:pt x="48749" y="34319"/>
                    <a:pt x="19050" y="19050"/>
                  </a:cubicBezTo>
                  <a:cubicBezTo>
                    <a:pt x="25337" y="12764"/>
                    <a:pt x="31623" y="6477"/>
                    <a:pt x="38100" y="0"/>
                  </a:cubicBezTo>
                  <a:close/>
                </a:path>
              </a:pathLst>
            </a:custGeom>
            <a:solidFill>
              <a:srgbClr val="0A190A"/>
            </a:solidFill>
            <a:ln>
              <a:noFill/>
            </a:ln>
          </p:spPr>
        </p:sp>
        <p:sp>
          <p:nvSpPr>
            <p:cNvPr id="211" name="freeform-211"/>
            <p:cNvSpPr/>
            <p:nvPr/>
          </p:nvSpPr>
          <p:spPr>
            <a:xfrm>
              <a:off x="11319681" y="5362575"/>
              <a:ext cx="62694" cy="238125"/>
            </a:xfrm>
            <a:custGeom>
              <a:avLst/>
              <a:gdLst/>
              <a:ahLst/>
              <a:cxnLst/>
              <a:rect l="0" t="0" r="0" b="0"/>
              <a:pathLst>
                <a:path w="62694" h="238125">
                  <a:moveTo>
                    <a:pt x="5544" y="0"/>
                  </a:moveTo>
                  <a:cubicBezTo>
                    <a:pt x="36909" y="33680"/>
                    <a:pt x="39938" y="63998"/>
                    <a:pt x="44834" y="108947"/>
                  </a:cubicBezTo>
                  <a:cubicBezTo>
                    <a:pt x="49406" y="149285"/>
                    <a:pt x="53978" y="188919"/>
                    <a:pt x="62694" y="228600"/>
                  </a:cubicBezTo>
                  <a:cubicBezTo>
                    <a:pt x="53264" y="231743"/>
                    <a:pt x="43834" y="234886"/>
                    <a:pt x="34119" y="238125"/>
                  </a:cubicBezTo>
                  <a:cubicBezTo>
                    <a:pt x="0" y="158506"/>
                    <a:pt x="2724" y="84963"/>
                    <a:pt x="5544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</p:sp>
        <p:sp>
          <p:nvSpPr>
            <p:cNvPr id="212" name="freeform-212"/>
            <p:cNvSpPr/>
            <p:nvPr/>
          </p:nvSpPr>
          <p:spPr>
            <a:xfrm>
              <a:off x="11391900" y="5248275"/>
              <a:ext cx="152400" cy="123825"/>
            </a:xfrm>
            <a:custGeom>
              <a:avLst/>
              <a:gdLst/>
              <a:ahLst/>
              <a:cxnLst/>
              <a:rect l="0" t="0" r="0" b="0"/>
              <a:pathLst>
                <a:path w="152400" h="123825">
                  <a:moveTo>
                    <a:pt x="38100" y="0"/>
                  </a:moveTo>
                  <a:cubicBezTo>
                    <a:pt x="95250" y="28575"/>
                    <a:pt x="95250" y="28575"/>
                    <a:pt x="103584" y="51197"/>
                  </a:cubicBezTo>
                  <a:cubicBezTo>
                    <a:pt x="115681" y="79429"/>
                    <a:pt x="127768" y="87535"/>
                    <a:pt x="152400" y="104775"/>
                  </a:cubicBezTo>
                  <a:cubicBezTo>
                    <a:pt x="152400" y="111061"/>
                    <a:pt x="152400" y="117348"/>
                    <a:pt x="152400" y="123825"/>
                  </a:cubicBezTo>
                  <a:cubicBezTo>
                    <a:pt x="146704" y="120882"/>
                    <a:pt x="141008" y="117929"/>
                    <a:pt x="135141" y="114891"/>
                  </a:cubicBezTo>
                  <a:cubicBezTo>
                    <a:pt x="107632" y="101536"/>
                    <a:pt x="87935" y="95250"/>
                    <a:pt x="57150" y="95250"/>
                  </a:cubicBezTo>
                  <a:cubicBezTo>
                    <a:pt x="54007" y="79534"/>
                    <a:pt x="50863" y="63818"/>
                    <a:pt x="47625" y="47625"/>
                  </a:cubicBezTo>
                  <a:cubicBezTo>
                    <a:pt x="43301" y="52340"/>
                    <a:pt x="38986" y="57055"/>
                    <a:pt x="34528" y="61912"/>
                  </a:cubicBezTo>
                  <a:cubicBezTo>
                    <a:pt x="19050" y="76200"/>
                    <a:pt x="19050" y="76200"/>
                    <a:pt x="0" y="76200"/>
                  </a:cubicBezTo>
                  <a:cubicBezTo>
                    <a:pt x="10716" y="47892"/>
                    <a:pt x="21174" y="25394"/>
                    <a:pt x="38100" y="0"/>
                  </a:cubicBezTo>
                  <a:close/>
                </a:path>
              </a:pathLst>
            </a:custGeom>
            <a:solidFill>
              <a:srgbClr val="478A02"/>
            </a:solidFill>
            <a:ln>
              <a:noFill/>
            </a:ln>
          </p:spPr>
        </p:sp>
        <p:sp>
          <p:nvSpPr>
            <p:cNvPr id="213" name="freeform-213"/>
            <p:cNvSpPr/>
            <p:nvPr/>
          </p:nvSpPr>
          <p:spPr>
            <a:xfrm>
              <a:off x="11666334" y="5391150"/>
              <a:ext cx="125616" cy="133350"/>
            </a:xfrm>
            <a:custGeom>
              <a:avLst/>
              <a:gdLst/>
              <a:ahLst/>
              <a:cxnLst/>
              <a:rect l="0" t="0" r="0" b="0"/>
              <a:pathLst>
                <a:path w="125616" h="133350">
                  <a:moveTo>
                    <a:pt x="116091" y="0"/>
                  </a:moveTo>
                  <a:cubicBezTo>
                    <a:pt x="119234" y="0"/>
                    <a:pt x="122377" y="0"/>
                    <a:pt x="125616" y="0"/>
                  </a:cubicBezTo>
                  <a:cubicBezTo>
                    <a:pt x="125616" y="15716"/>
                    <a:pt x="125616" y="31432"/>
                    <a:pt x="125616" y="47625"/>
                  </a:cubicBezTo>
                  <a:cubicBezTo>
                    <a:pt x="120444" y="49825"/>
                    <a:pt x="115281" y="52016"/>
                    <a:pt x="109947" y="54283"/>
                  </a:cubicBezTo>
                  <a:cubicBezTo>
                    <a:pt x="66694" y="74009"/>
                    <a:pt x="41005" y="87982"/>
                    <a:pt x="20841" y="133350"/>
                  </a:cubicBezTo>
                  <a:cubicBezTo>
                    <a:pt x="1791" y="114300"/>
                    <a:pt x="1791" y="114300"/>
                    <a:pt x="0" y="80372"/>
                  </a:cubicBezTo>
                  <a:cubicBezTo>
                    <a:pt x="1791" y="47625"/>
                    <a:pt x="1791" y="47625"/>
                    <a:pt x="11316" y="38100"/>
                  </a:cubicBezTo>
                  <a:cubicBezTo>
                    <a:pt x="27337" y="35881"/>
                    <a:pt x="43424" y="34166"/>
                    <a:pt x="59531" y="32747"/>
                  </a:cubicBezTo>
                  <a:cubicBezTo>
                    <a:pt x="63913" y="32347"/>
                    <a:pt x="63913" y="32347"/>
                    <a:pt x="86068" y="30328"/>
                  </a:cubicBezTo>
                  <a:cubicBezTo>
                    <a:pt x="92831" y="29747"/>
                    <a:pt x="99593" y="29166"/>
                    <a:pt x="106566" y="28575"/>
                  </a:cubicBezTo>
                  <a:cubicBezTo>
                    <a:pt x="109709" y="19145"/>
                    <a:pt x="112852" y="9715"/>
                    <a:pt x="116091" y="0"/>
                  </a:cubicBezTo>
                  <a:close/>
                </a:path>
              </a:pathLst>
            </a:custGeom>
            <a:solidFill>
              <a:srgbClr val="448501"/>
            </a:solidFill>
            <a:ln>
              <a:noFill/>
            </a:ln>
          </p:spPr>
        </p:sp>
        <p:sp>
          <p:nvSpPr>
            <p:cNvPr id="214" name="freeform-214"/>
            <p:cNvSpPr/>
            <p:nvPr/>
          </p:nvSpPr>
          <p:spPr>
            <a:xfrm>
              <a:off x="11382375" y="5324475"/>
              <a:ext cx="76200" cy="171450"/>
            </a:xfrm>
            <a:custGeom>
              <a:avLst/>
              <a:gdLst/>
              <a:ahLst/>
              <a:cxnLst/>
              <a:rect l="0" t="0" r="0" b="0"/>
              <a:pathLst>
                <a:path w="76200" h="171450">
                  <a:moveTo>
                    <a:pt x="38100" y="0"/>
                  </a:moveTo>
                  <a:cubicBezTo>
                    <a:pt x="58188" y="19755"/>
                    <a:pt x="58188" y="19755"/>
                    <a:pt x="76200" y="47625"/>
                  </a:cubicBezTo>
                  <a:cubicBezTo>
                    <a:pt x="71590" y="79362"/>
                    <a:pt x="71590" y="79362"/>
                    <a:pt x="59531" y="112509"/>
                  </a:cubicBezTo>
                  <a:cubicBezTo>
                    <a:pt x="55655" y="123577"/>
                    <a:pt x="51768" y="134636"/>
                    <a:pt x="47777" y="146037"/>
                  </a:cubicBezTo>
                  <a:cubicBezTo>
                    <a:pt x="44577" y="154419"/>
                    <a:pt x="41386" y="162811"/>
                    <a:pt x="38100" y="171450"/>
                  </a:cubicBezTo>
                  <a:cubicBezTo>
                    <a:pt x="34957" y="171450"/>
                    <a:pt x="31813" y="171450"/>
                    <a:pt x="28575" y="171450"/>
                  </a:cubicBezTo>
                  <a:cubicBezTo>
                    <a:pt x="28346" y="168126"/>
                    <a:pt x="28346" y="168126"/>
                    <a:pt x="27165" y="151286"/>
                  </a:cubicBezTo>
                  <a:cubicBezTo>
                    <a:pt x="26803" y="146952"/>
                    <a:pt x="26803" y="146952"/>
                    <a:pt x="25003" y="125016"/>
                  </a:cubicBezTo>
                  <a:cubicBezTo>
                    <a:pt x="24336" y="116396"/>
                    <a:pt x="23679" y="107775"/>
                    <a:pt x="22993" y="98898"/>
                  </a:cubicBezTo>
                  <a:cubicBezTo>
                    <a:pt x="19050" y="76200"/>
                    <a:pt x="19050" y="76200"/>
                    <a:pt x="0" y="57150"/>
                  </a:cubicBezTo>
                  <a:cubicBezTo>
                    <a:pt x="0" y="44577"/>
                    <a:pt x="0" y="32004"/>
                    <a:pt x="0" y="19050"/>
                  </a:cubicBezTo>
                  <a:cubicBezTo>
                    <a:pt x="12573" y="12764"/>
                    <a:pt x="25146" y="6477"/>
                    <a:pt x="38100" y="0"/>
                  </a:cubicBezTo>
                  <a:close/>
                </a:path>
              </a:pathLst>
            </a:custGeom>
            <a:solidFill>
              <a:srgbClr val="0278C9"/>
            </a:solidFill>
            <a:ln>
              <a:noFill/>
            </a:ln>
          </p:spPr>
        </p:sp>
        <p:sp>
          <p:nvSpPr>
            <p:cNvPr id="215" name="freeform-215"/>
            <p:cNvSpPr/>
            <p:nvPr/>
          </p:nvSpPr>
          <p:spPr>
            <a:xfrm>
              <a:off x="11887200" y="5429250"/>
              <a:ext cx="89021" cy="133350"/>
            </a:xfrm>
            <a:custGeom>
              <a:avLst/>
              <a:gdLst/>
              <a:ahLst/>
              <a:cxnLst/>
              <a:rect l="0" t="0" r="0" b="0"/>
              <a:pathLst>
                <a:path w="89021" h="133350">
                  <a:moveTo>
                    <a:pt x="85725" y="0"/>
                  </a:moveTo>
                  <a:cubicBezTo>
                    <a:pt x="89021" y="53854"/>
                    <a:pt x="80334" y="86011"/>
                    <a:pt x="57150" y="133350"/>
                  </a:cubicBezTo>
                  <a:cubicBezTo>
                    <a:pt x="38290" y="133350"/>
                    <a:pt x="19431" y="133350"/>
                    <a:pt x="0" y="133350"/>
                  </a:cubicBezTo>
                  <a:cubicBezTo>
                    <a:pt x="0" y="127064"/>
                    <a:pt x="0" y="120777"/>
                    <a:pt x="0" y="114300"/>
                  </a:cubicBezTo>
                  <a:cubicBezTo>
                    <a:pt x="6287" y="114300"/>
                    <a:pt x="12573" y="114300"/>
                    <a:pt x="19050" y="114300"/>
                  </a:cubicBezTo>
                  <a:cubicBezTo>
                    <a:pt x="19050" y="108014"/>
                    <a:pt x="19050" y="101727"/>
                    <a:pt x="19050" y="95250"/>
                  </a:cubicBezTo>
                  <a:cubicBezTo>
                    <a:pt x="28480" y="95250"/>
                    <a:pt x="37910" y="95250"/>
                    <a:pt x="47625" y="95250"/>
                  </a:cubicBezTo>
                  <a:cubicBezTo>
                    <a:pt x="47625" y="66961"/>
                    <a:pt x="47625" y="38671"/>
                    <a:pt x="47625" y="9525"/>
                  </a:cubicBezTo>
                  <a:cubicBezTo>
                    <a:pt x="66675" y="0"/>
                    <a:pt x="66675" y="0"/>
                    <a:pt x="85725" y="0"/>
                  </a:cubicBezTo>
                  <a:close/>
                </a:path>
              </a:pathLst>
            </a:custGeom>
            <a:solidFill>
              <a:srgbClr val="048EED"/>
            </a:solidFill>
            <a:ln>
              <a:noFill/>
            </a:ln>
          </p:spPr>
        </p:sp>
        <p:sp>
          <p:nvSpPr>
            <p:cNvPr id="216" name="freeform-216"/>
            <p:cNvSpPr/>
            <p:nvPr/>
          </p:nvSpPr>
          <p:spPr>
            <a:xfrm>
              <a:off x="11687175" y="5124450"/>
              <a:ext cx="123825" cy="85725"/>
            </a:xfrm>
            <a:custGeom>
              <a:avLst/>
              <a:gdLst/>
              <a:ahLst/>
              <a:cxnLst/>
              <a:rect l="0" t="0" r="0" b="0"/>
              <a:pathLst>
                <a:path w="123825" h="85725">
                  <a:moveTo>
                    <a:pt x="76200" y="0"/>
                  </a:moveTo>
                  <a:cubicBezTo>
                    <a:pt x="102394" y="2381"/>
                    <a:pt x="102394" y="2381"/>
                    <a:pt x="123825" y="9525"/>
                  </a:cubicBezTo>
                  <a:cubicBezTo>
                    <a:pt x="120682" y="31528"/>
                    <a:pt x="117538" y="53531"/>
                    <a:pt x="114300" y="76200"/>
                  </a:cubicBezTo>
                  <a:cubicBezTo>
                    <a:pt x="97041" y="82153"/>
                    <a:pt x="97041" y="82153"/>
                    <a:pt x="76200" y="85725"/>
                  </a:cubicBezTo>
                  <a:cubicBezTo>
                    <a:pt x="66770" y="79439"/>
                    <a:pt x="57340" y="73152"/>
                    <a:pt x="47625" y="66675"/>
                  </a:cubicBezTo>
                  <a:cubicBezTo>
                    <a:pt x="31861" y="63008"/>
                    <a:pt x="15983" y="59741"/>
                    <a:pt x="0" y="57150"/>
                  </a:cubicBezTo>
                  <a:cubicBezTo>
                    <a:pt x="5505" y="54797"/>
                    <a:pt x="11001" y="52435"/>
                    <a:pt x="16669" y="50006"/>
                  </a:cubicBezTo>
                  <a:cubicBezTo>
                    <a:pt x="38100" y="38100"/>
                    <a:pt x="38100" y="38100"/>
                    <a:pt x="56559" y="17259"/>
                  </a:cubicBezTo>
                  <a:cubicBezTo>
                    <a:pt x="63036" y="11563"/>
                    <a:pt x="69523" y="5867"/>
                    <a:pt x="76200" y="0"/>
                  </a:cubicBezTo>
                  <a:close/>
                </a:path>
              </a:pathLst>
            </a:custGeom>
            <a:solidFill>
              <a:srgbClr val="0389E6"/>
            </a:solidFill>
            <a:ln>
              <a:noFill/>
            </a:ln>
          </p:spPr>
        </p:sp>
        <p:sp>
          <p:nvSpPr>
            <p:cNvPr id="217" name="freeform-217"/>
            <p:cNvSpPr/>
            <p:nvPr/>
          </p:nvSpPr>
          <p:spPr>
            <a:xfrm>
              <a:off x="11601450" y="5271478"/>
              <a:ext cx="133350" cy="81572"/>
            </a:xfrm>
            <a:custGeom>
              <a:avLst/>
              <a:gdLst/>
              <a:ahLst/>
              <a:cxnLst/>
              <a:rect l="0" t="0" r="0" b="0"/>
              <a:pathLst>
                <a:path w="133350" h="81572">
                  <a:moveTo>
                    <a:pt x="104775" y="5372"/>
                  </a:moveTo>
                  <a:cubicBezTo>
                    <a:pt x="114205" y="11659"/>
                    <a:pt x="123635" y="17945"/>
                    <a:pt x="133350" y="24422"/>
                  </a:cubicBezTo>
                  <a:cubicBezTo>
                    <a:pt x="111347" y="27565"/>
                    <a:pt x="89345" y="30709"/>
                    <a:pt x="66675" y="33947"/>
                  </a:cubicBezTo>
                  <a:cubicBezTo>
                    <a:pt x="76105" y="33947"/>
                    <a:pt x="85535" y="33947"/>
                    <a:pt x="95250" y="33947"/>
                  </a:cubicBezTo>
                  <a:cubicBezTo>
                    <a:pt x="98393" y="49663"/>
                    <a:pt x="101537" y="65380"/>
                    <a:pt x="104775" y="81572"/>
                  </a:cubicBezTo>
                  <a:cubicBezTo>
                    <a:pt x="95345" y="81572"/>
                    <a:pt x="85915" y="81572"/>
                    <a:pt x="76200" y="81572"/>
                  </a:cubicBezTo>
                  <a:cubicBezTo>
                    <a:pt x="76200" y="75286"/>
                    <a:pt x="76200" y="68999"/>
                    <a:pt x="76200" y="62522"/>
                  </a:cubicBezTo>
                  <a:cubicBezTo>
                    <a:pt x="67161" y="62722"/>
                    <a:pt x="58122" y="62913"/>
                    <a:pt x="48816" y="63113"/>
                  </a:cubicBezTo>
                  <a:cubicBezTo>
                    <a:pt x="19050" y="62522"/>
                    <a:pt x="19050" y="62522"/>
                    <a:pt x="0" y="52997"/>
                  </a:cubicBezTo>
                  <a:cubicBezTo>
                    <a:pt x="3572" y="34538"/>
                    <a:pt x="3572" y="34538"/>
                    <a:pt x="9525" y="14897"/>
                  </a:cubicBezTo>
                  <a:cubicBezTo>
                    <a:pt x="39310" y="0"/>
                    <a:pt x="72199" y="1562"/>
                    <a:pt x="104775" y="5372"/>
                  </a:cubicBezTo>
                  <a:close/>
                </a:path>
              </a:pathLst>
            </a:custGeom>
            <a:solidFill>
              <a:srgbClr val="052834"/>
            </a:solidFill>
            <a:ln>
              <a:noFill/>
            </a:ln>
          </p:spPr>
        </p:sp>
        <p:sp>
          <p:nvSpPr>
            <p:cNvPr id="218" name="freeform-218"/>
            <p:cNvSpPr/>
            <p:nvPr/>
          </p:nvSpPr>
          <p:spPr>
            <a:xfrm>
              <a:off x="11334750" y="5229225"/>
              <a:ext cx="85725" cy="171450"/>
            </a:xfrm>
            <a:custGeom>
              <a:avLst/>
              <a:gdLst/>
              <a:ahLst/>
              <a:cxnLst/>
              <a:rect l="0" t="0" r="0" b="0"/>
              <a:pathLst>
                <a:path w="85725" h="171450">
                  <a:moveTo>
                    <a:pt x="66675" y="0"/>
                  </a:moveTo>
                  <a:cubicBezTo>
                    <a:pt x="72962" y="3143"/>
                    <a:pt x="79248" y="6286"/>
                    <a:pt x="85725" y="9525"/>
                  </a:cubicBezTo>
                  <a:cubicBezTo>
                    <a:pt x="84115" y="12573"/>
                    <a:pt x="84115" y="12573"/>
                    <a:pt x="75981" y="28013"/>
                  </a:cubicBezTo>
                  <a:cubicBezTo>
                    <a:pt x="51568" y="75362"/>
                    <a:pt x="31442" y="119615"/>
                    <a:pt x="19050" y="171450"/>
                  </a:cubicBezTo>
                  <a:cubicBezTo>
                    <a:pt x="12763" y="168307"/>
                    <a:pt x="6477" y="165164"/>
                    <a:pt x="0" y="161925"/>
                  </a:cubicBezTo>
                  <a:cubicBezTo>
                    <a:pt x="2762" y="101013"/>
                    <a:pt x="12878" y="60074"/>
                    <a:pt x="47625" y="9525"/>
                  </a:cubicBezTo>
                  <a:cubicBezTo>
                    <a:pt x="53912" y="6382"/>
                    <a:pt x="60198" y="3239"/>
                    <a:pt x="66675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</p:sp>
        <p:sp>
          <p:nvSpPr>
            <p:cNvPr id="219" name="freeform-219"/>
            <p:cNvSpPr/>
            <p:nvPr/>
          </p:nvSpPr>
          <p:spPr>
            <a:xfrm>
              <a:off x="11382375" y="5400675"/>
              <a:ext cx="76200" cy="266700"/>
            </a:xfrm>
            <a:custGeom>
              <a:avLst/>
              <a:gdLst/>
              <a:ahLst/>
              <a:cxnLst/>
              <a:rect l="0" t="0" r="0" b="0"/>
              <a:pathLst>
                <a:path w="76200" h="266700">
                  <a:moveTo>
                    <a:pt x="19050" y="0"/>
                  </a:moveTo>
                  <a:cubicBezTo>
                    <a:pt x="22193" y="0"/>
                    <a:pt x="25337" y="0"/>
                    <a:pt x="28575" y="0"/>
                  </a:cubicBezTo>
                  <a:cubicBezTo>
                    <a:pt x="28804" y="3324"/>
                    <a:pt x="28804" y="3324"/>
                    <a:pt x="29985" y="20164"/>
                  </a:cubicBezTo>
                  <a:cubicBezTo>
                    <a:pt x="30699" y="28832"/>
                    <a:pt x="31413" y="37500"/>
                    <a:pt x="32147" y="46434"/>
                  </a:cubicBezTo>
                  <a:cubicBezTo>
                    <a:pt x="32814" y="55054"/>
                    <a:pt x="33471" y="63675"/>
                    <a:pt x="34157" y="72552"/>
                  </a:cubicBezTo>
                  <a:cubicBezTo>
                    <a:pt x="38100" y="95250"/>
                    <a:pt x="38100" y="95250"/>
                    <a:pt x="57150" y="114300"/>
                  </a:cubicBezTo>
                  <a:cubicBezTo>
                    <a:pt x="57150" y="123730"/>
                    <a:pt x="57150" y="133160"/>
                    <a:pt x="57150" y="142875"/>
                  </a:cubicBezTo>
                  <a:cubicBezTo>
                    <a:pt x="47720" y="142875"/>
                    <a:pt x="38290" y="142875"/>
                    <a:pt x="28575" y="142875"/>
                  </a:cubicBezTo>
                  <a:cubicBezTo>
                    <a:pt x="31528" y="156572"/>
                    <a:pt x="34509" y="170259"/>
                    <a:pt x="37509" y="183947"/>
                  </a:cubicBezTo>
                  <a:cubicBezTo>
                    <a:pt x="39167" y="191576"/>
                    <a:pt x="40824" y="199206"/>
                    <a:pt x="42529" y="207054"/>
                  </a:cubicBezTo>
                  <a:cubicBezTo>
                    <a:pt x="47625" y="228600"/>
                    <a:pt x="47625" y="228600"/>
                    <a:pt x="57150" y="257175"/>
                  </a:cubicBezTo>
                  <a:cubicBezTo>
                    <a:pt x="63437" y="260318"/>
                    <a:pt x="69723" y="263461"/>
                    <a:pt x="76200" y="266700"/>
                  </a:cubicBezTo>
                  <a:cubicBezTo>
                    <a:pt x="66770" y="266700"/>
                    <a:pt x="57340" y="266700"/>
                    <a:pt x="47625" y="266700"/>
                  </a:cubicBezTo>
                  <a:cubicBezTo>
                    <a:pt x="34414" y="250698"/>
                    <a:pt x="34414" y="250698"/>
                    <a:pt x="22022" y="229791"/>
                  </a:cubicBezTo>
                  <a:cubicBezTo>
                    <a:pt x="17869" y="222942"/>
                    <a:pt x="13706" y="216084"/>
                    <a:pt x="9411" y="209026"/>
                  </a:cubicBezTo>
                  <a:cubicBezTo>
                    <a:pt x="0" y="190500"/>
                    <a:pt x="0" y="190500"/>
                    <a:pt x="0" y="171450"/>
                  </a:cubicBezTo>
                  <a:cubicBezTo>
                    <a:pt x="6287" y="171450"/>
                    <a:pt x="12573" y="171450"/>
                    <a:pt x="19050" y="171450"/>
                  </a:cubicBezTo>
                  <a:cubicBezTo>
                    <a:pt x="19050" y="158877"/>
                    <a:pt x="19050" y="146304"/>
                    <a:pt x="19050" y="133350"/>
                  </a:cubicBezTo>
                  <a:cubicBezTo>
                    <a:pt x="25337" y="133350"/>
                    <a:pt x="31623" y="133350"/>
                    <a:pt x="38100" y="133350"/>
                  </a:cubicBezTo>
                  <a:cubicBezTo>
                    <a:pt x="31813" y="123920"/>
                    <a:pt x="25527" y="114490"/>
                    <a:pt x="19050" y="104775"/>
                  </a:cubicBezTo>
                  <a:cubicBezTo>
                    <a:pt x="17193" y="79067"/>
                    <a:pt x="17193" y="79067"/>
                    <a:pt x="17859" y="50597"/>
                  </a:cubicBezTo>
                  <a:cubicBezTo>
                    <a:pt x="18031" y="41138"/>
                    <a:pt x="18202" y="31671"/>
                    <a:pt x="18383" y="21917"/>
                  </a:cubicBezTo>
                  <a:cubicBezTo>
                    <a:pt x="18602" y="14688"/>
                    <a:pt x="18821" y="7449"/>
                    <a:pt x="19050" y="0"/>
                  </a:cubicBezTo>
                  <a:close/>
                </a:path>
              </a:pathLst>
            </a:custGeom>
            <a:solidFill>
              <a:srgbClr val="0B212B"/>
            </a:solidFill>
            <a:ln>
              <a:noFill/>
            </a:ln>
          </p:spPr>
        </p:sp>
        <p:sp>
          <p:nvSpPr>
            <p:cNvPr id="220" name="freeform-220"/>
            <p:cNvSpPr/>
            <p:nvPr/>
          </p:nvSpPr>
          <p:spPr>
            <a:xfrm>
              <a:off x="11696700" y="5191125"/>
              <a:ext cx="123825" cy="76200"/>
            </a:xfrm>
            <a:custGeom>
              <a:avLst/>
              <a:gdLst/>
              <a:ahLst/>
              <a:cxnLst/>
              <a:rect l="0" t="0" r="0" b="0"/>
              <a:pathLst>
                <a:path w="123825" h="76200">
                  <a:moveTo>
                    <a:pt x="0" y="0"/>
                  </a:moveTo>
                  <a:cubicBezTo>
                    <a:pt x="45244" y="7144"/>
                    <a:pt x="45244" y="7144"/>
                    <a:pt x="66675" y="28575"/>
                  </a:cubicBezTo>
                  <a:cubicBezTo>
                    <a:pt x="79248" y="28575"/>
                    <a:pt x="91821" y="28575"/>
                    <a:pt x="104775" y="28575"/>
                  </a:cubicBezTo>
                  <a:cubicBezTo>
                    <a:pt x="111062" y="22289"/>
                    <a:pt x="117348" y="16002"/>
                    <a:pt x="123825" y="9525"/>
                  </a:cubicBezTo>
                  <a:cubicBezTo>
                    <a:pt x="123825" y="25241"/>
                    <a:pt x="123825" y="40957"/>
                    <a:pt x="123825" y="57150"/>
                  </a:cubicBezTo>
                  <a:cubicBezTo>
                    <a:pt x="104965" y="63436"/>
                    <a:pt x="86106" y="69723"/>
                    <a:pt x="66675" y="76200"/>
                  </a:cubicBezTo>
                  <a:cubicBezTo>
                    <a:pt x="64713" y="73943"/>
                    <a:pt x="64713" y="73943"/>
                    <a:pt x="54769" y="62503"/>
                  </a:cubicBezTo>
                  <a:cubicBezTo>
                    <a:pt x="36366" y="46072"/>
                    <a:pt x="23984" y="42234"/>
                    <a:pt x="0" y="38100"/>
                  </a:cubicBezTo>
                  <a:cubicBezTo>
                    <a:pt x="0" y="25527"/>
                    <a:pt x="0" y="12954"/>
                    <a:pt x="0" y="0"/>
                  </a:cubicBezTo>
                  <a:close/>
                </a:path>
              </a:pathLst>
            </a:custGeom>
            <a:solidFill>
              <a:srgbClr val="3C7301"/>
            </a:solidFill>
            <a:ln>
              <a:noFill/>
            </a:ln>
          </p:spPr>
        </p:sp>
        <p:sp>
          <p:nvSpPr>
            <p:cNvPr id="221" name="freeform-221"/>
            <p:cNvSpPr/>
            <p:nvPr/>
          </p:nvSpPr>
          <p:spPr>
            <a:xfrm>
              <a:off x="11582400" y="5353050"/>
              <a:ext cx="76200" cy="77991"/>
            </a:xfrm>
            <a:custGeom>
              <a:avLst/>
              <a:gdLst/>
              <a:ahLst/>
              <a:cxnLst/>
              <a:rect l="0" t="0" r="0" b="0"/>
              <a:pathLst>
                <a:path w="76200" h="77991">
                  <a:moveTo>
                    <a:pt x="66675" y="0"/>
                  </a:moveTo>
                  <a:cubicBezTo>
                    <a:pt x="70304" y="22155"/>
                    <a:pt x="73466" y="44396"/>
                    <a:pt x="76200" y="66675"/>
                  </a:cubicBezTo>
                  <a:cubicBezTo>
                    <a:pt x="66675" y="76200"/>
                    <a:pt x="66675" y="76200"/>
                    <a:pt x="43453" y="77991"/>
                  </a:cubicBezTo>
                  <a:cubicBezTo>
                    <a:pt x="19050" y="76200"/>
                    <a:pt x="19050" y="76200"/>
                    <a:pt x="0" y="57150"/>
                  </a:cubicBezTo>
                  <a:cubicBezTo>
                    <a:pt x="1191" y="38100"/>
                    <a:pt x="1191" y="38100"/>
                    <a:pt x="9525" y="19050"/>
                  </a:cubicBezTo>
                  <a:cubicBezTo>
                    <a:pt x="29975" y="5858"/>
                    <a:pt x="42281" y="0"/>
                    <a:pt x="66675" y="0"/>
                  </a:cubicBezTo>
                  <a:close/>
                </a:path>
              </a:pathLst>
            </a:custGeom>
            <a:solidFill>
              <a:srgbClr val="1C4214"/>
            </a:solidFill>
            <a:ln>
              <a:noFill/>
            </a:ln>
          </p:spPr>
        </p:sp>
        <p:sp>
          <p:nvSpPr>
            <p:cNvPr id="222" name="freeform-222"/>
            <p:cNvSpPr/>
            <p:nvPr/>
          </p:nvSpPr>
          <p:spPr>
            <a:xfrm>
              <a:off x="11753850" y="5495925"/>
              <a:ext cx="89906" cy="161925"/>
            </a:xfrm>
            <a:custGeom>
              <a:avLst/>
              <a:gdLst/>
              <a:ahLst/>
              <a:cxnLst/>
              <a:rect l="0" t="0" r="0" b="0"/>
              <a:pathLst>
                <a:path w="89906" h="161925">
                  <a:moveTo>
                    <a:pt x="76200" y="0"/>
                  </a:moveTo>
                  <a:cubicBezTo>
                    <a:pt x="79343" y="0"/>
                    <a:pt x="82487" y="0"/>
                    <a:pt x="85725" y="0"/>
                  </a:cubicBezTo>
                  <a:cubicBezTo>
                    <a:pt x="89906" y="50978"/>
                    <a:pt x="89906" y="50978"/>
                    <a:pt x="85725" y="76200"/>
                  </a:cubicBezTo>
                  <a:cubicBezTo>
                    <a:pt x="63103" y="91678"/>
                    <a:pt x="63103" y="91678"/>
                    <a:pt x="38100" y="104775"/>
                  </a:cubicBezTo>
                  <a:cubicBezTo>
                    <a:pt x="25603" y="135141"/>
                    <a:pt x="25603" y="135141"/>
                    <a:pt x="19050" y="161925"/>
                  </a:cubicBezTo>
                  <a:cubicBezTo>
                    <a:pt x="12763" y="155639"/>
                    <a:pt x="6477" y="149352"/>
                    <a:pt x="0" y="142875"/>
                  </a:cubicBezTo>
                  <a:cubicBezTo>
                    <a:pt x="3181" y="106918"/>
                    <a:pt x="23689" y="79705"/>
                    <a:pt x="42862" y="50006"/>
                  </a:cubicBezTo>
                  <a:cubicBezTo>
                    <a:pt x="48854" y="40624"/>
                    <a:pt x="54845" y="31242"/>
                    <a:pt x="61017" y="21584"/>
                  </a:cubicBezTo>
                  <a:cubicBezTo>
                    <a:pt x="66027" y="14459"/>
                    <a:pt x="71037" y="7334"/>
                    <a:pt x="76200" y="0"/>
                  </a:cubicBezTo>
                  <a:close/>
                </a:path>
              </a:pathLst>
            </a:custGeom>
            <a:solidFill>
              <a:srgbClr val="3D7701"/>
            </a:solidFill>
            <a:ln>
              <a:noFill/>
            </a:ln>
          </p:spPr>
        </p:sp>
        <p:sp>
          <p:nvSpPr>
            <p:cNvPr id="223" name="freeform-223"/>
            <p:cNvSpPr/>
            <p:nvPr/>
          </p:nvSpPr>
          <p:spPr>
            <a:xfrm>
              <a:off x="11353800" y="5238750"/>
              <a:ext cx="85725" cy="161925"/>
            </a:xfrm>
            <a:custGeom>
              <a:avLst/>
              <a:gdLst/>
              <a:ahLst/>
              <a:cxnLst/>
              <a:rect l="0" t="0" r="0" b="0"/>
              <a:pathLst>
                <a:path w="85725" h="161925">
                  <a:moveTo>
                    <a:pt x="57150" y="0"/>
                  </a:moveTo>
                  <a:cubicBezTo>
                    <a:pt x="62770" y="17412"/>
                    <a:pt x="62770" y="17412"/>
                    <a:pt x="66675" y="38100"/>
                  </a:cubicBezTo>
                  <a:cubicBezTo>
                    <a:pt x="52978" y="64294"/>
                    <a:pt x="52978" y="64294"/>
                    <a:pt x="38100" y="85725"/>
                  </a:cubicBezTo>
                  <a:cubicBezTo>
                    <a:pt x="44387" y="85725"/>
                    <a:pt x="50673" y="85725"/>
                    <a:pt x="57150" y="85725"/>
                  </a:cubicBezTo>
                  <a:cubicBezTo>
                    <a:pt x="60293" y="76295"/>
                    <a:pt x="63437" y="66865"/>
                    <a:pt x="66675" y="57150"/>
                  </a:cubicBezTo>
                  <a:cubicBezTo>
                    <a:pt x="72962" y="57150"/>
                    <a:pt x="79248" y="57150"/>
                    <a:pt x="85725" y="57150"/>
                  </a:cubicBezTo>
                  <a:cubicBezTo>
                    <a:pt x="85725" y="63436"/>
                    <a:pt x="85725" y="69723"/>
                    <a:pt x="85725" y="76200"/>
                  </a:cubicBezTo>
                  <a:cubicBezTo>
                    <a:pt x="79438" y="76200"/>
                    <a:pt x="73152" y="76200"/>
                    <a:pt x="66675" y="76200"/>
                  </a:cubicBezTo>
                  <a:cubicBezTo>
                    <a:pt x="63532" y="85630"/>
                    <a:pt x="60388" y="95060"/>
                    <a:pt x="57150" y="104775"/>
                  </a:cubicBezTo>
                  <a:cubicBezTo>
                    <a:pt x="47720" y="104775"/>
                    <a:pt x="38290" y="104775"/>
                    <a:pt x="28575" y="104775"/>
                  </a:cubicBezTo>
                  <a:cubicBezTo>
                    <a:pt x="27394" y="110671"/>
                    <a:pt x="26213" y="116567"/>
                    <a:pt x="25003" y="122634"/>
                  </a:cubicBezTo>
                  <a:cubicBezTo>
                    <a:pt x="19050" y="142875"/>
                    <a:pt x="19050" y="142875"/>
                    <a:pt x="0" y="161925"/>
                  </a:cubicBezTo>
                  <a:cubicBezTo>
                    <a:pt x="4029" y="100098"/>
                    <a:pt x="27727" y="53959"/>
                    <a:pt x="57150" y="0"/>
                  </a:cubicBezTo>
                  <a:close/>
                </a:path>
              </a:pathLst>
            </a:custGeom>
            <a:solidFill>
              <a:srgbClr val="233130"/>
            </a:solidFill>
            <a:ln>
              <a:noFill/>
            </a:ln>
          </p:spPr>
        </p:sp>
        <p:sp>
          <p:nvSpPr>
            <p:cNvPr id="224" name="freeform-224"/>
            <p:cNvSpPr/>
            <p:nvPr/>
          </p:nvSpPr>
          <p:spPr>
            <a:xfrm>
              <a:off x="11820525" y="5578678"/>
              <a:ext cx="104775" cy="88697"/>
            </a:xfrm>
            <a:custGeom>
              <a:avLst/>
              <a:gdLst/>
              <a:ahLst/>
              <a:cxnLst/>
              <a:rect l="0" t="0" r="0" b="0"/>
              <a:pathLst>
                <a:path w="104775" h="88697">
                  <a:moveTo>
                    <a:pt x="57150" y="2972"/>
                  </a:moveTo>
                  <a:cubicBezTo>
                    <a:pt x="82753" y="0"/>
                    <a:pt x="82753" y="0"/>
                    <a:pt x="104775" y="2972"/>
                  </a:cubicBezTo>
                  <a:cubicBezTo>
                    <a:pt x="101632" y="21831"/>
                    <a:pt x="98488" y="40691"/>
                    <a:pt x="95250" y="60122"/>
                  </a:cubicBezTo>
                  <a:cubicBezTo>
                    <a:pt x="79534" y="56979"/>
                    <a:pt x="63818" y="53835"/>
                    <a:pt x="47625" y="50597"/>
                  </a:cubicBezTo>
                  <a:cubicBezTo>
                    <a:pt x="44482" y="60027"/>
                    <a:pt x="41338" y="69456"/>
                    <a:pt x="38100" y="79172"/>
                  </a:cubicBezTo>
                  <a:cubicBezTo>
                    <a:pt x="18459" y="85725"/>
                    <a:pt x="18459" y="85725"/>
                    <a:pt x="0" y="88697"/>
                  </a:cubicBezTo>
                  <a:cubicBezTo>
                    <a:pt x="3143" y="79267"/>
                    <a:pt x="6287" y="69837"/>
                    <a:pt x="9525" y="60122"/>
                  </a:cubicBezTo>
                  <a:cubicBezTo>
                    <a:pt x="15812" y="56979"/>
                    <a:pt x="22098" y="53835"/>
                    <a:pt x="28575" y="50597"/>
                  </a:cubicBezTo>
                  <a:cubicBezTo>
                    <a:pt x="32699" y="42539"/>
                    <a:pt x="36824" y="34490"/>
                    <a:pt x="41072" y="26194"/>
                  </a:cubicBezTo>
                  <a:cubicBezTo>
                    <a:pt x="46377" y="18526"/>
                    <a:pt x="51683" y="10868"/>
                    <a:pt x="57150" y="2972"/>
                  </a:cubicBezTo>
                  <a:close/>
                </a:path>
              </a:pathLst>
            </a:custGeom>
            <a:solidFill>
              <a:srgbClr val="448302"/>
            </a:solidFill>
            <a:ln>
              <a:noFill/>
            </a:ln>
          </p:spPr>
        </p:sp>
        <p:sp>
          <p:nvSpPr>
            <p:cNvPr id="225" name="freeform-225"/>
            <p:cNvSpPr/>
            <p:nvPr/>
          </p:nvSpPr>
          <p:spPr>
            <a:xfrm>
              <a:off x="11368068" y="5400675"/>
              <a:ext cx="52407" cy="152400"/>
            </a:xfrm>
            <a:custGeom>
              <a:avLst/>
              <a:gdLst/>
              <a:ahLst/>
              <a:cxnLst/>
              <a:rect l="0" t="0" r="0" b="0"/>
              <a:pathLst>
                <a:path w="52407" h="152400">
                  <a:moveTo>
                    <a:pt x="4782" y="0"/>
                  </a:moveTo>
                  <a:cubicBezTo>
                    <a:pt x="11068" y="0"/>
                    <a:pt x="17355" y="0"/>
                    <a:pt x="23832" y="0"/>
                  </a:cubicBezTo>
                  <a:cubicBezTo>
                    <a:pt x="24298" y="5639"/>
                    <a:pt x="24765" y="11268"/>
                    <a:pt x="25241" y="17078"/>
                  </a:cubicBezTo>
                  <a:cubicBezTo>
                    <a:pt x="29213" y="58969"/>
                    <a:pt x="33833" y="94955"/>
                    <a:pt x="52407" y="133350"/>
                  </a:cubicBezTo>
                  <a:cubicBezTo>
                    <a:pt x="46120" y="133350"/>
                    <a:pt x="39834" y="133350"/>
                    <a:pt x="33357" y="133350"/>
                  </a:cubicBezTo>
                  <a:cubicBezTo>
                    <a:pt x="33357" y="139636"/>
                    <a:pt x="33357" y="145923"/>
                    <a:pt x="33357" y="152400"/>
                  </a:cubicBezTo>
                  <a:cubicBezTo>
                    <a:pt x="27070" y="152400"/>
                    <a:pt x="20784" y="152400"/>
                    <a:pt x="14307" y="152400"/>
                  </a:cubicBezTo>
                  <a:cubicBezTo>
                    <a:pt x="0" y="123796"/>
                    <a:pt x="3896" y="97241"/>
                    <a:pt x="4191" y="65484"/>
                  </a:cubicBezTo>
                  <a:cubicBezTo>
                    <a:pt x="4277" y="53283"/>
                    <a:pt x="4362" y="41072"/>
                    <a:pt x="4448" y="28499"/>
                  </a:cubicBezTo>
                  <a:cubicBezTo>
                    <a:pt x="4553" y="19098"/>
                    <a:pt x="4667" y="9687"/>
                    <a:pt x="4782" y="0"/>
                  </a:cubicBezTo>
                  <a:close/>
                </a:path>
              </a:pathLst>
            </a:custGeom>
            <a:solidFill>
              <a:srgbClr val="468802"/>
            </a:solidFill>
            <a:ln>
              <a:noFill/>
            </a:ln>
          </p:spPr>
        </p:sp>
        <p:sp>
          <p:nvSpPr>
            <p:cNvPr id="226" name="freeform-226"/>
            <p:cNvSpPr/>
            <p:nvPr/>
          </p:nvSpPr>
          <p:spPr>
            <a:xfrm>
              <a:off x="11753850" y="5610225"/>
              <a:ext cx="190500" cy="152400"/>
            </a:xfrm>
            <a:custGeom>
              <a:avLst/>
              <a:gdLst/>
              <a:ahLst/>
              <a:cxnLst/>
              <a:rect l="0" t="0" r="0" b="0"/>
              <a:pathLst>
                <a:path w="190500" h="152400">
                  <a:moveTo>
                    <a:pt x="171450" y="0"/>
                  </a:moveTo>
                  <a:cubicBezTo>
                    <a:pt x="181566" y="17859"/>
                    <a:pt x="181566" y="17859"/>
                    <a:pt x="190500" y="38100"/>
                  </a:cubicBezTo>
                  <a:cubicBezTo>
                    <a:pt x="187357" y="44386"/>
                    <a:pt x="184213" y="50673"/>
                    <a:pt x="180975" y="57150"/>
                  </a:cubicBezTo>
                  <a:cubicBezTo>
                    <a:pt x="177336" y="56950"/>
                    <a:pt x="177336" y="56950"/>
                    <a:pt x="158953" y="55959"/>
                  </a:cubicBezTo>
                  <a:cubicBezTo>
                    <a:pt x="133350" y="57150"/>
                    <a:pt x="133350" y="57150"/>
                    <a:pt x="104775" y="76200"/>
                  </a:cubicBezTo>
                  <a:cubicBezTo>
                    <a:pt x="98488" y="69914"/>
                    <a:pt x="92202" y="63627"/>
                    <a:pt x="85725" y="57150"/>
                  </a:cubicBezTo>
                  <a:cubicBezTo>
                    <a:pt x="95155" y="54007"/>
                    <a:pt x="104585" y="50864"/>
                    <a:pt x="114300" y="47625"/>
                  </a:cubicBezTo>
                  <a:cubicBezTo>
                    <a:pt x="117443" y="41339"/>
                    <a:pt x="120587" y="35052"/>
                    <a:pt x="123825" y="28575"/>
                  </a:cubicBezTo>
                  <a:cubicBezTo>
                    <a:pt x="139541" y="31718"/>
                    <a:pt x="155257" y="34861"/>
                    <a:pt x="171450" y="38100"/>
                  </a:cubicBezTo>
                  <a:cubicBezTo>
                    <a:pt x="171450" y="25527"/>
                    <a:pt x="171450" y="12954"/>
                    <a:pt x="171450" y="0"/>
                  </a:cubicBezTo>
                  <a:close/>
                  <a:moveTo>
                    <a:pt x="47625" y="114300"/>
                  </a:moveTo>
                  <a:cubicBezTo>
                    <a:pt x="57055" y="117443"/>
                    <a:pt x="66485" y="120586"/>
                    <a:pt x="76200" y="123825"/>
                  </a:cubicBezTo>
                  <a:cubicBezTo>
                    <a:pt x="73057" y="130111"/>
                    <a:pt x="69913" y="136398"/>
                    <a:pt x="66675" y="142875"/>
                  </a:cubicBezTo>
                  <a:cubicBezTo>
                    <a:pt x="44558" y="146752"/>
                    <a:pt x="22317" y="149962"/>
                    <a:pt x="0" y="152400"/>
                  </a:cubicBezTo>
                  <a:cubicBezTo>
                    <a:pt x="22022" y="132759"/>
                    <a:pt x="22022" y="132759"/>
                    <a:pt x="47625" y="114300"/>
                  </a:cubicBezTo>
                  <a:close/>
                </a:path>
              </a:pathLst>
            </a:custGeom>
            <a:solidFill>
              <a:srgbClr val="0269B0"/>
            </a:solidFill>
            <a:ln>
              <a:noFill/>
            </a:ln>
          </p:spPr>
        </p:sp>
        <p:sp>
          <p:nvSpPr>
            <p:cNvPr id="227" name="freeform-227"/>
            <p:cNvSpPr/>
            <p:nvPr/>
          </p:nvSpPr>
          <p:spPr>
            <a:xfrm>
              <a:off x="11325225" y="5162550"/>
              <a:ext cx="114300" cy="180975"/>
            </a:xfrm>
            <a:custGeom>
              <a:avLst/>
              <a:gdLst/>
              <a:ahLst/>
              <a:cxnLst/>
              <a:rect l="0" t="0" r="0" b="0"/>
              <a:pathLst>
                <a:path w="114300" h="180975">
                  <a:moveTo>
                    <a:pt x="114300" y="0"/>
                  </a:moveTo>
                  <a:cubicBezTo>
                    <a:pt x="100803" y="28680"/>
                    <a:pt x="84868" y="53854"/>
                    <a:pt x="66675" y="79772"/>
                  </a:cubicBezTo>
                  <a:cubicBezTo>
                    <a:pt x="44453" y="112566"/>
                    <a:pt x="28985" y="142227"/>
                    <a:pt x="19050" y="180975"/>
                  </a:cubicBezTo>
                  <a:cubicBezTo>
                    <a:pt x="7963" y="165202"/>
                    <a:pt x="7963" y="165202"/>
                    <a:pt x="0" y="142875"/>
                  </a:cubicBezTo>
                  <a:cubicBezTo>
                    <a:pt x="9306" y="117577"/>
                    <a:pt x="9306" y="117577"/>
                    <a:pt x="25003" y="90488"/>
                  </a:cubicBezTo>
                  <a:cubicBezTo>
                    <a:pt x="27518" y="86020"/>
                    <a:pt x="27518" y="86020"/>
                    <a:pt x="40262" y="63398"/>
                  </a:cubicBezTo>
                  <a:cubicBezTo>
                    <a:pt x="82591" y="0"/>
                    <a:pt x="82591" y="0"/>
                    <a:pt x="11430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</p:sp>
        <p:sp>
          <p:nvSpPr>
            <p:cNvPr id="228" name="freeform-228"/>
            <p:cNvSpPr/>
            <p:nvPr/>
          </p:nvSpPr>
          <p:spPr>
            <a:xfrm>
              <a:off x="11658605" y="5245298"/>
              <a:ext cx="152400" cy="52378"/>
            </a:xfrm>
            <a:custGeom>
              <a:avLst/>
              <a:gdLst/>
              <a:ahLst/>
              <a:cxnLst/>
              <a:rect l="0" t="0" r="0" b="0"/>
              <a:pathLst>
                <a:path w="152400" h="52378">
                  <a:moveTo>
                    <a:pt x="52978" y="0"/>
                  </a:moveTo>
                  <a:cubicBezTo>
                    <a:pt x="76200" y="2972"/>
                    <a:pt x="76200" y="2972"/>
                    <a:pt x="95250" y="22022"/>
                  </a:cubicBezTo>
                  <a:cubicBezTo>
                    <a:pt x="125006" y="18459"/>
                    <a:pt x="125006" y="18459"/>
                    <a:pt x="152400" y="12497"/>
                  </a:cubicBezTo>
                  <a:cubicBezTo>
                    <a:pt x="149257" y="21927"/>
                    <a:pt x="146113" y="31366"/>
                    <a:pt x="142875" y="41072"/>
                  </a:cubicBezTo>
                  <a:cubicBezTo>
                    <a:pt x="88640" y="52378"/>
                    <a:pt x="53092" y="47387"/>
                    <a:pt x="0" y="31547"/>
                  </a:cubicBezTo>
                  <a:cubicBezTo>
                    <a:pt x="17250" y="9763"/>
                    <a:pt x="24832" y="3429"/>
                    <a:pt x="52978" y="0"/>
                  </a:cubicBezTo>
                  <a:close/>
                </a:path>
              </a:pathLst>
            </a:custGeom>
            <a:solidFill>
              <a:srgbClr val="037ACD"/>
            </a:solidFill>
            <a:ln>
              <a:noFill/>
            </a:ln>
          </p:spPr>
        </p:sp>
        <p:sp>
          <p:nvSpPr>
            <p:cNvPr id="229" name="freeform-229"/>
            <p:cNvSpPr/>
            <p:nvPr/>
          </p:nvSpPr>
          <p:spPr>
            <a:xfrm>
              <a:off x="11534775" y="5123126"/>
              <a:ext cx="114300" cy="87049"/>
            </a:xfrm>
            <a:custGeom>
              <a:avLst/>
              <a:gdLst/>
              <a:ahLst/>
              <a:cxnLst/>
              <a:rect l="0" t="0" r="0" b="0"/>
              <a:pathLst>
                <a:path w="114300" h="87049">
                  <a:moveTo>
                    <a:pt x="114300" y="1324"/>
                  </a:moveTo>
                  <a:cubicBezTo>
                    <a:pt x="111157" y="10754"/>
                    <a:pt x="108013" y="20183"/>
                    <a:pt x="104775" y="29899"/>
                  </a:cubicBezTo>
                  <a:cubicBezTo>
                    <a:pt x="85773" y="36376"/>
                    <a:pt x="66713" y="42710"/>
                    <a:pt x="47625" y="48949"/>
                  </a:cubicBezTo>
                  <a:cubicBezTo>
                    <a:pt x="20241" y="69190"/>
                    <a:pt x="20241" y="69190"/>
                    <a:pt x="0" y="87049"/>
                  </a:cubicBezTo>
                  <a:cubicBezTo>
                    <a:pt x="13868" y="24632"/>
                    <a:pt x="13868" y="24632"/>
                    <a:pt x="35719" y="6677"/>
                  </a:cubicBezTo>
                  <a:cubicBezTo>
                    <a:pt x="62465" y="0"/>
                    <a:pt x="86849" y="76"/>
                    <a:pt x="114300" y="1324"/>
                  </a:cubicBezTo>
                  <a:close/>
                </a:path>
              </a:pathLst>
            </a:custGeom>
            <a:solidFill>
              <a:srgbClr val="448302"/>
            </a:solidFill>
            <a:ln>
              <a:noFill/>
            </a:ln>
          </p:spPr>
        </p:sp>
        <p:sp>
          <p:nvSpPr>
            <p:cNvPr id="230" name="freeform-230"/>
            <p:cNvSpPr/>
            <p:nvPr/>
          </p:nvSpPr>
          <p:spPr>
            <a:xfrm>
              <a:off x="11944350" y="5581650"/>
              <a:ext cx="114300" cy="152400"/>
            </a:xfrm>
            <a:custGeom>
              <a:avLst/>
              <a:gdLst/>
              <a:ahLst/>
              <a:cxnLst/>
              <a:rect l="0" t="0" r="0" b="0"/>
              <a:pathLst>
                <a:path w="114300" h="152400">
                  <a:moveTo>
                    <a:pt x="95250" y="0"/>
                  </a:moveTo>
                  <a:cubicBezTo>
                    <a:pt x="101537" y="0"/>
                    <a:pt x="107823" y="0"/>
                    <a:pt x="114300" y="0"/>
                  </a:cubicBezTo>
                  <a:cubicBezTo>
                    <a:pt x="102003" y="44129"/>
                    <a:pt x="85306" y="73323"/>
                    <a:pt x="55959" y="108347"/>
                  </a:cubicBezTo>
                  <a:cubicBezTo>
                    <a:pt x="52511" y="112509"/>
                    <a:pt x="52511" y="112509"/>
                    <a:pt x="35052" y="133569"/>
                  </a:cubicBezTo>
                  <a:cubicBezTo>
                    <a:pt x="32414" y="136684"/>
                    <a:pt x="32414" y="136684"/>
                    <a:pt x="19050" y="152400"/>
                  </a:cubicBezTo>
                  <a:cubicBezTo>
                    <a:pt x="12763" y="146114"/>
                    <a:pt x="6477" y="139827"/>
                    <a:pt x="0" y="133350"/>
                  </a:cubicBezTo>
                  <a:cubicBezTo>
                    <a:pt x="4486" y="128511"/>
                    <a:pt x="8963" y="123673"/>
                    <a:pt x="13583" y="118691"/>
                  </a:cubicBezTo>
                  <a:cubicBezTo>
                    <a:pt x="47787" y="80867"/>
                    <a:pt x="75267" y="47015"/>
                    <a:pt x="95250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  <p:sp>
          <p:nvSpPr>
            <p:cNvPr id="231" name="freeform-231"/>
            <p:cNvSpPr/>
            <p:nvPr/>
          </p:nvSpPr>
          <p:spPr>
            <a:xfrm>
              <a:off x="11934825" y="5314950"/>
              <a:ext cx="47625" cy="104775"/>
            </a:xfrm>
            <a:custGeom>
              <a:avLst/>
              <a:gdLst/>
              <a:ahLst/>
              <a:cxnLst/>
              <a:rect l="0" t="0" r="0" b="0"/>
              <a:pathLst>
                <a:path w="47625" h="104775">
                  <a:moveTo>
                    <a:pt x="19050" y="0"/>
                  </a:moveTo>
                  <a:cubicBezTo>
                    <a:pt x="22193" y="12573"/>
                    <a:pt x="25337" y="25146"/>
                    <a:pt x="28575" y="38100"/>
                  </a:cubicBezTo>
                  <a:cubicBezTo>
                    <a:pt x="34862" y="38100"/>
                    <a:pt x="41148" y="38100"/>
                    <a:pt x="47625" y="38100"/>
                  </a:cubicBezTo>
                  <a:cubicBezTo>
                    <a:pt x="47625" y="60103"/>
                    <a:pt x="47625" y="82106"/>
                    <a:pt x="47625" y="104775"/>
                  </a:cubicBezTo>
                  <a:cubicBezTo>
                    <a:pt x="31909" y="92202"/>
                    <a:pt x="16193" y="79629"/>
                    <a:pt x="0" y="66675"/>
                  </a:cubicBezTo>
                  <a:cubicBezTo>
                    <a:pt x="8334" y="10716"/>
                    <a:pt x="8334" y="10716"/>
                    <a:pt x="19050" y="0"/>
                  </a:cubicBezTo>
                  <a:close/>
                </a:path>
              </a:pathLst>
            </a:custGeom>
            <a:solidFill>
              <a:srgbClr val="048BE9"/>
            </a:solidFill>
            <a:ln>
              <a:noFill/>
            </a:ln>
          </p:spPr>
        </p:sp>
        <p:sp>
          <p:nvSpPr>
            <p:cNvPr id="232" name="freeform-232"/>
            <p:cNvSpPr/>
            <p:nvPr/>
          </p:nvSpPr>
          <p:spPr>
            <a:xfrm>
              <a:off x="11449050" y="5676900"/>
              <a:ext cx="161925" cy="95250"/>
            </a:xfrm>
            <a:custGeom>
              <a:avLst/>
              <a:gdLst/>
              <a:ahLst/>
              <a:cxnLst/>
              <a:rect l="0" t="0" r="0" b="0"/>
              <a:pathLst>
                <a:path w="161925" h="95250">
                  <a:moveTo>
                    <a:pt x="0" y="0"/>
                  </a:moveTo>
                  <a:cubicBezTo>
                    <a:pt x="38748" y="13316"/>
                    <a:pt x="70980" y="32899"/>
                    <a:pt x="105108" y="55064"/>
                  </a:cubicBezTo>
                  <a:cubicBezTo>
                    <a:pt x="123587" y="66523"/>
                    <a:pt x="142342" y="76305"/>
                    <a:pt x="161925" y="85725"/>
                  </a:cubicBezTo>
                  <a:cubicBezTo>
                    <a:pt x="145885" y="92088"/>
                    <a:pt x="145885" y="92088"/>
                    <a:pt x="123825" y="95250"/>
                  </a:cubicBezTo>
                  <a:cubicBezTo>
                    <a:pt x="100270" y="85020"/>
                    <a:pt x="100270" y="85020"/>
                    <a:pt x="75609" y="69647"/>
                  </a:cubicBezTo>
                  <a:cubicBezTo>
                    <a:pt x="67437" y="64703"/>
                    <a:pt x="59274" y="59760"/>
                    <a:pt x="50863" y="54654"/>
                  </a:cubicBezTo>
                  <a:cubicBezTo>
                    <a:pt x="28813" y="38281"/>
                    <a:pt x="15116" y="22755"/>
                    <a:pt x="0" y="0"/>
                  </a:cubicBezTo>
                  <a:close/>
                </a:path>
              </a:pathLst>
            </a:custGeom>
            <a:solidFill>
              <a:srgbClr val="27301E"/>
            </a:solidFill>
            <a:ln>
              <a:noFill/>
            </a:ln>
          </p:spPr>
        </p:sp>
        <p:sp>
          <p:nvSpPr>
            <p:cNvPr id="233" name="freeform-233"/>
            <p:cNvSpPr/>
            <p:nvPr/>
          </p:nvSpPr>
          <p:spPr>
            <a:xfrm>
              <a:off x="11696700" y="5295900"/>
              <a:ext cx="104775" cy="47625"/>
            </a:xfrm>
            <a:custGeom>
              <a:avLst/>
              <a:gdLst/>
              <a:ahLst/>
              <a:cxnLst/>
              <a:rect l="0" t="0" r="0" b="0"/>
              <a:pathLst>
                <a:path w="104775" h="47625">
                  <a:moveTo>
                    <a:pt x="95250" y="0"/>
                  </a:moveTo>
                  <a:cubicBezTo>
                    <a:pt x="98393" y="12573"/>
                    <a:pt x="101537" y="25146"/>
                    <a:pt x="104775" y="38100"/>
                  </a:cubicBezTo>
                  <a:cubicBezTo>
                    <a:pt x="85915" y="41243"/>
                    <a:pt x="67056" y="44386"/>
                    <a:pt x="47625" y="47625"/>
                  </a:cubicBezTo>
                  <a:cubicBezTo>
                    <a:pt x="47625" y="41339"/>
                    <a:pt x="47625" y="35052"/>
                    <a:pt x="47625" y="28575"/>
                  </a:cubicBezTo>
                  <a:cubicBezTo>
                    <a:pt x="31909" y="31718"/>
                    <a:pt x="16193" y="34861"/>
                    <a:pt x="0" y="38100"/>
                  </a:cubicBezTo>
                  <a:cubicBezTo>
                    <a:pt x="0" y="28670"/>
                    <a:pt x="0" y="19240"/>
                    <a:pt x="0" y="9525"/>
                  </a:cubicBezTo>
                  <a:cubicBezTo>
                    <a:pt x="31432" y="6382"/>
                    <a:pt x="62865" y="3239"/>
                    <a:pt x="95250" y="0"/>
                  </a:cubicBezTo>
                  <a:close/>
                </a:path>
              </a:pathLst>
            </a:custGeom>
            <a:solidFill>
              <a:srgbClr val="396F01"/>
            </a:solidFill>
            <a:ln>
              <a:noFill/>
            </a:ln>
          </p:spPr>
        </p:sp>
        <p:sp>
          <p:nvSpPr>
            <p:cNvPr id="234" name="freeform-234"/>
            <p:cNvSpPr/>
            <p:nvPr/>
          </p:nvSpPr>
          <p:spPr>
            <a:xfrm>
              <a:off x="11515725" y="5143500"/>
              <a:ext cx="133350" cy="85725"/>
            </a:xfrm>
            <a:custGeom>
              <a:avLst/>
              <a:gdLst/>
              <a:ahLst/>
              <a:cxnLst/>
              <a:rect l="0" t="0" r="0" b="0"/>
              <a:pathLst>
                <a:path w="133350" h="85725">
                  <a:moveTo>
                    <a:pt x="123825" y="0"/>
                  </a:moveTo>
                  <a:cubicBezTo>
                    <a:pt x="126968" y="6286"/>
                    <a:pt x="130112" y="12573"/>
                    <a:pt x="133350" y="19050"/>
                  </a:cubicBezTo>
                  <a:cubicBezTo>
                    <a:pt x="124901" y="21212"/>
                    <a:pt x="116453" y="23374"/>
                    <a:pt x="107747" y="25603"/>
                  </a:cubicBezTo>
                  <a:cubicBezTo>
                    <a:pt x="72066" y="39738"/>
                    <a:pt x="53940" y="57379"/>
                    <a:pt x="28575" y="85725"/>
                  </a:cubicBezTo>
                  <a:cubicBezTo>
                    <a:pt x="19145" y="82582"/>
                    <a:pt x="9715" y="79439"/>
                    <a:pt x="0" y="76200"/>
                  </a:cubicBezTo>
                  <a:cubicBezTo>
                    <a:pt x="6287" y="57340"/>
                    <a:pt x="12573" y="38481"/>
                    <a:pt x="19050" y="19050"/>
                  </a:cubicBezTo>
                  <a:cubicBezTo>
                    <a:pt x="22193" y="31623"/>
                    <a:pt x="25337" y="44196"/>
                    <a:pt x="28575" y="57150"/>
                  </a:cubicBezTo>
                  <a:cubicBezTo>
                    <a:pt x="35452" y="49492"/>
                    <a:pt x="42329" y="41824"/>
                    <a:pt x="49416" y="33928"/>
                  </a:cubicBezTo>
                  <a:cubicBezTo>
                    <a:pt x="76438" y="9306"/>
                    <a:pt x="88316" y="3048"/>
                    <a:pt x="123825" y="0"/>
                  </a:cubicBezTo>
                  <a:close/>
                </a:path>
              </a:pathLst>
            </a:custGeom>
            <a:solidFill>
              <a:srgbClr val="041717"/>
            </a:solidFill>
            <a:ln>
              <a:noFill/>
            </a:ln>
          </p:spPr>
        </p:sp>
        <p:sp>
          <p:nvSpPr>
            <p:cNvPr id="235" name="freeform-235"/>
            <p:cNvSpPr/>
            <p:nvPr/>
          </p:nvSpPr>
          <p:spPr>
            <a:xfrm>
              <a:off x="11991975" y="5286375"/>
              <a:ext cx="47625" cy="190500"/>
            </a:xfrm>
            <a:custGeom>
              <a:avLst/>
              <a:gdLst/>
              <a:ahLst/>
              <a:cxnLst/>
              <a:rect l="0" t="0" r="0" b="0"/>
              <a:pathLst>
                <a:path w="47625" h="190500">
                  <a:moveTo>
                    <a:pt x="9525" y="0"/>
                  </a:moveTo>
                  <a:cubicBezTo>
                    <a:pt x="40586" y="31061"/>
                    <a:pt x="42729" y="71676"/>
                    <a:pt x="47625" y="114300"/>
                  </a:cubicBezTo>
                  <a:cubicBezTo>
                    <a:pt x="46568" y="140675"/>
                    <a:pt x="42920" y="164449"/>
                    <a:pt x="38100" y="190500"/>
                  </a:cubicBezTo>
                  <a:cubicBezTo>
                    <a:pt x="34957" y="190500"/>
                    <a:pt x="31813" y="190500"/>
                    <a:pt x="28575" y="190500"/>
                  </a:cubicBezTo>
                  <a:cubicBezTo>
                    <a:pt x="28108" y="182909"/>
                    <a:pt x="27642" y="175327"/>
                    <a:pt x="27165" y="167507"/>
                  </a:cubicBezTo>
                  <a:cubicBezTo>
                    <a:pt x="23441" y="114767"/>
                    <a:pt x="18393" y="68980"/>
                    <a:pt x="0" y="19050"/>
                  </a:cubicBezTo>
                  <a:cubicBezTo>
                    <a:pt x="3143" y="12764"/>
                    <a:pt x="6287" y="6477"/>
                    <a:pt x="9525" y="0"/>
                  </a:cubicBezTo>
                  <a:close/>
                </a:path>
              </a:pathLst>
            </a:custGeom>
            <a:solidFill>
              <a:srgbClr val="223B4C"/>
            </a:solidFill>
            <a:ln>
              <a:noFill/>
            </a:ln>
          </p:spPr>
        </p:sp>
        <p:sp>
          <p:nvSpPr>
            <p:cNvPr id="236" name="freeform-236"/>
            <p:cNvSpPr/>
            <p:nvPr/>
          </p:nvSpPr>
          <p:spPr>
            <a:xfrm>
              <a:off x="11677650" y="5580921"/>
              <a:ext cx="104775" cy="105508"/>
            </a:xfrm>
            <a:custGeom>
              <a:avLst/>
              <a:gdLst/>
              <a:ahLst/>
              <a:cxnLst/>
              <a:rect l="0" t="0" r="0" b="0"/>
              <a:pathLst>
                <a:path w="104775" h="105508">
                  <a:moveTo>
                    <a:pt x="59531" y="3705"/>
                  </a:moveTo>
                  <a:cubicBezTo>
                    <a:pt x="62284" y="4782"/>
                    <a:pt x="62284" y="4782"/>
                    <a:pt x="76200" y="10258"/>
                  </a:cubicBezTo>
                  <a:cubicBezTo>
                    <a:pt x="79343" y="35404"/>
                    <a:pt x="82487" y="60550"/>
                    <a:pt x="85725" y="86458"/>
                  </a:cubicBezTo>
                  <a:cubicBezTo>
                    <a:pt x="92012" y="86458"/>
                    <a:pt x="98298" y="86458"/>
                    <a:pt x="104775" y="86458"/>
                  </a:cubicBezTo>
                  <a:cubicBezTo>
                    <a:pt x="104775" y="92735"/>
                    <a:pt x="104775" y="99031"/>
                    <a:pt x="104775" y="105508"/>
                  </a:cubicBezTo>
                  <a:cubicBezTo>
                    <a:pt x="95345" y="102365"/>
                    <a:pt x="85915" y="99222"/>
                    <a:pt x="76200" y="95983"/>
                  </a:cubicBezTo>
                  <a:cubicBezTo>
                    <a:pt x="64884" y="62046"/>
                    <a:pt x="64884" y="62046"/>
                    <a:pt x="57150" y="29308"/>
                  </a:cubicBezTo>
                  <a:cubicBezTo>
                    <a:pt x="38290" y="29308"/>
                    <a:pt x="19431" y="29308"/>
                    <a:pt x="0" y="29308"/>
                  </a:cubicBezTo>
                  <a:cubicBezTo>
                    <a:pt x="32823" y="0"/>
                    <a:pt x="32823" y="0"/>
                    <a:pt x="59531" y="3705"/>
                  </a:cubicBezTo>
                  <a:close/>
                </a:path>
              </a:pathLst>
            </a:custGeom>
            <a:solidFill>
              <a:srgbClr val="062020"/>
            </a:solidFill>
            <a:ln>
              <a:noFill/>
            </a:ln>
          </p:spPr>
        </p:sp>
        <p:sp>
          <p:nvSpPr>
            <p:cNvPr id="237" name="freeform-237"/>
            <p:cNvSpPr/>
            <p:nvPr/>
          </p:nvSpPr>
          <p:spPr>
            <a:xfrm>
              <a:off x="11715750" y="5762625"/>
              <a:ext cx="123825" cy="47625"/>
            </a:xfrm>
            <a:custGeom>
              <a:avLst/>
              <a:gdLst/>
              <a:ahLst/>
              <a:cxnLst/>
              <a:rect l="0" t="0" r="0" b="0"/>
              <a:pathLst>
                <a:path w="123825" h="47625">
                  <a:moveTo>
                    <a:pt x="114300" y="9525"/>
                  </a:moveTo>
                  <a:cubicBezTo>
                    <a:pt x="117443" y="15811"/>
                    <a:pt x="120587" y="22098"/>
                    <a:pt x="123825" y="28575"/>
                  </a:cubicBezTo>
                  <a:cubicBezTo>
                    <a:pt x="98679" y="34861"/>
                    <a:pt x="73533" y="41148"/>
                    <a:pt x="47625" y="47625"/>
                  </a:cubicBezTo>
                  <a:cubicBezTo>
                    <a:pt x="47625" y="41339"/>
                    <a:pt x="47625" y="35052"/>
                    <a:pt x="47625" y="28575"/>
                  </a:cubicBezTo>
                  <a:cubicBezTo>
                    <a:pt x="31909" y="28575"/>
                    <a:pt x="16193" y="28575"/>
                    <a:pt x="0" y="28575"/>
                  </a:cubicBezTo>
                  <a:cubicBezTo>
                    <a:pt x="0" y="25432"/>
                    <a:pt x="0" y="22289"/>
                    <a:pt x="0" y="19050"/>
                  </a:cubicBezTo>
                  <a:cubicBezTo>
                    <a:pt x="15459" y="15602"/>
                    <a:pt x="30947" y="12240"/>
                    <a:pt x="46434" y="8934"/>
                  </a:cubicBezTo>
                  <a:cubicBezTo>
                    <a:pt x="55054" y="7049"/>
                    <a:pt x="63675" y="5172"/>
                    <a:pt x="72552" y="3239"/>
                  </a:cubicBezTo>
                  <a:cubicBezTo>
                    <a:pt x="95250" y="0"/>
                    <a:pt x="95250" y="0"/>
                    <a:pt x="114300" y="9525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</p:sp>
        <p:sp>
          <p:nvSpPr>
            <p:cNvPr id="238" name="freeform-238"/>
            <p:cNvSpPr/>
            <p:nvPr/>
          </p:nvSpPr>
          <p:spPr>
            <a:xfrm>
              <a:off x="11610975" y="5305425"/>
              <a:ext cx="95250" cy="47625"/>
            </a:xfrm>
            <a:custGeom>
              <a:avLst/>
              <a:gdLst/>
              <a:ahLst/>
              <a:cxnLst/>
              <a:rect l="0" t="0" r="0" b="0"/>
              <a:pathLst>
                <a:path w="95250" h="47625">
                  <a:moveTo>
                    <a:pt x="85725" y="0"/>
                  </a:moveTo>
                  <a:cubicBezTo>
                    <a:pt x="88868" y="15716"/>
                    <a:pt x="92012" y="31432"/>
                    <a:pt x="95250" y="47625"/>
                  </a:cubicBezTo>
                  <a:cubicBezTo>
                    <a:pt x="85820" y="47625"/>
                    <a:pt x="76390" y="47625"/>
                    <a:pt x="66675" y="47625"/>
                  </a:cubicBezTo>
                  <a:cubicBezTo>
                    <a:pt x="66675" y="41339"/>
                    <a:pt x="66675" y="35052"/>
                    <a:pt x="66675" y="28575"/>
                  </a:cubicBezTo>
                  <a:cubicBezTo>
                    <a:pt x="47815" y="28575"/>
                    <a:pt x="28956" y="28575"/>
                    <a:pt x="9525" y="28575"/>
                  </a:cubicBezTo>
                  <a:cubicBezTo>
                    <a:pt x="6382" y="22289"/>
                    <a:pt x="3238" y="16002"/>
                    <a:pt x="0" y="9525"/>
                  </a:cubicBezTo>
                  <a:cubicBezTo>
                    <a:pt x="29127" y="4343"/>
                    <a:pt x="56083" y="0"/>
                    <a:pt x="85725" y="0"/>
                  </a:cubicBezTo>
                  <a:close/>
                </a:path>
              </a:pathLst>
            </a:custGeom>
            <a:solidFill>
              <a:srgbClr val="062228"/>
            </a:solidFill>
            <a:ln>
              <a:noFill/>
            </a:ln>
          </p:spPr>
        </p:sp>
        <p:sp>
          <p:nvSpPr>
            <p:cNvPr id="239" name="freeform-239"/>
            <p:cNvSpPr/>
            <p:nvPr/>
          </p:nvSpPr>
          <p:spPr>
            <a:xfrm>
              <a:off x="11391900" y="5248275"/>
              <a:ext cx="66675" cy="76200"/>
            </a:xfrm>
            <a:custGeom>
              <a:avLst/>
              <a:gdLst/>
              <a:ahLst/>
              <a:cxnLst/>
              <a:rect l="0" t="0" r="0" b="0"/>
              <a:pathLst>
                <a:path w="66675" h="76200">
                  <a:moveTo>
                    <a:pt x="38100" y="0"/>
                  </a:moveTo>
                  <a:cubicBezTo>
                    <a:pt x="47530" y="3143"/>
                    <a:pt x="56960" y="6286"/>
                    <a:pt x="66675" y="9525"/>
                  </a:cubicBezTo>
                  <a:cubicBezTo>
                    <a:pt x="63532" y="28385"/>
                    <a:pt x="60388" y="47244"/>
                    <a:pt x="57150" y="66675"/>
                  </a:cubicBezTo>
                  <a:cubicBezTo>
                    <a:pt x="54007" y="60389"/>
                    <a:pt x="50863" y="54102"/>
                    <a:pt x="47625" y="47625"/>
                  </a:cubicBezTo>
                  <a:cubicBezTo>
                    <a:pt x="43301" y="52340"/>
                    <a:pt x="38986" y="57055"/>
                    <a:pt x="34528" y="61912"/>
                  </a:cubicBezTo>
                  <a:cubicBezTo>
                    <a:pt x="19050" y="76200"/>
                    <a:pt x="19050" y="76200"/>
                    <a:pt x="0" y="76200"/>
                  </a:cubicBezTo>
                  <a:cubicBezTo>
                    <a:pt x="10716" y="47892"/>
                    <a:pt x="21174" y="25394"/>
                    <a:pt x="38100" y="0"/>
                  </a:cubicBezTo>
                  <a:close/>
                </a:path>
              </a:pathLst>
            </a:custGeom>
            <a:solidFill>
              <a:srgbClr val="3B7301"/>
            </a:solidFill>
            <a:ln>
              <a:noFill/>
            </a:ln>
          </p:spPr>
        </p:sp>
        <p:sp>
          <p:nvSpPr>
            <p:cNvPr id="240" name="freeform-240"/>
            <p:cNvSpPr/>
            <p:nvPr/>
          </p:nvSpPr>
          <p:spPr>
            <a:xfrm>
              <a:off x="11572875" y="5772150"/>
              <a:ext cx="95250" cy="38100"/>
            </a:xfrm>
            <a:custGeom>
              <a:avLst/>
              <a:gdLst/>
              <a:ahLst/>
              <a:cxnLst/>
              <a:rect l="0" t="0" r="0" b="0"/>
              <a:pathLst>
                <a:path w="95250" h="38100">
                  <a:moveTo>
                    <a:pt x="0" y="0"/>
                  </a:moveTo>
                  <a:cubicBezTo>
                    <a:pt x="31432" y="3143"/>
                    <a:pt x="62865" y="6286"/>
                    <a:pt x="95250" y="9525"/>
                  </a:cubicBezTo>
                  <a:cubicBezTo>
                    <a:pt x="92107" y="14240"/>
                    <a:pt x="92107" y="14240"/>
                    <a:pt x="76200" y="38100"/>
                  </a:cubicBezTo>
                  <a:cubicBezTo>
                    <a:pt x="51054" y="34957"/>
                    <a:pt x="25908" y="31814"/>
                    <a:pt x="0" y="28575"/>
                  </a:cubicBezTo>
                  <a:cubicBezTo>
                    <a:pt x="0" y="19145"/>
                    <a:pt x="0" y="9715"/>
                    <a:pt x="0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</p:sp>
        <p:sp>
          <p:nvSpPr>
            <p:cNvPr id="241" name="freeform-241"/>
            <p:cNvSpPr/>
            <p:nvPr/>
          </p:nvSpPr>
          <p:spPr>
            <a:xfrm>
              <a:off x="11801475" y="5124450"/>
              <a:ext cx="57150" cy="95250"/>
            </a:xfrm>
            <a:custGeom>
              <a:avLst/>
              <a:gdLst/>
              <a:ahLst/>
              <a:cxnLst/>
              <a:rect l="0" t="0" r="0" b="0"/>
              <a:pathLst>
                <a:path w="57150" h="95250">
                  <a:moveTo>
                    <a:pt x="0" y="0"/>
                  </a:moveTo>
                  <a:cubicBezTo>
                    <a:pt x="9430" y="1572"/>
                    <a:pt x="9430" y="1572"/>
                    <a:pt x="57150" y="9525"/>
                  </a:cubicBezTo>
                  <a:cubicBezTo>
                    <a:pt x="47720" y="12668"/>
                    <a:pt x="38290" y="15811"/>
                    <a:pt x="28575" y="19050"/>
                  </a:cubicBezTo>
                  <a:cubicBezTo>
                    <a:pt x="21622" y="36652"/>
                    <a:pt x="21622" y="36652"/>
                    <a:pt x="17259" y="57741"/>
                  </a:cubicBezTo>
                  <a:cubicBezTo>
                    <a:pt x="15754" y="64732"/>
                    <a:pt x="14240" y="71714"/>
                    <a:pt x="12687" y="78915"/>
                  </a:cubicBezTo>
                  <a:cubicBezTo>
                    <a:pt x="12163" y="81610"/>
                    <a:pt x="12163" y="81610"/>
                    <a:pt x="9525" y="95250"/>
                  </a:cubicBezTo>
                  <a:cubicBezTo>
                    <a:pt x="6382" y="95250"/>
                    <a:pt x="3238" y="95250"/>
                    <a:pt x="0" y="95250"/>
                  </a:cubicBezTo>
                  <a:cubicBezTo>
                    <a:pt x="0" y="63818"/>
                    <a:pt x="0" y="32385"/>
                    <a:pt x="0" y="0"/>
                  </a:cubicBezTo>
                  <a:close/>
                </a:path>
              </a:pathLst>
            </a:custGeom>
            <a:solidFill>
              <a:srgbClr val="12241E"/>
            </a:solidFill>
            <a:ln>
              <a:noFill/>
            </a:ln>
          </p:spPr>
        </p:sp>
        <p:sp>
          <p:nvSpPr>
            <p:cNvPr id="242" name="freeform-242"/>
            <p:cNvSpPr/>
            <p:nvPr/>
          </p:nvSpPr>
          <p:spPr>
            <a:xfrm>
              <a:off x="11468100" y="5666184"/>
              <a:ext cx="76200" cy="39291"/>
            </a:xfrm>
            <a:custGeom>
              <a:avLst/>
              <a:gdLst/>
              <a:ahLst/>
              <a:cxnLst/>
              <a:rect l="0" t="0" r="0" b="0"/>
              <a:pathLst>
                <a:path w="76200" h="39291">
                  <a:moveTo>
                    <a:pt x="0" y="1191"/>
                  </a:moveTo>
                  <a:cubicBezTo>
                    <a:pt x="27384" y="0"/>
                    <a:pt x="27384" y="0"/>
                    <a:pt x="57150" y="1191"/>
                  </a:cubicBezTo>
                  <a:cubicBezTo>
                    <a:pt x="63437" y="7477"/>
                    <a:pt x="69723" y="13764"/>
                    <a:pt x="76200" y="20241"/>
                  </a:cubicBezTo>
                  <a:cubicBezTo>
                    <a:pt x="54178" y="30956"/>
                    <a:pt x="54178" y="30956"/>
                    <a:pt x="28575" y="39291"/>
                  </a:cubicBezTo>
                  <a:cubicBezTo>
                    <a:pt x="19145" y="33004"/>
                    <a:pt x="9715" y="26718"/>
                    <a:pt x="0" y="20241"/>
                  </a:cubicBezTo>
                  <a:cubicBezTo>
                    <a:pt x="0" y="13954"/>
                    <a:pt x="0" y="7668"/>
                    <a:pt x="0" y="1191"/>
                  </a:cubicBezTo>
                  <a:close/>
                </a:path>
              </a:pathLst>
            </a:custGeom>
            <a:solidFill>
              <a:srgbClr val="3E7A01"/>
            </a:solidFill>
            <a:ln>
              <a:noFill/>
            </a:ln>
          </p:spPr>
        </p:sp>
        <p:sp>
          <p:nvSpPr>
            <p:cNvPr id="243" name="freeform-243"/>
            <p:cNvSpPr/>
            <p:nvPr/>
          </p:nvSpPr>
          <p:spPr>
            <a:xfrm>
              <a:off x="11372850" y="5648325"/>
              <a:ext cx="66675" cy="76200"/>
            </a:xfrm>
            <a:custGeom>
              <a:avLst/>
              <a:gdLst/>
              <a:ahLst/>
              <a:cxnLst/>
              <a:rect l="0" t="0" r="0" b="0"/>
              <a:pathLst>
                <a:path w="66675" h="76200">
                  <a:moveTo>
                    <a:pt x="0" y="0"/>
                  </a:moveTo>
                  <a:cubicBezTo>
                    <a:pt x="6287" y="0"/>
                    <a:pt x="12573" y="0"/>
                    <a:pt x="19050" y="0"/>
                  </a:cubicBezTo>
                  <a:cubicBezTo>
                    <a:pt x="66675" y="52159"/>
                    <a:pt x="66675" y="52159"/>
                    <a:pt x="66675" y="76200"/>
                  </a:cubicBezTo>
                  <a:cubicBezTo>
                    <a:pt x="34709" y="62970"/>
                    <a:pt x="18355" y="48416"/>
                    <a:pt x="0" y="19050"/>
                  </a:cubicBezTo>
                  <a:cubicBezTo>
                    <a:pt x="0" y="12764"/>
                    <a:pt x="0" y="6477"/>
                    <a:pt x="0" y="0"/>
                  </a:cubicBezTo>
                  <a:close/>
                </a:path>
              </a:pathLst>
            </a:custGeom>
            <a:solidFill>
              <a:srgbClr val="3C3C3C"/>
            </a:solidFill>
            <a:ln>
              <a:noFill/>
            </a:ln>
          </p:spPr>
        </p:sp>
        <p:sp>
          <p:nvSpPr>
            <p:cNvPr id="244" name="freeform-244"/>
            <p:cNvSpPr/>
            <p:nvPr/>
          </p:nvSpPr>
          <p:spPr>
            <a:xfrm>
              <a:off x="11972925" y="5591175"/>
              <a:ext cx="57150" cy="57150"/>
            </a:xfrm>
            <a:custGeom>
              <a:avLst/>
              <a:gdLst/>
              <a:ahLst/>
              <a:cxnLst/>
              <a:rect l="0" t="0" r="0" b="0"/>
              <a:pathLst>
                <a:path w="57150" h="57150">
                  <a:moveTo>
                    <a:pt x="28575" y="0"/>
                  </a:moveTo>
                  <a:cubicBezTo>
                    <a:pt x="38005" y="3143"/>
                    <a:pt x="47435" y="6286"/>
                    <a:pt x="57150" y="9525"/>
                  </a:cubicBezTo>
                  <a:cubicBezTo>
                    <a:pt x="50863" y="25241"/>
                    <a:pt x="44577" y="40957"/>
                    <a:pt x="38100" y="57150"/>
                  </a:cubicBezTo>
                  <a:cubicBezTo>
                    <a:pt x="25527" y="54007"/>
                    <a:pt x="12954" y="50864"/>
                    <a:pt x="0" y="47625"/>
                  </a:cubicBezTo>
                  <a:cubicBezTo>
                    <a:pt x="9430" y="31909"/>
                    <a:pt x="18860" y="16193"/>
                    <a:pt x="28575" y="0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</p:spPr>
        </p:sp>
        <p:sp>
          <p:nvSpPr>
            <p:cNvPr id="245" name="freeform-245"/>
            <p:cNvSpPr/>
            <p:nvPr/>
          </p:nvSpPr>
          <p:spPr>
            <a:xfrm>
              <a:off x="11344275" y="5534025"/>
              <a:ext cx="38100" cy="66675"/>
            </a:xfrm>
            <a:custGeom>
              <a:avLst/>
              <a:gdLst/>
              <a:ahLst/>
              <a:cxnLst/>
              <a:rect l="0" t="0" r="0" b="0"/>
              <a:pathLst>
                <a:path w="38100" h="66675">
                  <a:moveTo>
                    <a:pt x="0" y="0"/>
                  </a:moveTo>
                  <a:cubicBezTo>
                    <a:pt x="9430" y="3143"/>
                    <a:pt x="18860" y="6286"/>
                    <a:pt x="28575" y="9525"/>
                  </a:cubicBezTo>
                  <a:cubicBezTo>
                    <a:pt x="31718" y="25241"/>
                    <a:pt x="34862" y="40957"/>
                    <a:pt x="38100" y="57150"/>
                  </a:cubicBezTo>
                  <a:cubicBezTo>
                    <a:pt x="28670" y="60293"/>
                    <a:pt x="19240" y="63436"/>
                    <a:pt x="9525" y="66675"/>
                  </a:cubicBezTo>
                  <a:cubicBezTo>
                    <a:pt x="6382" y="44672"/>
                    <a:pt x="3238" y="22669"/>
                    <a:pt x="0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</p:sp>
        <p:sp>
          <p:nvSpPr>
            <p:cNvPr id="246" name="freeform-246"/>
            <p:cNvSpPr/>
            <p:nvPr/>
          </p:nvSpPr>
          <p:spPr>
            <a:xfrm>
              <a:off x="11334750" y="5314950"/>
              <a:ext cx="28575" cy="85725"/>
            </a:xfrm>
            <a:custGeom>
              <a:avLst/>
              <a:gdLst/>
              <a:ahLst/>
              <a:cxnLst/>
              <a:rect l="0" t="0" r="0" b="0"/>
              <a:pathLst>
                <a:path w="28575" h="85725">
                  <a:moveTo>
                    <a:pt x="19050" y="0"/>
                  </a:moveTo>
                  <a:cubicBezTo>
                    <a:pt x="22193" y="0"/>
                    <a:pt x="25337" y="0"/>
                    <a:pt x="28575" y="0"/>
                  </a:cubicBezTo>
                  <a:cubicBezTo>
                    <a:pt x="25432" y="28289"/>
                    <a:pt x="22288" y="56579"/>
                    <a:pt x="19050" y="85725"/>
                  </a:cubicBezTo>
                  <a:cubicBezTo>
                    <a:pt x="12763" y="82582"/>
                    <a:pt x="6477" y="79439"/>
                    <a:pt x="0" y="76200"/>
                  </a:cubicBezTo>
                  <a:cubicBezTo>
                    <a:pt x="8334" y="10716"/>
                    <a:pt x="8334" y="10716"/>
                    <a:pt x="19050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</p:sp>
        <p:sp>
          <p:nvSpPr>
            <p:cNvPr id="247" name="freeform-247"/>
            <p:cNvSpPr/>
            <p:nvPr/>
          </p:nvSpPr>
          <p:spPr>
            <a:xfrm>
              <a:off x="11696700" y="5191125"/>
              <a:ext cx="47625" cy="38100"/>
            </a:xfrm>
            <a:custGeom>
              <a:avLst/>
              <a:gdLst/>
              <a:ahLst/>
              <a:cxnLst/>
              <a:rect l="0" t="0" r="0" b="0"/>
              <a:pathLst>
                <a:path w="47625" h="38100">
                  <a:moveTo>
                    <a:pt x="0" y="0"/>
                  </a:moveTo>
                  <a:cubicBezTo>
                    <a:pt x="7858" y="1572"/>
                    <a:pt x="7858" y="1572"/>
                    <a:pt x="47625" y="9525"/>
                  </a:cubicBezTo>
                  <a:cubicBezTo>
                    <a:pt x="47625" y="18955"/>
                    <a:pt x="47625" y="28385"/>
                    <a:pt x="47625" y="38100"/>
                  </a:cubicBezTo>
                  <a:cubicBezTo>
                    <a:pt x="31909" y="38100"/>
                    <a:pt x="16193" y="38100"/>
                    <a:pt x="0" y="38100"/>
                  </a:cubicBezTo>
                  <a:cubicBezTo>
                    <a:pt x="0" y="25527"/>
                    <a:pt x="0" y="12954"/>
                    <a:pt x="0" y="0"/>
                  </a:cubicBezTo>
                  <a:close/>
                </a:path>
              </a:pathLst>
            </a:custGeom>
            <a:solidFill>
              <a:srgbClr val="458602"/>
            </a:solidFill>
            <a:ln>
              <a:noFill/>
            </a:ln>
          </p:spPr>
        </p:sp>
        <p:sp>
          <p:nvSpPr>
            <p:cNvPr id="248" name="freeform-248"/>
            <p:cNvSpPr/>
            <p:nvPr/>
          </p:nvSpPr>
          <p:spPr>
            <a:xfrm>
              <a:off x="11944350" y="5286375"/>
              <a:ext cx="57150" cy="57150"/>
            </a:xfrm>
            <a:custGeom>
              <a:avLst/>
              <a:gdLst/>
              <a:ahLst/>
              <a:cxnLst/>
              <a:rect l="0" t="0" r="0" b="0"/>
              <a:pathLst>
                <a:path w="57150" h="57150">
                  <a:moveTo>
                    <a:pt x="38100" y="0"/>
                  </a:moveTo>
                  <a:cubicBezTo>
                    <a:pt x="44387" y="0"/>
                    <a:pt x="50673" y="0"/>
                    <a:pt x="57150" y="0"/>
                  </a:cubicBezTo>
                  <a:cubicBezTo>
                    <a:pt x="54007" y="18860"/>
                    <a:pt x="50863" y="37719"/>
                    <a:pt x="47625" y="57150"/>
                  </a:cubicBezTo>
                  <a:cubicBezTo>
                    <a:pt x="39767" y="54007"/>
                    <a:pt x="39767" y="54007"/>
                    <a:pt x="0" y="38100"/>
                  </a:cubicBezTo>
                  <a:cubicBezTo>
                    <a:pt x="0" y="31814"/>
                    <a:pt x="0" y="25527"/>
                    <a:pt x="0" y="19050"/>
                  </a:cubicBezTo>
                  <a:cubicBezTo>
                    <a:pt x="9430" y="19050"/>
                    <a:pt x="18860" y="19050"/>
                    <a:pt x="28575" y="19050"/>
                  </a:cubicBezTo>
                  <a:cubicBezTo>
                    <a:pt x="31718" y="12764"/>
                    <a:pt x="34862" y="6477"/>
                    <a:pt x="38100" y="0"/>
                  </a:cubicBezTo>
                  <a:close/>
                </a:path>
              </a:pathLst>
            </a:custGeom>
            <a:solidFill>
              <a:srgbClr val="010D12"/>
            </a:solidFill>
            <a:ln>
              <a:noFill/>
            </a:ln>
          </p:spPr>
        </p:sp>
      </p:grpSp>
      <p:sp>
        <p:nvSpPr>
          <p:cNvPr id="249" name="af-environment-label-text-01" descr="{&quot;autofigure_element_id&quot;:&quot;environment-label&quot;}"/>
          <p:cNvSpPr txBox="1"/>
          <p:nvPr/>
        </p:nvSpPr>
        <p:spPr>
          <a:xfrm>
            <a:off x="12125325" y="5439728"/>
            <a:ext cx="1480375" cy="4524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50">
                <a:solidFill>
                  <a:srgbClr val="000000"/>
                </a:solidFill>
                <a:latin typeface="Arial"/>
              </a:rPr>
              <a:t>Environment</a:t>
            </a:r>
          </a:p>
        </p:txBody>
      </p:sp>
    </p:spTree>
  </p:cSld>
  <p:clrMapOvr>
    <a:masterClrMapping/>
  </p:clrMapOvr>
</p:sld>
</file>

<file path=ppt/tags/tag1.xml><?xml version="1.0" encoding="utf-8"?>
<ns0:tagLst xmlns:ns0="http://schemas.openxmlformats.org/presentationml/2006/main">
  <ns0:tag name="AISCIENTIFICILLUSTRATORASSETID" val="atomic:observation"/>
  <ns0:tag name="AISCIENTIFICILLUSTRATORSOURCESHA256" val="61c6c0a2d3ee6722cb36713edacd8310a676e2855245e250f1f1a8cae56f5e9f"/>
  <ns0:tag name="AISCIENTIFICILLUSTRATORRASTERREASON" val="The embedded observation photograph cannot be faithfully reconstructed with native PowerPoint geometry."/>
  <ns0:tag name="AISCIENTIFICILLUSTRATORSOURCETIGHTLYCROPPED" val="True"/>
  <ns0:tag name="AISCIENTIFICILLUSTRATORATOMICRASTERUNIT" val="True"/>
  <ns0:tag name="AISCIENTIFICILLUSTRATORCONTAINSRECONSTRUCTABLECONTENT" val="False"/>
  <ns0:tag name="AISCIENTIFICILLUSTRATORDECOMPOSITIONNOTE" val="Only the photograph is raster; its label and all connecting arrows remain native editable objects."/>
</ns0:tagLst>
</file>

<file path=ppt/tags/tag2.xml><?xml version="1.0" encoding="utf-8"?>
<ns0:tagLst xmlns:ns0="http://schemas.openxmlformats.org/presentationml/2006/main">
  <ns0:tag name="AISCIENTIFICILLUSTRATORASSETID" val="atomic:environment-globe-vector"/>
  <ns0:tag name="AISCIENTIFICILLUSTRATORSOURCESHA256" val="e161bd1c29549ff3c2503a4047d7390685bb861693faaf45120324a44fbd3cba"/>
  <ns0:tag name="AISCIENTIFICILLUSTRATORREPRESENTATION" val="atomic-vector"/>
  <ns0:tag name="AISCIENTIFICILLUSTRATOREDITABLE" val="True"/>
  <ns0:tag name="AISCIENTIFICILLUSTRATORORIGIN" val="vtracer-provider"/>
  <ns0:tag name="AISCIENTIFICILLUSTRATORTRACEMETHOD" val="vtracer-color-stacked-spline"/>
  <ns0:tag name="AISCIENTIFICILLUSTRATORTRACEENGINEVERSION" val="0.6.15"/>
</ns0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