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611225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image" Target="../media/image2.png"/><Relationship Id="rId5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vg-rect-0001-rect-01" descr="{&quot;autofigure_element_id&quot;:&quot;svg-rect-0001&quot;}"/>
          <p:cNvSpPr/>
          <p:nvPr/>
        </p:nvSpPr>
        <p:spPr>
          <a:xfrm>
            <a:off x="0" y="0"/>
            <a:ext cx="13611225" cy="5972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task-list-rect-01" descr="{&quot;autofigure_element_id&quot;:&quot;task-list&quot;}"/>
          <p:cNvSpPr/>
          <p:nvPr/>
        </p:nvSpPr>
        <p:spPr>
          <a:xfrm>
            <a:off x="276225" y="152400"/>
            <a:ext cx="3429000" cy="733425"/>
          </a:xfrm>
          <a:prstGeom prst="roundRect">
            <a:avLst>
              <a:gd name="adj" fmla="val 18181"/>
            </a:avLst>
          </a:prstGeom>
          <a:solidFill>
            <a:srgbClr val="F4F4F4"/>
          </a:solidFill>
          <a:ln w="20955">
            <a:solidFill>
              <a:srgbClr val="243B6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svg-circle-0001-ellipse-01" descr="{&quot;autofigure_element_id&quot;:&quot;svg-circle-0001&quot;}"/>
          <p:cNvSpPr/>
          <p:nvPr/>
        </p:nvSpPr>
        <p:spPr>
          <a:xfrm>
            <a:off x="419100" y="276225"/>
            <a:ext cx="457200" cy="4572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000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svg-circle-0002-ellipse-01" descr="{&quot;autofigure_element_id&quot;:&quot;svg-circle-0002&quot;}"/>
          <p:cNvSpPr/>
          <p:nvPr/>
        </p:nvSpPr>
        <p:spPr>
          <a:xfrm>
            <a:off x="581025" y="352425"/>
            <a:ext cx="133350" cy="1333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f-svg-path-0001-freeform-01" descr="{&quot;autofigure_element_id&quot;:&quot;svg-path-0001&quot;}"/>
          <p:cNvSpPr/>
          <p:nvPr/>
        </p:nvSpPr>
        <p:spPr>
          <a:xfrm>
            <a:off x="533400" y="476250"/>
            <a:ext cx="228600" cy="152400"/>
          </a:xfrm>
          <a:custGeom>
            <a:avLst/>
            <a:gdLst/>
            <a:ahLst/>
            <a:cxnLst/>
            <a:rect l="0" t="0" r="0" b="0"/>
            <a:pathLst>
              <a:path w="228600" h="152400">
                <a:moveTo>
                  <a:pt x="0" y="152400"/>
                </a:moveTo>
                <a:cubicBezTo>
                  <a:pt x="6350" y="57150"/>
                  <a:pt x="44450" y="6350"/>
                  <a:pt x="114300" y="0"/>
                </a:cubicBezTo>
                <a:cubicBezTo>
                  <a:pt x="184150" y="6350"/>
                  <a:pt x="222250" y="57150"/>
                  <a:pt x="228600" y="152400"/>
                </a:cubicBezTo>
                <a:close/>
              </a:path>
            </a:pathLst>
          </a:custGeom>
          <a:solidFill>
            <a:srgbClr val="000000"/>
          </a:solidFill>
          <a:ln w="9525" cap="rnd">
            <a:solidFill>
              <a:srgbClr val="000000"/>
            </a:solidFill>
            <a:round/>
          </a:ln>
        </p:spPr>
        <p:txBody>
          <a:bodyPr/>
          <a:p/>
        </p:txBody>
      </p:sp>
      <p:sp>
        <p:nvSpPr>
          <p:cNvPr id="7" name="af-svg-text-0001-text-01" descr="{&quot;autofigure_element_id&quot;:&quot;svg-text-0001&quot;}"/>
          <p:cNvSpPr txBox="1"/>
          <p:nvPr/>
        </p:nvSpPr>
        <p:spPr>
          <a:xfrm>
            <a:off x="1076325" y="285750"/>
            <a:ext cx="21183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>
                <a:solidFill>
                  <a:srgbClr val="111111"/>
                </a:solidFill>
                <a:latin typeface="Arial"/>
              </a:rPr>
              <a:t>Task 1: Turn on lamp</a:t>
            </a:r>
          </a:p>
        </p:txBody>
      </p:sp>
      <p:sp>
        <p:nvSpPr>
          <p:cNvPr id="8" name="af-svg-text-0002-text-01" descr="{&quot;autofigure_element_id&quot;:&quot;svg-text-0002&quot;}"/>
          <p:cNvSpPr txBox="1"/>
          <p:nvPr/>
        </p:nvSpPr>
        <p:spPr>
          <a:xfrm>
            <a:off x="1076325" y="552450"/>
            <a:ext cx="266319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>
                <a:solidFill>
                  <a:srgbClr val="111111"/>
                </a:solidFill>
                <a:latin typeface="Arial"/>
              </a:rPr>
              <a:t>Task 2: Close top drawer ...</a:t>
            </a:r>
          </a:p>
        </p:txBody>
      </p:sp>
      <p:cxnSp>
        <p:nvCxnSpPr>
          <p:cNvPr id="9" name="af-task-list-to-encoder-connector-01" descr="{&quot;arrow_spec_sha256&quot;:&quot;58b70bd38aba7acf7f822672f4150307c871ef55b25c4b8dd36be8b968a7681c&quot;,&quot;autofigure_element_id&quot;:&quot;task-list-to-encoder&quot;}"/>
          <p:cNvCxnSpPr/>
          <p:nvPr/>
        </p:nvCxnSpPr>
        <p:spPr>
          <a:xfrm>
            <a:off x="3819525" y="523875"/>
            <a:ext cx="200025" cy="0"/>
          </a:xfrm>
          <a:prstGeom prst="line">
            <a:avLst/>
          </a:prstGeom>
          <a:ln w="47625" cap="rnd">
            <a:solidFill>
              <a:srgbClr val="777777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f-task-encoder-rect-01" descr="{&quot;autofigure_element_id&quot;:&quot;task-encoder&quot;}"/>
          <p:cNvSpPr/>
          <p:nvPr/>
        </p:nvSpPr>
        <p:spPr>
          <a:xfrm>
            <a:off x="4133850" y="161925"/>
            <a:ext cx="1190625" cy="733425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-svg-text-0003-text-01" descr="{&quot;autofigure_element_id&quot;:&quot;svg-text-0003&quot;}"/>
          <p:cNvSpPr txBox="1"/>
          <p:nvPr/>
        </p:nvSpPr>
        <p:spPr>
          <a:xfrm>
            <a:off x="4391978" y="295275"/>
            <a:ext cx="66484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</a:t>
            </a:r>
          </a:p>
        </p:txBody>
      </p:sp>
      <p:sp>
        <p:nvSpPr>
          <p:cNvPr id="12" name="af-svg-text-0004-text-01" descr="{&quot;autofigure_element_id&quot;:&quot;svg-text-0004&quot;}"/>
          <p:cNvSpPr txBox="1"/>
          <p:nvPr/>
        </p:nvSpPr>
        <p:spPr>
          <a:xfrm>
            <a:off x="4226242" y="561975"/>
            <a:ext cx="99631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cxnSp>
        <p:nvCxnSpPr>
          <p:cNvPr id="13" name="af-task-encoder-to-token-connector-01" descr="{&quot;arrow_spec_sha256&quot;:&quot;b5816da5b40589951ca1e2e594a0aed4af17174de14699a247e666273cef7d53&quot;,&quot;autofigure_element_id&quot;:&quot;task-encoder-to-token&quot;}"/>
          <p:cNvCxnSpPr/>
          <p:nvPr/>
        </p:nvCxnSpPr>
        <p:spPr>
          <a:xfrm>
            <a:off x="5391150" y="523875"/>
            <a:ext cx="219075" cy="0"/>
          </a:xfrm>
          <a:prstGeom prst="line">
            <a:avLst/>
          </a:prstGeom>
          <a:ln w="47625" cap="rnd">
            <a:solidFill>
              <a:srgbClr val="777777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f-task-token-vector-rect-01" descr="{&quot;autofigure_element_id&quot;:&quot;task-token-vector&quot;}"/>
          <p:cNvSpPr/>
          <p:nvPr/>
        </p:nvSpPr>
        <p:spPr>
          <a:xfrm>
            <a:off x="5686425" y="342900"/>
            <a:ext cx="1209675" cy="409575"/>
          </a:xfrm>
          <a:prstGeom prst="rect">
            <a:avLst/>
          </a:prstGeom>
          <a:solidFill>
            <a:srgbClr val="FFFFFF"/>
          </a:solidFill>
          <a:ln w="23812">
            <a:solidFill>
              <a:srgbClr val="233C6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f-svg-circle-0003-ellipse-01" descr="{&quot;autofigure_element_id&quot;:&quot;svg-circle-0003&quot;}"/>
          <p:cNvSpPr/>
          <p:nvPr/>
        </p:nvSpPr>
        <p:spPr>
          <a:xfrm>
            <a:off x="5791200" y="390525"/>
            <a:ext cx="323850" cy="3238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svg-circle-0004-ellipse-01" descr="{&quot;autofigure_element_id&quot;:&quot;svg-circle-0004&quot;}"/>
          <p:cNvSpPr/>
          <p:nvPr/>
        </p:nvSpPr>
        <p:spPr>
          <a:xfrm>
            <a:off x="6134100" y="390525"/>
            <a:ext cx="323850" cy="3238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svg-circle-0005-ellipse-01" descr="{&quot;autofigure_element_id&quot;:&quot;svg-circle-0005&quot;}"/>
          <p:cNvSpPr/>
          <p:nvPr/>
        </p:nvSpPr>
        <p:spPr>
          <a:xfrm>
            <a:off x="6477000" y="390525"/>
            <a:ext cx="323850" cy="3238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math:001" descr="AI_AUTOFIGURE_NATIVE_MATH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91238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650">
                        <a:solidFill>
                          <a:srgbClr val="111111"/>
                        </a:solidFill>
                        <a:latin typeface="Cambria Math"/>
                      </a:rPr>
                      <m:t>τ</m:t>
                    </m:r>
                  </m:oMath>
                </a14:m>
                <a:endParaRPr lang="en-US" dirty="0" sz="16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" name="math:001" descr="AI_AUTOFIGURE_MATH_FALLBACK_ONLY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91238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650">
                    <a:solidFill>
                      <a:srgbClr val="111111"/>
                    </a:solidFill>
                  </a:rPr>
                  <a:t>\(\tau\)</a:t>
                </a:r>
                <a:endParaRPr lang="en-US" dirty="0" sz="1650">
                  <a:solidFill>
                    <a:srgbClr val="111111"/>
                  </a:solidFill>
                </a:endParaRPr>
              </a:p>
            </p:txBody>
          </p:sp>
        </mc:Fallback>
      </mc:AlternateContent>
      <p:cxnSp>
        <p:nvCxnSpPr>
          <p:cNvPr id="19" name="af-task-token-to-mapping-connector-01" descr="{&quot;arrow_spec_sha256&quot;:&quot;1653d40a04b63df8a2922ff20c1d2027857fc6c0676d3745ab08212bbac15bd4&quot;,&quot;autofigure_element_id&quot;:&quot;task-token-to-mapping&quot;}"/>
          <p:cNvCxnSpPr/>
          <p:nvPr/>
        </p:nvCxnSpPr>
        <p:spPr>
          <a:xfrm>
            <a:off x="6962775" y="523875"/>
            <a:ext cx="257175" cy="0"/>
          </a:xfrm>
          <a:prstGeom prst="line">
            <a:avLst/>
          </a:prstGeom>
          <a:ln w="47625" cap="rnd">
            <a:solidFill>
              <a:srgbClr val="777777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f-task-mapping-rect-01" descr="{&quot;autofigure_element_id&quot;:&quot;task-mapping&quot;}"/>
          <p:cNvSpPr/>
          <p:nvPr/>
        </p:nvSpPr>
        <p:spPr>
          <a:xfrm>
            <a:off x="7324725" y="323850"/>
            <a:ext cx="1724025" cy="457200"/>
          </a:xfrm>
          <a:prstGeom prst="roundRect">
            <a:avLst>
              <a:gd name="adj" fmla="val 125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task-mapping-label-text-01" descr="{&quot;autofigure_element_id&quot;:&quot;task-mapping-label&quot;}"/>
          <p:cNvSpPr txBox="1"/>
          <p:nvPr/>
        </p:nvSpPr>
        <p:spPr>
          <a:xfrm>
            <a:off x="7524750" y="438150"/>
            <a:ext cx="1015365" cy="3238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math:002" descr="AI_AUTOFIGURE_NATIVE_MATH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258175" y="438150"/>
                <a:ext cx="727710" cy="32385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e>
                        <m:r>
                          <a:rPr lang="en-US" dirty="0" sz="1500">
                            <a:solidFill>
                              <a:srgbClr val="111111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dirty="0" sz="1500">
                            <a:solidFill>
                              <a:srgbClr val="111111"/>
                            </a:solidFill>
                            <a:latin typeface="Cambria Math"/>
                          </a:rPr>
                          <m:t>map</m:t>
                        </m:r>
                      </m:sub>
                    </m:sSub>
                  </m:oMath>
                </a14:m>
                <a:endParaRPr lang="en-US" dirty="0" sz="150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2" name="math:002" descr="AI_AUTOFIGURE_MATH_FALLBACK_ONLY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258175" y="438150"/>
                <a:ext cx="727710" cy="32385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l"/>
                <a:r>
                  <a:rPr lang="en-US" dirty="0" sz="1500">
                    <a:solidFill>
                      <a:srgbClr val="111111"/>
                    </a:solidFill>
                  </a:rPr>
                  <a:t>\(f_{map}\)</a:t>
                </a:r>
                <a:endParaRPr lang="en-US" dirty="0" sz="1500">
                  <a:solidFill>
                    <a:srgbClr val="111111"/>
                  </a:solidFill>
                </a:endParaRPr>
              </a:p>
            </p:txBody>
          </p:sp>
        </mc:Fallback>
      </mc:AlternateContent>
      <p:cxnSp>
        <p:nvCxnSpPr>
          <p:cNvPr id="23" name="af-task-token-to-allocator-connector-01" descr="{&quot;arrow_spec_sha256&quot;:&quot;829b63109ac26cae75ffb6dfb97085b293b03b057bbe50883697602cd6a19675&quot;,&quot;autofigure_element_id&quot;:&quot;task-token-to-allocator&quot;}"/>
          <p:cNvCxnSpPr/>
          <p:nvPr/>
        </p:nvCxnSpPr>
        <p:spPr>
          <a:xfrm>
            <a:off x="6296025" y="762000"/>
            <a:ext cx="0" cy="428625"/>
          </a:xfrm>
          <a:prstGeom prst="line">
            <a:avLst/>
          </a:prstGeom>
          <a:ln w="20955" cap="rnd">
            <a:solidFill>
              <a:srgbClr val="3567B7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f-svg-rect-0006-rect-01" descr="{&quot;autofigure_element_id&quot;:&quot;svg-rect-0006&quot;}"/>
          <p:cNvSpPr/>
          <p:nvPr/>
        </p:nvSpPr>
        <p:spPr>
          <a:xfrm>
            <a:off x="10991850" y="171450"/>
            <a:ext cx="752475" cy="342900"/>
          </a:xfrm>
          <a:prstGeom prst="roundRect">
            <a:avLst>
              <a:gd name="adj" fmla="val 19444"/>
            </a:avLst>
          </a:prstGeom>
          <a:solidFill>
            <a:srgbClr val="FC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f-svg-text-0008-text-01" descr="{&quot;autofigure_element_id&quot;:&quot;svg-text-0008&quot;}"/>
          <p:cNvSpPr txBox="1"/>
          <p:nvPr/>
        </p:nvSpPr>
        <p:spPr>
          <a:xfrm>
            <a:off x="11045571" y="237173"/>
            <a:ext cx="654558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26" name="af-svg-text-0009-text-01" descr="{&quot;autofigure_element_id&quot;:&quot;svg-text-0009&quot;}"/>
          <p:cNvSpPr txBox="1"/>
          <p:nvPr/>
        </p:nvSpPr>
        <p:spPr>
          <a:xfrm>
            <a:off x="11820525" y="246698"/>
            <a:ext cx="1523810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>
                <a:solidFill>
                  <a:srgbClr val="111111"/>
                </a:solidFill>
                <a:latin typeface="Arial"/>
              </a:rPr>
              <a:t>semantic expert</a:t>
            </a:r>
          </a:p>
        </p:txBody>
      </p:sp>
      <p:sp>
        <p:nvSpPr>
          <p:cNvPr id="27" name="af-svg-rect-0007-rect-01" descr="{&quot;autofigure_element_id&quot;:&quot;svg-rect-0007&quot;}"/>
          <p:cNvSpPr/>
          <p:nvPr/>
        </p:nvSpPr>
        <p:spPr>
          <a:xfrm>
            <a:off x="11001375" y="561975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E2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f-svg-text-0010-text-01" descr="{&quot;autofigure_element_id&quot;:&quot;svg-text-0010&quot;}"/>
          <p:cNvSpPr txBox="1"/>
          <p:nvPr/>
        </p:nvSpPr>
        <p:spPr>
          <a:xfrm>
            <a:off x="11073860" y="637222"/>
            <a:ext cx="597980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29" name="af-svg-text-0011-text-01" descr="{&quot;autofigure_element_id&quot;:&quot;svg-text-0011&quot;}"/>
          <p:cNvSpPr txBox="1"/>
          <p:nvPr/>
        </p:nvSpPr>
        <p:spPr>
          <a:xfrm>
            <a:off x="11820525" y="637222"/>
            <a:ext cx="155638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>
                <a:solidFill>
                  <a:srgbClr val="111111"/>
                </a:solidFill>
                <a:latin typeface="Arial"/>
              </a:rPr>
              <a:t>dynamics expert</a:t>
            </a:r>
          </a:p>
        </p:txBody>
      </p:sp>
      <p:sp>
        <p:nvSpPr>
          <p:cNvPr id="30" name="af-task-aware-modular-joint-panel-rect-01" descr="{&quot;autofigure_element_id&quot;:&quot;task-aware-modular-joint-panel&quot;}"/>
          <p:cNvSpPr/>
          <p:nvPr/>
        </p:nvSpPr>
        <p:spPr>
          <a:xfrm>
            <a:off x="180975" y="1028700"/>
            <a:ext cx="9001125" cy="3905250"/>
          </a:xfrm>
          <a:prstGeom prst="rect">
            <a:avLst/>
          </a:prstGeom>
          <a:noFill/>
          <a:ln w="20002">
            <a:solidFill>
              <a:srgbClr val="203A66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task-aware-behavior-panel-rect-01" descr="{&quot;autofigure_element_id&quot;:&quot;task-aware-behavior-panel&quot;}"/>
          <p:cNvSpPr/>
          <p:nvPr/>
        </p:nvSpPr>
        <p:spPr>
          <a:xfrm>
            <a:off x="9315450" y="1028700"/>
            <a:ext cx="4124325" cy="3914775"/>
          </a:xfrm>
          <a:prstGeom prst="rect">
            <a:avLst/>
          </a:prstGeom>
          <a:noFill/>
          <a:ln w="20002">
            <a:solidFill>
              <a:srgbClr val="203A66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f-svg-text-0012-text-01" descr="{&quot;autofigure_element_id&quot;:&quot;svg-text-0012&quot;}"/>
          <p:cNvSpPr txBox="1"/>
          <p:nvPr/>
        </p:nvSpPr>
        <p:spPr>
          <a:xfrm>
            <a:off x="390525" y="1298258"/>
            <a:ext cx="3254311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 b="1">
                <a:solidFill>
                  <a:srgbClr val="111111"/>
                </a:solidFill>
                <a:latin typeface="Arial"/>
              </a:rPr>
              <a:t>Task-Aware Modular Joint</a:t>
            </a:r>
          </a:p>
        </p:txBody>
      </p:sp>
      <p:sp>
        <p:nvSpPr>
          <p:cNvPr id="33" name="af-allocator-header-rect-01" descr="{&quot;autofigure_element_id&quot;:&quot;allocator-header&quot;}"/>
          <p:cNvSpPr/>
          <p:nvPr/>
        </p:nvSpPr>
        <p:spPr>
          <a:xfrm>
            <a:off x="4619625" y="1266825"/>
            <a:ext cx="3352800" cy="419100"/>
          </a:xfrm>
          <a:prstGeom prst="rect">
            <a:avLst/>
          </a:prstGeom>
          <a:solidFill>
            <a:srgbClr val="FFFFFF"/>
          </a:solidFill>
          <a:ln w="28575">
            <a:solidFill>
              <a:srgbClr val="3F6FC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svg-text-0013-text-01" descr="{&quot;autofigure_element_id&quot;:&quot;svg-text-0013&quot;}"/>
          <p:cNvSpPr txBox="1"/>
          <p:nvPr/>
        </p:nvSpPr>
        <p:spPr>
          <a:xfrm>
            <a:off x="4895850" y="1371600"/>
            <a:ext cx="280035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Task-Guided Expert Allocator</a:t>
            </a:r>
          </a:p>
        </p:txBody>
      </p:sp>
      <p:sp>
        <p:nvSpPr>
          <p:cNvPr id="35" name="af-svg-polygon-0001-freeform-01" descr="{&quot;autofigure_element_id&quot;:&quot;svg-polygon-0001&quot;}"/>
          <p:cNvSpPr/>
          <p:nvPr/>
        </p:nvSpPr>
        <p:spPr>
          <a:xfrm>
            <a:off x="4838700" y="1695450"/>
            <a:ext cx="2914650" cy="304800"/>
          </a:xfrm>
          <a:custGeom>
            <a:avLst/>
            <a:gdLst/>
            <a:ahLst/>
            <a:cxnLst/>
            <a:rect l="0" t="0" r="0" b="0"/>
            <a:pathLst>
              <a:path w="2914650" h="304800">
                <a:moveTo>
                  <a:pt x="0" y="0"/>
                </a:moveTo>
                <a:lnTo>
                  <a:pt x="2914650" y="0"/>
                </a:lnTo>
                <a:lnTo>
                  <a:pt x="1457325" y="304800"/>
                </a:lnTo>
                <a:close/>
              </a:path>
            </a:pathLst>
          </a:custGeom>
          <a:gradFill>
            <a:gsLst>
              <a:gs pos="0">
                <a:srgbClr val="C9D8F2">
                  <a:alpha val="80000"/>
                </a:srgbClr>
              </a:gs>
              <a:gs pos="100000">
                <a:srgbClr val="9DBCE9">
                  <a:alpha val="2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pic>
        <p:nvPicPr>
          <p:cNvPr id="36" name="af-atomic-observation-atomic-raster-01" descr="{&quot;autofigure_element_id&quot;:&quot;atomic:observation&quot;}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0050" y="2762250"/>
            <a:ext cx="1009650" cy="819150"/>
          </a:xfrm>
          <a:prstGeom prst="rect">
            <a:avLst/>
          </a:prstGeom>
        </p:spPr>
      </p:pic>
      <p:sp>
        <p:nvSpPr>
          <p:cNvPr id="37" name="af-svg-text-0014-text-01" descr="{&quot;autofigure_element_id&quot;:&quot;svg-text-0014&quot;}"/>
          <p:cNvSpPr txBox="1"/>
          <p:nvPr/>
        </p:nvSpPr>
        <p:spPr>
          <a:xfrm>
            <a:off x="314325" y="3392329"/>
            <a:ext cx="501968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38" name="af-svg-text-0015-text-01" descr="{&quot;autofigure_element_id&quot;:&quot;svg-text-0015&quot;}"/>
          <p:cNvSpPr txBox="1"/>
          <p:nvPr/>
        </p:nvSpPr>
        <p:spPr>
          <a:xfrm>
            <a:off x="266700" y="3668554"/>
            <a:ext cx="1428655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25">
                <a:solidFill>
                  <a:srgbClr val="111111"/>
                </a:solidFill>
                <a:latin typeface="Arial"/>
              </a:rPr>
              <a:t>observation</a:t>
            </a:r>
          </a:p>
        </p:txBody>
      </p:sp>
      <p:cxnSp>
        <p:nvCxnSpPr>
          <p:cNvPr id="39" name="af-observation-to-mllm-connector-01" descr="{&quot;arrow_spec_sha256&quot;:&quot;d1cea5979ed511f450c2f03b4a84292002dbcc45697611ac4ab2dc3775516d0c&quot;,&quot;autofigure_element_id&quot;:&quot;observation-to-mllm&quot;}"/>
          <p:cNvCxnSpPr/>
          <p:nvPr/>
        </p:nvCxnSpPr>
        <p:spPr>
          <a:xfrm flipV="1">
            <a:off x="1476375" y="2800350"/>
            <a:ext cx="257175" cy="171450"/>
          </a:xfrm>
          <a:prstGeom prst="line">
            <a:avLst/>
          </a:prstGeom>
          <a:ln w="57150" cap="rnd">
            <a:solidFill>
              <a:srgbClr val="EF7D2B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f-observation-to-wm-connector-01" descr="{&quot;arrow_spec_sha256&quot;:&quot;54848c1f1f36bdb2c8c96e760acb9047dbe51aa783cf26145ea5fe904a64615c&quot;,&quot;autofigure_element_id&quot;:&quot;observation-to-wm&quot;}"/>
          <p:cNvCxnSpPr/>
          <p:nvPr/>
        </p:nvCxnSpPr>
        <p:spPr>
          <a:xfrm>
            <a:off x="1476375" y="3695700"/>
            <a:ext cx="257175" cy="161925"/>
          </a:xfrm>
          <a:prstGeom prst="line">
            <a:avLst/>
          </a:prstGeom>
          <a:ln w="57150" cap="rnd">
            <a:solidFill>
              <a:srgbClr val="3567B7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f-mllm-encoder-rect-01" descr="{&quot;autofigure_element_id&quot;:&quot;mllm-encoder&quot;}"/>
          <p:cNvSpPr/>
          <p:nvPr/>
        </p:nvSpPr>
        <p:spPr>
          <a:xfrm>
            <a:off x="1781175" y="2305050"/>
            <a:ext cx="1181100" cy="742950"/>
          </a:xfrm>
          <a:prstGeom prst="roundRect">
            <a:avLst>
              <a:gd name="adj" fmla="val 16666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f-svg-text-0016-text-01" descr="{&quot;autofigure_element_id&quot;:&quot;svg-text-0016&quot;}"/>
          <p:cNvSpPr txBox="1"/>
          <p:nvPr/>
        </p:nvSpPr>
        <p:spPr>
          <a:xfrm>
            <a:off x="1915287" y="2429351"/>
            <a:ext cx="912876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MLLM</a:t>
            </a:r>
          </a:p>
        </p:txBody>
      </p:sp>
      <p:sp>
        <p:nvSpPr>
          <p:cNvPr id="43" name="af-svg-text-0017-text-01" descr="{&quot;autofigure_element_id&quot;:&quot;svg-text-0017&quot;}"/>
          <p:cNvSpPr txBox="1"/>
          <p:nvPr/>
        </p:nvSpPr>
        <p:spPr>
          <a:xfrm>
            <a:off x="1856280" y="2705576"/>
            <a:ext cx="1030891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sp>
        <p:nvSpPr>
          <p:cNvPr id="44" name="af-wm-encoder-rect-01" descr="{&quot;autofigure_element_id&quot;:&quot;wm-encoder&quot;}"/>
          <p:cNvSpPr/>
          <p:nvPr/>
        </p:nvSpPr>
        <p:spPr>
          <a:xfrm>
            <a:off x="1790700" y="3819525"/>
            <a:ext cx="1190625" cy="742950"/>
          </a:xfrm>
          <a:prstGeom prst="roundRect">
            <a:avLst>
              <a:gd name="adj" fmla="val 16666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f-svg-text-0018-text-01" descr="{&quot;autofigure_element_id&quot;:&quot;svg-text-0018&quot;}"/>
          <p:cNvSpPr txBox="1"/>
          <p:nvPr/>
        </p:nvSpPr>
        <p:spPr>
          <a:xfrm>
            <a:off x="2053828" y="3972401"/>
            <a:ext cx="654844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WM</a:t>
            </a:r>
          </a:p>
        </p:txBody>
      </p:sp>
      <p:sp>
        <p:nvSpPr>
          <p:cNvPr id="46" name="af-svg-text-0019-text-01" descr="{&quot;autofigure_element_id&quot;:&quot;svg-text-0019&quot;}"/>
          <p:cNvSpPr txBox="1"/>
          <p:nvPr/>
        </p:nvSpPr>
        <p:spPr>
          <a:xfrm>
            <a:off x="1865805" y="4239101"/>
            <a:ext cx="1030891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cxnSp>
        <p:nvCxnSpPr>
          <p:cNvPr id="47" name="af-svg-line-0005-connector-01" descr="{&quot;arrow_spec_sha256&quot;:&quot;891ec0f3c800603f655d0d22ec8eec2802138972539651f26f29224df4752c07&quot;,&quot;autofigure_element_id&quot;:&quot;svg-line-0005&quot;}"/>
          <p:cNvCxnSpPr/>
          <p:nvPr/>
        </p:nvCxnSpPr>
        <p:spPr>
          <a:xfrm>
            <a:off x="3000375" y="2609850"/>
            <a:ext cx="247650" cy="0"/>
          </a:xfrm>
          <a:prstGeom prst="line">
            <a:avLst/>
          </a:prstGeom>
          <a:ln w="57150" cap="rnd">
            <a:solidFill>
              <a:srgbClr val="EF7D2B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f-svg-line-0006-connector-01" descr="{&quot;arrow_spec_sha256&quot;:&quot;076826d44320fa533f1d3797548c16208aefbb63ebebc1b3794cce591ca6ee85&quot;,&quot;autofigure_element_id&quot;:&quot;svg-line-0006&quot;}"/>
          <p:cNvCxnSpPr/>
          <p:nvPr/>
        </p:nvCxnSpPr>
        <p:spPr>
          <a:xfrm>
            <a:off x="3009900" y="4152900"/>
            <a:ext cx="238125" cy="0"/>
          </a:xfrm>
          <a:prstGeom prst="line">
            <a:avLst/>
          </a:prstGeom>
          <a:ln w="57150" cap="rnd">
            <a:solidFill>
              <a:srgbClr val="3567B7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f-e-v-vector-rect-01" descr="{&quot;autofigure_element_id&quot;:&quot;e-v-vector&quot;}"/>
          <p:cNvSpPr/>
          <p:nvPr/>
        </p:nvSpPr>
        <p:spPr>
          <a:xfrm>
            <a:off x="3295650" y="2028825"/>
            <a:ext cx="400050" cy="1209675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math:003" descr="AI_AUTOFIGURE_NATIVE_MATH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49168" y="1742599"/>
                <a:ext cx="493014" cy="41671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425">
                            <a:solidFill>
                              <a:srgbClr val="111111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111111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endParaRPr lang="en-US" dirty="0" sz="1425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0" name="math:003" descr="AI_AUTOFIGURE_MATH_FALLBACK_ONLY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49168" y="1742599"/>
                <a:ext cx="493014" cy="41671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425">
                    <a:solidFill>
                      <a:srgbClr val="111111"/>
                    </a:solidFill>
                  </a:rPr>
                  <a:t>\(e_{v}\)</a:t>
                </a:r>
                <a:endParaRPr lang="en-US" dirty="0" sz="1425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51" name="af-e-v-circle-1-ellipse-01" descr="{&quot;autofigure_element_id&quot;:&quot;e-v-circle-1&quot;}"/>
          <p:cNvSpPr/>
          <p:nvPr/>
        </p:nvSpPr>
        <p:spPr>
          <a:xfrm>
            <a:off x="3333750" y="2114550"/>
            <a:ext cx="323850" cy="323850"/>
          </a:xfrm>
          <a:prstGeom prst="ellipse">
            <a:avLst/>
          </a:prstGeom>
          <a:solidFill>
            <a:srgbClr val="F2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e-v-circle-2-ellipse-01" descr="{&quot;autofigure_element_id&quot;:&quot;e-v-circle-2&quot;}"/>
          <p:cNvSpPr/>
          <p:nvPr/>
        </p:nvSpPr>
        <p:spPr>
          <a:xfrm>
            <a:off x="3333750" y="2476500"/>
            <a:ext cx="323850" cy="323850"/>
          </a:xfrm>
          <a:prstGeom prst="ellipse">
            <a:avLst/>
          </a:prstGeom>
          <a:solidFill>
            <a:srgbClr val="F2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f-e-v-circle-3-ellipse-01" descr="{&quot;autofigure_element_id&quot;:&quot;e-v-circle-3&quot;}"/>
          <p:cNvSpPr/>
          <p:nvPr/>
        </p:nvSpPr>
        <p:spPr>
          <a:xfrm>
            <a:off x="3333750" y="2828925"/>
            <a:ext cx="323850" cy="323850"/>
          </a:xfrm>
          <a:prstGeom prst="ellipse">
            <a:avLst/>
          </a:prstGeom>
          <a:solidFill>
            <a:srgbClr val="F2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af-svg-line-0007-connector-01" descr="{&quot;arrow_spec_sha256&quot;:&quot;06783bacc1d8444aed0f7bd6de53cd32a19fec26af2cbca03f060d8d9cd432b3&quot;,&quot;autofigure_element_id&quot;:&quot;svg-line-0007&quot;}"/>
          <p:cNvCxnSpPr/>
          <p:nvPr/>
        </p:nvCxnSpPr>
        <p:spPr>
          <a:xfrm>
            <a:off x="3752850" y="2609850"/>
            <a:ext cx="257175" cy="0"/>
          </a:xfrm>
          <a:prstGeom prst="line">
            <a:avLst/>
          </a:prstGeom>
          <a:ln w="57150" cap="rnd">
            <a:solidFill>
              <a:srgbClr val="EF7D2B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f-s-t-vector-rect-01" descr="{&quot;autofigure_element_id&quot;:&quot;s-t-vector&quot;}"/>
          <p:cNvSpPr/>
          <p:nvPr/>
        </p:nvSpPr>
        <p:spPr>
          <a:xfrm>
            <a:off x="3305175" y="3552825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math:004" descr="AI_AUTOFIGURE_NATIVE_MATH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2946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6" name="math:004" descr="AI_AUTOFIGURE_MATH_FALLBACK_ONLY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2946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111111"/>
                    </a:solidFill>
                  </a:rPr>
                  <a:t>\(s_{t}\)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57" name="af-s-t-circle-1-ellipse-01" descr="{&quot;autofigure_element_id&quot;:&quot;s-t-circle-1&quot;}"/>
          <p:cNvSpPr/>
          <p:nvPr/>
        </p:nvSpPr>
        <p:spPr>
          <a:xfrm>
            <a:off x="3343275" y="3638550"/>
            <a:ext cx="323850" cy="323850"/>
          </a:xfrm>
          <a:prstGeom prst="ellipse">
            <a:avLst/>
          </a:prstGeom>
          <a:solidFill>
            <a:srgbClr val="24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f-s-t-circle-2-ellipse-01" descr="{&quot;autofigure_element_id&quot;:&quot;s-t-circle-2&quot;}"/>
          <p:cNvSpPr/>
          <p:nvPr/>
        </p:nvSpPr>
        <p:spPr>
          <a:xfrm>
            <a:off x="3343275" y="4000500"/>
            <a:ext cx="323850" cy="323850"/>
          </a:xfrm>
          <a:prstGeom prst="ellipse">
            <a:avLst/>
          </a:prstGeom>
          <a:solidFill>
            <a:srgbClr val="24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f-s-t-circle-3-ellipse-01" descr="{&quot;autofigure_element_id&quot;:&quot;s-t-circle-3&quot;}"/>
          <p:cNvSpPr/>
          <p:nvPr/>
        </p:nvSpPr>
        <p:spPr>
          <a:xfrm>
            <a:off x="3343275" y="4352925"/>
            <a:ext cx="323850" cy="323850"/>
          </a:xfrm>
          <a:prstGeom prst="ellipse">
            <a:avLst/>
          </a:prstGeom>
          <a:solidFill>
            <a:srgbClr val="24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af-svg-line-0008-connector-01" descr="{&quot;arrow_spec_sha256&quot;:&quot;fdc220ca2c34e783cecdca26c41ea40d941556663475493a3a55878564e4fa35&quot;,&quot;autofigure_element_id&quot;:&quot;svg-line-0008&quot;}"/>
          <p:cNvCxnSpPr/>
          <p:nvPr/>
        </p:nvCxnSpPr>
        <p:spPr>
          <a:xfrm>
            <a:off x="3762375" y="4152900"/>
            <a:ext cx="247650" cy="0"/>
          </a:xfrm>
          <a:prstGeom prst="line">
            <a:avLst/>
          </a:prstGeom>
          <a:ln w="57150" cap="rnd">
            <a:solidFill>
              <a:srgbClr val="3567B7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svg-rect-0016-rect-01" descr="{&quot;autofigure_element_id&quot;:&quot;svg-rect-0016&quot;}"/>
          <p:cNvSpPr/>
          <p:nvPr/>
        </p:nvSpPr>
        <p:spPr>
          <a:xfrm>
            <a:off x="4067175" y="1990725"/>
            <a:ext cx="4248150" cy="2809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20955">
            <a:solidFill>
              <a:srgbClr val="233A6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f-svg-rect-0017-rect-01" descr="{&quot;autofigure_element_id&quot;:&quot;svg-rect-0017&quot;}"/>
          <p:cNvSpPr/>
          <p:nvPr/>
        </p:nvSpPr>
        <p:spPr>
          <a:xfrm>
            <a:off x="4219575" y="2524125"/>
            <a:ext cx="914400" cy="447675"/>
          </a:xfrm>
          <a:prstGeom prst="rect">
            <a:avLst/>
          </a:prstGeom>
          <a:solidFill>
            <a:srgbClr val="3561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f-svg-text-0022-text-01" descr="{&quot;autofigure_element_id&quot;:&quot;svg-text-0022&quot;}"/>
          <p:cNvSpPr txBox="1"/>
          <p:nvPr/>
        </p:nvSpPr>
        <p:spPr>
          <a:xfrm>
            <a:off x="4231958" y="2657475"/>
            <a:ext cx="88963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Task 1</a:t>
            </a:r>
          </a:p>
        </p:txBody>
      </p:sp>
      <p:sp>
        <p:nvSpPr>
          <p:cNvPr id="64" name="af-svg-rect-0018-rect-01" descr="{&quot;autofigure_element_id&quot;:&quot;svg-rect-0018&quot;}"/>
          <p:cNvSpPr/>
          <p:nvPr/>
        </p:nvSpPr>
        <p:spPr>
          <a:xfrm>
            <a:off x="4219575" y="3686175"/>
            <a:ext cx="914400" cy="447675"/>
          </a:xfrm>
          <a:prstGeom prst="rect">
            <a:avLst/>
          </a:prstGeom>
          <a:solidFill>
            <a:srgbClr val="C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f-svg-text-0023-text-01" descr="{&quot;autofigure_element_id&quot;:&quot;svg-text-0023&quot;}"/>
          <p:cNvSpPr txBox="1"/>
          <p:nvPr/>
        </p:nvSpPr>
        <p:spPr>
          <a:xfrm>
            <a:off x="4231958" y="3819525"/>
            <a:ext cx="88963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Task 2</a:t>
            </a:r>
          </a:p>
        </p:txBody>
      </p:sp>
      <p:sp>
        <p:nvSpPr>
          <p:cNvPr id="66" name="af-expert-1-box-rect-01" descr="{&quot;autofigure_element_id&quot;:&quot;expert-1-box&quot;}"/>
          <p:cNvSpPr/>
          <p:nvPr/>
        </p:nvSpPr>
        <p:spPr>
          <a:xfrm>
            <a:off x="525780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expert-1-sem-rect-01" descr="{&quot;autofigure_element_id&quot;:&quot;expert-1-sem&quot;}"/>
          <p:cNvSpPr/>
          <p:nvPr/>
        </p:nvSpPr>
        <p:spPr>
          <a:xfrm>
            <a:off x="532447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-expert-1-dyn-rect-01" descr="{&quot;autofigure_element_id&quot;:&quot;expert-1-dyn&quot;}"/>
          <p:cNvSpPr/>
          <p:nvPr/>
        </p:nvSpPr>
        <p:spPr>
          <a:xfrm>
            <a:off x="53244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-expert-1-sem-label-text-01" descr="{&quot;autofigure_element_id&quot;:&quot;expert-1-sem-label&quot;}"/>
          <p:cNvSpPr txBox="1"/>
          <p:nvPr/>
        </p:nvSpPr>
        <p:spPr>
          <a:xfrm rot="5400000">
            <a:off x="511016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70" name="af-expert-1-dyn-label-text-01" descr="{&quot;autofigure_element_id&quot;:&quot;expert-1-dyn-label&quot;}"/>
          <p:cNvSpPr txBox="1"/>
          <p:nvPr/>
        </p:nvSpPr>
        <p:spPr>
          <a:xfrm rot="5400000">
            <a:off x="511016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71" name="af-svg-text-0026-text-01" descr="{&quot;autofigure_element_id&quot;:&quot;svg-text-0026&quot;}"/>
          <p:cNvSpPr txBox="1"/>
          <p:nvPr/>
        </p:nvSpPr>
        <p:spPr>
          <a:xfrm>
            <a:off x="5314569" y="4466272"/>
            <a:ext cx="400812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1</a:t>
            </a:r>
          </a:p>
        </p:txBody>
      </p:sp>
      <p:sp>
        <p:nvSpPr>
          <p:cNvPr id="72" name="af-expert-2-box-rect-01" descr="{&quot;autofigure_element_id&quot;:&quot;expert-2-box&quot;}"/>
          <p:cNvSpPr/>
          <p:nvPr/>
        </p:nvSpPr>
        <p:spPr>
          <a:xfrm>
            <a:off x="598170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f-expert-2-sem-rect-01" descr="{&quot;autofigure_element_id&quot;:&quot;expert-2-sem&quot;}"/>
          <p:cNvSpPr/>
          <p:nvPr/>
        </p:nvSpPr>
        <p:spPr>
          <a:xfrm>
            <a:off x="604837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f-expert-2-dyn-rect-01" descr="{&quot;autofigure_element_id&quot;:&quot;expert-2-dyn&quot;}"/>
          <p:cNvSpPr/>
          <p:nvPr/>
        </p:nvSpPr>
        <p:spPr>
          <a:xfrm>
            <a:off x="60483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f-expert-2-sem-label-text-01" descr="{&quot;autofigure_element_id&quot;:&quot;expert-2-sem-label&quot;}"/>
          <p:cNvSpPr txBox="1"/>
          <p:nvPr/>
        </p:nvSpPr>
        <p:spPr>
          <a:xfrm rot="5400000">
            <a:off x="583406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76" name="af-expert-2-dyn-label-text-01" descr="{&quot;autofigure_element_id&quot;:&quot;expert-2-dyn-label&quot;}"/>
          <p:cNvSpPr txBox="1"/>
          <p:nvPr/>
        </p:nvSpPr>
        <p:spPr>
          <a:xfrm rot="5400000">
            <a:off x="583406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77" name="af-svg-text-0029-text-01" descr="{&quot;autofigure_element_id&quot;:&quot;svg-text-0029&quot;}"/>
          <p:cNvSpPr txBox="1"/>
          <p:nvPr/>
        </p:nvSpPr>
        <p:spPr>
          <a:xfrm>
            <a:off x="6038469" y="4466272"/>
            <a:ext cx="400812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2</a:t>
            </a:r>
          </a:p>
        </p:txBody>
      </p:sp>
      <p:sp>
        <p:nvSpPr>
          <p:cNvPr id="78" name="af-expert-3-box-rect-01" descr="{&quot;autofigure_element_id&quot;:&quot;expert-3-box&quot;}"/>
          <p:cNvSpPr/>
          <p:nvPr/>
        </p:nvSpPr>
        <p:spPr>
          <a:xfrm>
            <a:off x="672465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-expert-3-sem-rect-01" descr="{&quot;autofigure_element_id&quot;:&quot;expert-3-sem&quot;}"/>
          <p:cNvSpPr/>
          <p:nvPr/>
        </p:nvSpPr>
        <p:spPr>
          <a:xfrm>
            <a:off x="679132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-expert-3-dyn-rect-01" descr="{&quot;autofigure_element_id&quot;:&quot;expert-3-dyn&quot;}"/>
          <p:cNvSpPr/>
          <p:nvPr/>
        </p:nvSpPr>
        <p:spPr>
          <a:xfrm>
            <a:off x="679132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-expert-3-sem-label-text-01" descr="{&quot;autofigure_element_id&quot;:&quot;expert-3-sem-label&quot;}"/>
          <p:cNvSpPr txBox="1"/>
          <p:nvPr/>
        </p:nvSpPr>
        <p:spPr>
          <a:xfrm rot="5400000">
            <a:off x="657701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82" name="af-expert-3-dyn-label-text-01" descr="{&quot;autofigure_element_id&quot;:&quot;expert-3-dyn-label&quot;}"/>
          <p:cNvSpPr txBox="1"/>
          <p:nvPr/>
        </p:nvSpPr>
        <p:spPr>
          <a:xfrm rot="5400000">
            <a:off x="657701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83" name="af-svg-text-0032-text-01" descr="{&quot;autofigure_element_id&quot;:&quot;svg-text-0032&quot;}"/>
          <p:cNvSpPr txBox="1"/>
          <p:nvPr/>
        </p:nvSpPr>
        <p:spPr>
          <a:xfrm>
            <a:off x="6781419" y="4466272"/>
            <a:ext cx="400812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3</a:t>
            </a:r>
          </a:p>
        </p:txBody>
      </p:sp>
      <p:sp>
        <p:nvSpPr>
          <p:cNvPr id="84" name="af-expert-4-box-rect-01" descr="{&quot;autofigure_element_id&quot;:&quot;expert-4-box&quot;}"/>
          <p:cNvSpPr/>
          <p:nvPr/>
        </p:nvSpPr>
        <p:spPr>
          <a:xfrm>
            <a:off x="7629525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expert-4-sem-rect-01" descr="{&quot;autofigure_element_id&quot;:&quot;expert-4-sem&quot;}"/>
          <p:cNvSpPr/>
          <p:nvPr/>
        </p:nvSpPr>
        <p:spPr>
          <a:xfrm>
            <a:off x="7696200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f-expert-4-dyn-rect-01" descr="{&quot;autofigure_element_id&quot;:&quot;expert-4-dyn&quot;}"/>
          <p:cNvSpPr/>
          <p:nvPr/>
        </p:nvSpPr>
        <p:spPr>
          <a:xfrm>
            <a:off x="7696200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f-expert-4-sem-label-text-01" descr="{&quot;autofigure_element_id&quot;:&quot;expert-4-sem-label&quot;}"/>
          <p:cNvSpPr txBox="1"/>
          <p:nvPr/>
        </p:nvSpPr>
        <p:spPr>
          <a:xfrm rot="5400000">
            <a:off x="7481888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88" name="af-expert-4-dyn-label-text-01" descr="{&quot;autofigure_element_id&quot;:&quot;expert-4-dyn-label&quot;}"/>
          <p:cNvSpPr txBox="1"/>
          <p:nvPr/>
        </p:nvSpPr>
        <p:spPr>
          <a:xfrm rot="5400000">
            <a:off x="7481888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89" name="af-svg-text-0035-text-01" descr="{&quot;autofigure_element_id&quot;:&quot;svg-text-0035&quot;}"/>
          <p:cNvSpPr txBox="1"/>
          <p:nvPr/>
        </p:nvSpPr>
        <p:spPr>
          <a:xfrm>
            <a:off x="7710297" y="4466272"/>
            <a:ext cx="352806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sp>
        <p:nvSpPr>
          <p:cNvPr id="90" name="af-svg-text-0036-text-01" descr="{&quot;autofigure_element_id&quot;:&quot;svg-text-0036&quot;}"/>
          <p:cNvSpPr txBox="1"/>
          <p:nvPr/>
        </p:nvSpPr>
        <p:spPr>
          <a:xfrm>
            <a:off x="7220902" y="3877628"/>
            <a:ext cx="493395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6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cxnSp>
        <p:nvCxnSpPr>
          <p:cNvPr id="91" name="af-allocator-task1-route-1-connector-01" descr="{&quot;arrow_spec_sha256&quot;:&quot;c863ab96d142a2bfe3a3bba9e7276fac334c5c9b1d8c0245fa64347f68347704&quot;,&quot;autofigure_element_id&quot;:&quot;allocator-task1-route-1&quot;}"/>
          <p:cNvCxnSpPr>
            <a:stCxn id="66" idx="3"/>
            <a:endCxn id="72" idx="1"/>
          </p:cNvCxnSpPr>
          <p:nvPr/>
        </p:nvCxnSpPr>
        <p:spPr>
          <a:xfrm>
            <a:off x="5753100" y="3305175"/>
            <a:ext cx="228600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af-allocator-task1-route-2-connector-01" descr="{&quot;arrow_spec_sha256&quot;:&quot;15b26710952b86a3001fd511a587011c3ebf764e48a33bdc3649d153c1b046e2&quot;,&quot;autofigure_element_id&quot;:&quot;allocator-task1-route-2&quot;}"/>
          <p:cNvCxnSpPr>
            <a:stCxn id="72" idx="3"/>
            <a:endCxn id="78" idx="1"/>
          </p:cNvCxnSpPr>
          <p:nvPr/>
        </p:nvCxnSpPr>
        <p:spPr>
          <a:xfrm>
            <a:off x="6477000" y="3305175"/>
            <a:ext cx="247650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af-allocator-task1-skip-edge-connector-01" descr="{&quot;arrow_spec_sha256&quot;:&quot;36be17dd4b6e1165329f9fc72ef8bb1efefe25743ca66df786734d9d06268394&quot;,&quot;autofigure_element_id&quot;:&quot;allocator-task1-skip-edge&quot;}"/>
          <p:cNvCxnSpPr>
            <a:stCxn id="78" idx="3"/>
            <a:endCxn id="84" idx="1"/>
          </p:cNvCxnSpPr>
          <p:nvPr/>
        </p:nvCxnSpPr>
        <p:spPr>
          <a:xfrm>
            <a:off x="7219950" y="3305175"/>
            <a:ext cx="409575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af-allocator-task1-propagation-freeform-01" descr="{&quot;autofigure_element_id&quot;:&quot;allocator-task1-propagation&quot;}"/>
          <p:cNvSpPr/>
          <p:nvPr/>
        </p:nvSpPr>
        <p:spPr>
          <a:xfrm>
            <a:off x="5133975" y="2476500"/>
            <a:ext cx="3448050" cy="1085850"/>
          </a:xfrm>
          <a:custGeom>
            <a:avLst/>
            <a:gdLst/>
            <a:ahLst/>
            <a:cxnLst/>
            <a:rect l="0" t="0" r="0" b="0"/>
            <a:pathLst>
              <a:path w="3448050" h="1085850">
                <a:moveTo>
                  <a:pt x="0" y="276225"/>
                </a:moveTo>
                <a:cubicBezTo>
                  <a:pt x="219075" y="0"/>
                  <a:pt x="381000" y="142875"/>
                  <a:pt x="485775" y="485775"/>
                </a:cubicBezTo>
                <a:cubicBezTo>
                  <a:pt x="609600" y="857250"/>
                  <a:pt x="819150" y="800100"/>
                  <a:pt x="952500" y="581025"/>
                </a:cubicBezTo>
                <a:cubicBezTo>
                  <a:pt x="1104900" y="323850"/>
                  <a:pt x="1247775" y="371475"/>
                  <a:pt x="1400175" y="733425"/>
                </a:cubicBezTo>
                <a:cubicBezTo>
                  <a:pt x="1543050" y="1066800"/>
                  <a:pt x="1733550" y="1085850"/>
                  <a:pt x="1866900" y="704850"/>
                </a:cubicBezTo>
                <a:cubicBezTo>
                  <a:pt x="2019300" y="257175"/>
                  <a:pt x="2276475" y="180975"/>
                  <a:pt x="2476500" y="276225"/>
                </a:cubicBezTo>
                <a:cubicBezTo>
                  <a:pt x="2714625" y="381000"/>
                  <a:pt x="2962275" y="47625"/>
                  <a:pt x="3448050" y="257175"/>
                </a:cubicBezTo>
              </a:path>
            </a:pathLst>
          </a:custGeom>
          <a:noFill/>
          <a:ln w="26670" cap="rnd">
            <a:solidFill>
              <a:srgbClr val="2D5EA8"/>
            </a:solidFill>
            <a:prstDash val="dot"/>
            <a:round/>
          </a:ln>
        </p:spPr>
        <p:txBody>
          <a:bodyPr/>
          <a:p/>
        </p:txBody>
      </p:sp>
      <p:sp>
        <p:nvSpPr>
          <p:cNvPr id="95" name="af-allocator-task2-propagation-freeform-01" descr="{&quot;autofigure_element_id&quot;:&quot;allocator-task2-propagation&quot;}"/>
          <p:cNvSpPr/>
          <p:nvPr/>
        </p:nvSpPr>
        <p:spPr>
          <a:xfrm>
            <a:off x="5133975" y="2838450"/>
            <a:ext cx="3448050" cy="1285875"/>
          </a:xfrm>
          <a:custGeom>
            <a:avLst/>
            <a:gdLst/>
            <a:ahLst/>
            <a:cxnLst/>
            <a:rect l="0" t="0" r="0" b="0"/>
            <a:pathLst>
              <a:path w="3448050" h="1285875">
                <a:moveTo>
                  <a:pt x="0" y="1066800"/>
                </a:moveTo>
                <a:cubicBezTo>
                  <a:pt x="247650" y="1000125"/>
                  <a:pt x="485775" y="1200150"/>
                  <a:pt x="752475" y="1143000"/>
                </a:cubicBezTo>
                <a:cubicBezTo>
                  <a:pt x="1019175" y="1066800"/>
                  <a:pt x="1181100" y="685800"/>
                  <a:pt x="1381125" y="342900"/>
                </a:cubicBezTo>
                <a:cubicBezTo>
                  <a:pt x="1533525" y="95250"/>
                  <a:pt x="1657350" y="0"/>
                  <a:pt x="1800225" y="114300"/>
                </a:cubicBezTo>
                <a:cubicBezTo>
                  <a:pt x="1962150" y="276225"/>
                  <a:pt x="2085975" y="838200"/>
                  <a:pt x="2362200" y="1066800"/>
                </a:cubicBezTo>
                <a:cubicBezTo>
                  <a:pt x="2628900" y="1285875"/>
                  <a:pt x="2905125" y="1162050"/>
                  <a:pt x="3448050" y="1095375"/>
                </a:cubicBezTo>
              </a:path>
            </a:pathLst>
          </a:custGeom>
          <a:noFill/>
          <a:ln w="26670" cap="rnd">
            <a:solidFill>
              <a:srgbClr val="D20C0C"/>
            </a:solidFill>
            <a:prstDash val="dot"/>
            <a:round/>
          </a:ln>
        </p:spPr>
        <p:txBody>
          <a:bodyPr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math:005" descr="AI_AUTOFIGURE_NATIVE_MATH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56784" y="17325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6" name="math:005" descr="AI_AUTOFIGURE_MATH_FALLBACK_ONLY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56784" y="17325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111111"/>
                    </a:solidFill>
                  </a:rPr>
                  <a:t>\(z_{t}\)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97" name="af-zt-top-box-rect-01" descr="{&quot;autofigure_element_id&quot;:&quot;zt-top-box&quot;}"/>
          <p:cNvSpPr/>
          <p:nvPr/>
        </p:nvSpPr>
        <p:spPr>
          <a:xfrm>
            <a:off x="8591550" y="1981200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svg-circle-0012-ellipse-01" descr="{&quot;autofigure_element_id&quot;:&quot;svg-circle-0012&quot;}"/>
          <p:cNvSpPr/>
          <p:nvPr/>
        </p:nvSpPr>
        <p:spPr>
          <a:xfrm>
            <a:off x="8629650" y="2057400"/>
            <a:ext cx="323850" cy="323850"/>
          </a:xfrm>
          <a:prstGeom prst="ellipse">
            <a:avLst/>
          </a:prstGeom>
          <a:gradFill>
            <a:gsLst>
              <a:gs pos="0">
                <a:srgbClr val="F1995D"/>
              </a:gs>
              <a:gs pos="25000">
                <a:srgbClr val="F19B60"/>
              </a:gs>
              <a:gs pos="41000">
                <a:srgbClr val="F4B78C"/>
              </a:gs>
              <a:gs pos="47000">
                <a:srgbClr val="F5C39B"/>
              </a:gs>
              <a:gs pos="49000">
                <a:srgbClr val="E8E7E2"/>
              </a:gs>
              <a:gs pos="53000">
                <a:srgbClr val="D8E2E4"/>
              </a:gs>
              <a:gs pos="59000">
                <a:srgbClr val="86ADB6"/>
              </a:gs>
              <a:gs pos="68000">
                <a:srgbClr val="6E9EAA"/>
              </a:gs>
              <a:gs pos="76500">
                <a:srgbClr val="59909E"/>
              </a:gs>
              <a:gs pos="100000">
                <a:srgbClr val="518D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f-svg-circle-0013-ellipse-01" descr="{&quot;autofigure_element_id&quot;:&quot;svg-circle-0013&quot;}"/>
          <p:cNvSpPr/>
          <p:nvPr/>
        </p:nvSpPr>
        <p:spPr>
          <a:xfrm>
            <a:off x="8629650" y="2409825"/>
            <a:ext cx="323850" cy="323850"/>
          </a:xfrm>
          <a:prstGeom prst="ellipse">
            <a:avLst/>
          </a:prstGeom>
          <a:gradFill>
            <a:gsLst>
              <a:gs pos="0">
                <a:srgbClr val="F1995D"/>
              </a:gs>
              <a:gs pos="25000">
                <a:srgbClr val="F19B60"/>
              </a:gs>
              <a:gs pos="41000">
                <a:srgbClr val="F4B78C"/>
              </a:gs>
              <a:gs pos="47000">
                <a:srgbClr val="F5C39B"/>
              </a:gs>
              <a:gs pos="49000">
                <a:srgbClr val="E8E7E2"/>
              </a:gs>
              <a:gs pos="53000">
                <a:srgbClr val="D8E2E4"/>
              </a:gs>
              <a:gs pos="59000">
                <a:srgbClr val="86ADB6"/>
              </a:gs>
              <a:gs pos="68000">
                <a:srgbClr val="6E9EAA"/>
              </a:gs>
              <a:gs pos="76500">
                <a:srgbClr val="59909E"/>
              </a:gs>
              <a:gs pos="100000">
                <a:srgbClr val="518D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svg-circle-0014-ellipse-01" descr="{&quot;autofigure_element_id&quot;:&quot;svg-circle-0014&quot;}"/>
          <p:cNvSpPr/>
          <p:nvPr/>
        </p:nvSpPr>
        <p:spPr>
          <a:xfrm>
            <a:off x="8629650" y="2752725"/>
            <a:ext cx="323850" cy="323850"/>
          </a:xfrm>
          <a:prstGeom prst="ellipse">
            <a:avLst/>
          </a:prstGeom>
          <a:gradFill>
            <a:gsLst>
              <a:gs pos="0">
                <a:srgbClr val="F1995D"/>
              </a:gs>
              <a:gs pos="25000">
                <a:srgbClr val="F19B60"/>
              </a:gs>
              <a:gs pos="41000">
                <a:srgbClr val="F4B78C"/>
              </a:gs>
              <a:gs pos="47000">
                <a:srgbClr val="F5C39B"/>
              </a:gs>
              <a:gs pos="49000">
                <a:srgbClr val="E8E7E2"/>
              </a:gs>
              <a:gs pos="53000">
                <a:srgbClr val="D8E2E4"/>
              </a:gs>
              <a:gs pos="59000">
                <a:srgbClr val="86ADB6"/>
              </a:gs>
              <a:gs pos="68000">
                <a:srgbClr val="6E9EAA"/>
              </a:gs>
              <a:gs pos="76500">
                <a:srgbClr val="59909E"/>
              </a:gs>
              <a:gs pos="100000">
                <a:srgbClr val="518D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f-zt-bottom-box-rect-01" descr="{&quot;autofigure_element_id&quot;:&quot;zt-bottom-box&quot;}"/>
          <p:cNvSpPr/>
          <p:nvPr/>
        </p:nvSpPr>
        <p:spPr>
          <a:xfrm>
            <a:off x="8591550" y="3362325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svg-circle-0015-ellipse-01" descr="{&quot;autofigure_element_id&quot;:&quot;svg-circle-0015&quot;}"/>
          <p:cNvSpPr/>
          <p:nvPr/>
        </p:nvSpPr>
        <p:spPr>
          <a:xfrm>
            <a:off x="8629650" y="3457575"/>
            <a:ext cx="323850" cy="323850"/>
          </a:xfrm>
          <a:prstGeom prst="ellipse">
            <a:avLst/>
          </a:prstGeom>
          <a:gradFill>
            <a:gsLst>
              <a:gs pos="0">
                <a:srgbClr val="F1975B"/>
              </a:gs>
              <a:gs pos="25000">
                <a:srgbClr val="F1985C"/>
              </a:gs>
              <a:gs pos="41000">
                <a:srgbClr val="F4B183"/>
              </a:gs>
              <a:gs pos="50000">
                <a:srgbClr val="F2ECE8"/>
              </a:gs>
              <a:gs pos="53000">
                <a:srgbClr val="E6EBEA"/>
              </a:gs>
              <a:gs pos="59000">
                <a:srgbClr val="8AAFB8"/>
              </a:gs>
              <a:gs pos="68000">
                <a:srgbClr val="74A2AD"/>
              </a:gs>
              <a:gs pos="76500">
                <a:srgbClr val="5E94A1"/>
              </a:gs>
              <a:gs pos="100000">
                <a:srgbClr val="518D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f-svg-circle-0016-ellipse-01" descr="{&quot;autofigure_element_id&quot;:&quot;svg-circle-0016&quot;}"/>
          <p:cNvSpPr/>
          <p:nvPr/>
        </p:nvSpPr>
        <p:spPr>
          <a:xfrm>
            <a:off x="8629650" y="3800475"/>
            <a:ext cx="323850" cy="323850"/>
          </a:xfrm>
          <a:prstGeom prst="ellipse">
            <a:avLst/>
          </a:prstGeom>
          <a:gradFill>
            <a:gsLst>
              <a:gs pos="0">
                <a:srgbClr val="F1975B"/>
              </a:gs>
              <a:gs pos="25000">
                <a:srgbClr val="F1985C"/>
              </a:gs>
              <a:gs pos="41000">
                <a:srgbClr val="F4B183"/>
              </a:gs>
              <a:gs pos="50000">
                <a:srgbClr val="F2ECE8"/>
              </a:gs>
              <a:gs pos="53000">
                <a:srgbClr val="E6EBEA"/>
              </a:gs>
              <a:gs pos="59000">
                <a:srgbClr val="8AAFB8"/>
              </a:gs>
              <a:gs pos="68000">
                <a:srgbClr val="74A2AD"/>
              </a:gs>
              <a:gs pos="76500">
                <a:srgbClr val="5E94A1"/>
              </a:gs>
              <a:gs pos="100000">
                <a:srgbClr val="518D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svg-circle-0017-ellipse-01" descr="{&quot;autofigure_element_id&quot;:&quot;svg-circle-0017&quot;}"/>
          <p:cNvSpPr/>
          <p:nvPr/>
        </p:nvSpPr>
        <p:spPr>
          <a:xfrm>
            <a:off x="8629650" y="4152900"/>
            <a:ext cx="323850" cy="323850"/>
          </a:xfrm>
          <a:prstGeom prst="ellipse">
            <a:avLst/>
          </a:prstGeom>
          <a:gradFill>
            <a:gsLst>
              <a:gs pos="0">
                <a:srgbClr val="F1975B"/>
              </a:gs>
              <a:gs pos="25000">
                <a:srgbClr val="F1985C"/>
              </a:gs>
              <a:gs pos="41000">
                <a:srgbClr val="F4B183"/>
              </a:gs>
              <a:gs pos="50000">
                <a:srgbClr val="F2ECE8"/>
              </a:gs>
              <a:gs pos="53000">
                <a:srgbClr val="E6EBEA"/>
              </a:gs>
              <a:gs pos="59000">
                <a:srgbClr val="8AAFB8"/>
              </a:gs>
              <a:gs pos="68000">
                <a:srgbClr val="74A2AD"/>
              </a:gs>
              <a:gs pos="76500">
                <a:srgbClr val="5E94A1"/>
              </a:gs>
              <a:gs pos="100000">
                <a:srgbClr val="518D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f-task-conditioned-imagination-rect-01" descr="{&quot;autofigure_element_id&quot;:&quot;task-conditioned-imagination&quot;}"/>
          <p:cNvSpPr/>
          <p:nvPr/>
        </p:nvSpPr>
        <p:spPr>
          <a:xfrm>
            <a:off x="9467850" y="1162050"/>
            <a:ext cx="3800475" cy="847725"/>
          </a:xfrm>
          <a:prstGeom prst="roundRect">
            <a:avLst>
              <a:gd name="adj" fmla="val 19101"/>
            </a:avLst>
          </a:prstGeom>
          <a:solidFill>
            <a:srgbClr val="F8F8F8"/>
          </a:solidFill>
          <a:ln w="20955">
            <a:solidFill>
              <a:srgbClr val="223A6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af-mapping-to-imagination-connector-01" descr="{&quot;arrow_spec_sha256&quot;:&quot;95804ad09c614b68c9b1518fca96ebd39602245deb13edd7d042ff43a8ab69d7&quot;,&quot;autofigure_element_id&quot;:&quot;mapping-to-imagination&quot;}"/>
          <p:cNvCxnSpPr/>
          <p:nvPr/>
        </p:nvCxnSpPr>
        <p:spPr>
          <a:xfrm>
            <a:off x="9105900" y="590550"/>
            <a:ext cx="676275" cy="790575"/>
          </a:xfrm>
          <a:prstGeom prst="line">
            <a:avLst/>
          </a:prstGeom>
          <a:ln w="57150" cap="rnd">
            <a:solidFill>
              <a:srgbClr val="777777"/>
            </a:solidFill>
            <a:round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af-svg-text-0038-text-01" descr="{&quot;autofigure_element_id&quot;:&quot;svg-text-0038&quot;}"/>
          <p:cNvSpPr txBox="1"/>
          <p:nvPr/>
        </p:nvSpPr>
        <p:spPr>
          <a:xfrm>
            <a:off x="10018395" y="1276350"/>
            <a:ext cx="27279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task-conditioned imagination</a:t>
            </a:r>
          </a:p>
        </p:txBody>
      </p:sp>
      <p:sp>
        <p:nvSpPr>
          <p:cNvPr id="108" name="af-svg-rect-0034-rect-01" descr="{&quot;autofigure_element_id&quot;:&quot;svg-rect-0034&quot;}"/>
          <p:cNvSpPr/>
          <p:nvPr/>
        </p:nvSpPr>
        <p:spPr>
          <a:xfrm>
            <a:off x="9601200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math:006" descr="AI_AUTOFIGURE_NATIVE_MATH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568101" y="1646396"/>
                <a:ext cx="52339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09" name="math:006" descr="AI_AUTOFIGURE_MATH_FALLBACK_ONLY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568101" y="1646396"/>
                <a:ext cx="52339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0" name="af-svg-rect-0035-rect-01" descr="{&quot;autofigure_element_id&quot;:&quot;svg-rect-0035&quot;}"/>
          <p:cNvSpPr/>
          <p:nvPr/>
        </p:nvSpPr>
        <p:spPr>
          <a:xfrm>
            <a:off x="1052512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math:007" descr="AI_AUTOFIGURE_NATIVE_MATH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40458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1" name="math:007" descr="AI_AUTOFIGURE_MATH_FALLBACK_ONLY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40458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2" name="af-svg-rect-0036-rect-01" descr="{&quot;autofigure_element_id&quot;:&quot;svg-rect-0036&quot;}"/>
          <p:cNvSpPr/>
          <p:nvPr/>
        </p:nvSpPr>
        <p:spPr>
          <a:xfrm>
            <a:off x="1145857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math:008" descr="AI_AUTOFIGURE_NATIVE_MATH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33803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3" name="math:008" descr="AI_AUTOFIGURE_MATH_FALLBACK_ONLY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33803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4" name="af-svg-rect-0037-rect-01" descr="{&quot;autofigure_element_id&quot;:&quot;svg-rect-0037&quot;}"/>
          <p:cNvSpPr/>
          <p:nvPr/>
        </p:nvSpPr>
        <p:spPr>
          <a:xfrm>
            <a:off x="1271587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math:009" descr="AI_AUTOFIGURE_NATIVE_MATH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598575" y="1646396"/>
                <a:ext cx="691801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5" name="math:009" descr="AI_AUTOFIGURE_MATH_FALLBACK_ONLY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598575" y="1646396"/>
                <a:ext cx="691801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16" name="af-imagination-z0-to-z1-connector-01" descr="{&quot;arrow_spec_sha256&quot;:&quot;f97edf98b30fe486cc116e212fcbb126ff55ef8e80ca5028096ce3d6ee70195c&quot;,&quot;autofigure_element_id&quot;:&quot;imagination-z0-to-z1&quot;}"/>
          <p:cNvCxnSpPr/>
          <p:nvPr/>
        </p:nvCxnSpPr>
        <p:spPr>
          <a:xfrm>
            <a:off x="10067925" y="1733550"/>
            <a:ext cx="447675" cy="0"/>
          </a:xfrm>
          <a:prstGeom prst="line">
            <a:avLst/>
          </a:prstGeom>
          <a:ln w="17145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af-imagination-z1-to-z2-connector-01" descr="{&quot;arrow_spec_sha256&quot;:&quot;046256a779f282821d16393bc4d474073a279ceb7a8e16caa3cf71d764fd6668&quot;,&quot;autofigure_element_id&quot;:&quot;imagination-z1-to-z2&quot;}"/>
          <p:cNvCxnSpPr/>
          <p:nvPr/>
        </p:nvCxnSpPr>
        <p:spPr>
          <a:xfrm>
            <a:off x="10991850" y="17335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af-imagination-z2-to-zh-connector-01" descr="{&quot;arrow_spec_sha256&quot;:&quot;8b80c5d7ee001525e445c3139c6180ba9ff881c1c94da94fa7075ba296744714&quot;,&quot;autofigure_element_id&quot;:&quot;imagination-z2-to-zh&quot;}"/>
          <p:cNvCxnSpPr/>
          <p:nvPr/>
        </p:nvCxnSpPr>
        <p:spPr>
          <a:xfrm>
            <a:off x="11925300" y="1733550"/>
            <a:ext cx="781050" cy="0"/>
          </a:xfrm>
          <a:prstGeom prst="line">
            <a:avLst/>
          </a:prstGeom>
          <a:ln w="17145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af-svg-text-0043-text-01" descr="{&quot;autofigure_element_id&quot;:&quot;svg-text-0043&quot;}"/>
          <p:cNvSpPr txBox="1"/>
          <p:nvPr/>
        </p:nvSpPr>
        <p:spPr>
          <a:xfrm>
            <a:off x="11848148" y="1627822"/>
            <a:ext cx="45910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cxnSp>
        <p:nvCxnSpPr>
          <p:cNvPr id="120" name="af-imagination-z0-to-r0-connector-01" descr="{&quot;arrow_spec_sha256&quot;:&quot;4f5a3ef0fa79d9f7b6661271fdc966f6dd6fa3db4063ab9ed1f5bf6aa8f321ee&quot;,&quot;autofigure_element_id&quot;:&quot;imagination-z0-to-r0&quot;}"/>
          <p:cNvCxnSpPr/>
          <p:nvPr/>
        </p:nvCxnSpPr>
        <p:spPr>
          <a:xfrm>
            <a:off x="9829800" y="1914525"/>
            <a:ext cx="0" cy="238125"/>
          </a:xfrm>
          <a:prstGeom prst="line">
            <a:avLst/>
          </a:prstGeom>
          <a:ln w="16192" cap="rnd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af-imagination-z1-to-r1-connector-01" descr="{&quot;arrow_spec_sha256&quot;:&quot;b1fae4992791e569296aca20fb98d3ccd8e2d83f992d981074201c4682351929&quot;,&quot;autofigure_element_id&quot;:&quot;imagination-z1-to-r1&quot;}"/>
          <p:cNvCxnSpPr/>
          <p:nvPr/>
        </p:nvCxnSpPr>
        <p:spPr>
          <a:xfrm>
            <a:off x="10753725" y="1905000"/>
            <a:ext cx="0" cy="247650"/>
          </a:xfrm>
          <a:prstGeom prst="line">
            <a:avLst/>
          </a:prstGeom>
          <a:ln w="16192" cap="rnd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af-imagination-z2-to-r2-connector-01" descr="{&quot;arrow_spec_sha256&quot;:&quot;83bf2b3318db23e7e2fd9d83bfca526570365ae5ec600331ac707a8a4759f195&quot;,&quot;autofigure_element_id&quot;:&quot;imagination-z2-to-r2&quot;}"/>
          <p:cNvCxnSpPr/>
          <p:nvPr/>
        </p:nvCxnSpPr>
        <p:spPr>
          <a:xfrm>
            <a:off x="11696700" y="1905000"/>
            <a:ext cx="0" cy="247650"/>
          </a:xfrm>
          <a:prstGeom prst="line">
            <a:avLst/>
          </a:prstGeom>
          <a:ln w="16192" cap="rnd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af-svg-circle-0018-ellipse-01" descr="{&quot;autofigure_element_id&quot;:&quot;svg-circle-0018&quot;}"/>
          <p:cNvSpPr/>
          <p:nvPr/>
        </p:nvSpPr>
        <p:spPr>
          <a:xfrm>
            <a:off x="9629775" y="2152650"/>
            <a:ext cx="400050" cy="400050"/>
          </a:xfrm>
          <a:prstGeom prst="ellipse">
            <a:avLst/>
          </a:prstGeom>
          <a:solidFill>
            <a:srgbClr val="F0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f-svg-circle-0019-ellipse-01" descr="{&quot;autofigure_element_id&quot;:&quot;svg-circle-0019&quot;}"/>
          <p:cNvSpPr/>
          <p:nvPr/>
        </p:nvSpPr>
        <p:spPr>
          <a:xfrm>
            <a:off x="10553700" y="2152650"/>
            <a:ext cx="400050" cy="400050"/>
          </a:xfrm>
          <a:prstGeom prst="ellipse">
            <a:avLst/>
          </a:prstGeom>
          <a:solidFill>
            <a:srgbClr val="F0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af-svg-circle-0020-ellipse-01" descr="{&quot;autofigure_element_id&quot;:&quot;svg-circle-0020&quot;}"/>
          <p:cNvSpPr/>
          <p:nvPr/>
        </p:nvSpPr>
        <p:spPr>
          <a:xfrm>
            <a:off x="11487150" y="2152650"/>
            <a:ext cx="400050" cy="400050"/>
          </a:xfrm>
          <a:prstGeom prst="ellipse">
            <a:avLst/>
          </a:prstGeom>
          <a:solidFill>
            <a:srgbClr val="F0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math:010" descr="AI_AUTOFIGURE_NATIVE_MATH_V1:eyJjb250ZW50X3J1bnMiOlt7ImNhbm9uaWNhbF9sYXRleCI6InJfe3R9IiwiZm9ybXVsYV9pZCI6IkVRMDEwIiwia2luZCI6Im1hdGg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7dH0iLCJmb3JtdWxhX2lkIjoiRVEwMTA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1hdGg6MDEwIiwic2NoZW1hX3ZlcnNpb24iOiIxLjAifQ=="/>
              <p:cNvSpPr txBox="1"/>
              <p:nvPr/>
            </p:nvSpPr>
            <p:spPr>
              <a:xfrm>
                <a:off x="9621536" y="2255996"/>
                <a:ext cx="41652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6" name="math:010" descr="AI_AUTOFIGURE_MATH_FALLBACK_ONLY_V1:eyJjb250ZW50X3J1bnMiOlt7ImNhbm9uaWNhbF9sYXRleCI6InJfe3R9IiwiZm9ybXVsYV9pZCI6IkVRMDEwIiwia2luZCI6Im1hdGg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7dH0iLCJmb3JtdWxhX2lkIjoiRVEwMTA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1hdGg6MDEwIiwic2NoZW1hX3ZlcnNpb24iOiIxLjAifQ=="/>
              <p:cNvSpPr txBox="1"/>
              <p:nvPr/>
            </p:nvSpPr>
            <p:spPr>
              <a:xfrm>
                <a:off x="9621536" y="2255996"/>
                <a:ext cx="41652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math:011" descr="AI_AUTOFIGURE_NATIVE_MATH_V1:eyJjb250ZW50X3J1bnMiOlt7ImNhbm9uaWNhbF9sYXRleCI6InJfe3QrMX0iLCJmb3JtdWxhX2lkIjoiRVEwMT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kVRMDE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tYXRoOjAxMSIsInNjaGVtYV92ZXJzaW9uIjoiMS4wIn0="/>
              <p:cNvSpPr txBox="1"/>
              <p:nvPr/>
            </p:nvSpPr>
            <p:spPr>
              <a:xfrm>
                <a:off x="1045802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7" name="math:011" descr="AI_AUTOFIGURE_MATH_FALLBACK_ONLY_V1:eyJjb250ZW50X3J1bnMiOlt7ImNhbm9uaWNhbF9sYXRleCI6InJfe3QrMX0iLCJmb3JtdWxhX2lkIjoiRVEwMT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kVRMDE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tYXRoOjAxMSIsInNjaGVtYV92ZXJzaW9uIjoiMS4wIn0="/>
              <p:cNvSpPr txBox="1"/>
              <p:nvPr/>
            </p:nvSpPr>
            <p:spPr>
              <a:xfrm>
                <a:off x="1045802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math:012" descr="AI_AUTOFIGURE_NATIVE_MATH_V1:eyJjb250ZW50X3J1bnMiOlt7ImNhbm9uaWNhbF9sYXRleCI6InJfe3QrMn0iLCJmb3JtdWxhX2lkIjoiRVEwMT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kVRMDE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tYXRoOjAxMiIsInNjaGVtYV92ZXJzaW9uIjoiMS4wIn0="/>
              <p:cNvSpPr txBox="1"/>
              <p:nvPr/>
            </p:nvSpPr>
            <p:spPr>
              <a:xfrm>
                <a:off x="1139147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8" name="math:012" descr="AI_AUTOFIGURE_MATH_FALLBACK_ONLY_V1:eyJjb250ZW50X3J1bnMiOlt7ImNhbm9uaWNhbF9sYXRleCI6InJfe3QrMn0iLCJmb3JtdWxhX2lkIjoiRVEwMT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kVRMDE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tYXRoOjAxMiIsInNjaGVtYV92ZXJzaW9uIjoiMS4wIn0="/>
              <p:cNvSpPr txBox="1"/>
              <p:nvPr/>
            </p:nvSpPr>
            <p:spPr>
              <a:xfrm>
                <a:off x="1139147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29" name="af-top-reward-trophy-tone-gray-01-freeform-01" descr="{&quot;autofigure_element_id&quot;:&quot;top-reward-trophy-tone-gray-01&quot;}"/>
          <p:cNvSpPr/>
          <p:nvPr/>
        </p:nvSpPr>
        <p:spPr>
          <a:xfrm>
            <a:off x="12277725" y="2247900"/>
            <a:ext cx="238125" cy="266700"/>
          </a:xfrm>
          <a:custGeom>
            <a:avLst/>
            <a:gdLst/>
            <a:ahLst/>
            <a:cxnLst/>
            <a:rect l="0" t="0" r="0" b="0"/>
            <a:pathLst>
              <a:path w="238125" h="266700">
                <a:moveTo>
                  <a:pt x="9525" y="0"/>
                </a:moveTo>
                <a:lnTo>
                  <a:pt x="66675" y="0"/>
                </a:lnTo>
                <a:lnTo>
                  <a:pt x="66675" y="9525"/>
                </a:lnTo>
                <a:lnTo>
                  <a:pt x="9525" y="9525"/>
                </a:lnTo>
                <a:close/>
                <a:moveTo>
                  <a:pt x="123825" y="0"/>
                </a:moveTo>
                <a:lnTo>
                  <a:pt x="219075" y="0"/>
                </a:lnTo>
                <a:lnTo>
                  <a:pt x="219075" y="9525"/>
                </a:lnTo>
                <a:lnTo>
                  <a:pt x="123825" y="9525"/>
                </a:lnTo>
                <a:close/>
                <a:moveTo>
                  <a:pt x="66675" y="28575"/>
                </a:moveTo>
                <a:lnTo>
                  <a:pt x="76200" y="28575"/>
                </a:lnTo>
                <a:lnTo>
                  <a:pt x="76200" y="38100"/>
                </a:lnTo>
                <a:lnTo>
                  <a:pt x="66675" y="38100"/>
                </a:lnTo>
                <a:close/>
                <a:moveTo>
                  <a:pt x="85725" y="28575"/>
                </a:moveTo>
                <a:lnTo>
                  <a:pt x="95250" y="28575"/>
                </a:lnTo>
                <a:lnTo>
                  <a:pt x="95250" y="38100"/>
                </a:lnTo>
                <a:lnTo>
                  <a:pt x="85725" y="38100"/>
                </a:lnTo>
                <a:close/>
                <a:moveTo>
                  <a:pt x="57150" y="38100"/>
                </a:moveTo>
                <a:lnTo>
                  <a:pt x="66675" y="38100"/>
                </a:lnTo>
                <a:lnTo>
                  <a:pt x="66675" y="47625"/>
                </a:lnTo>
                <a:lnTo>
                  <a:pt x="57150" y="47625"/>
                </a:lnTo>
                <a:close/>
                <a:moveTo>
                  <a:pt x="57150" y="47625"/>
                </a:moveTo>
                <a:lnTo>
                  <a:pt x="66675" y="47625"/>
                </a:lnTo>
                <a:lnTo>
                  <a:pt x="66675" y="57150"/>
                </a:lnTo>
                <a:lnTo>
                  <a:pt x="57150" y="57150"/>
                </a:lnTo>
                <a:close/>
                <a:moveTo>
                  <a:pt x="228600" y="47625"/>
                </a:moveTo>
                <a:lnTo>
                  <a:pt x="238125" y="47625"/>
                </a:lnTo>
                <a:lnTo>
                  <a:pt x="238125" y="57150"/>
                </a:lnTo>
                <a:lnTo>
                  <a:pt x="228600" y="57150"/>
                </a:lnTo>
                <a:close/>
                <a:moveTo>
                  <a:pt x="57150" y="57150"/>
                </a:moveTo>
                <a:lnTo>
                  <a:pt x="66675" y="57150"/>
                </a:lnTo>
                <a:lnTo>
                  <a:pt x="66675" y="66675"/>
                </a:lnTo>
                <a:lnTo>
                  <a:pt x="57150" y="66675"/>
                </a:lnTo>
                <a:close/>
                <a:moveTo>
                  <a:pt x="0" y="66675"/>
                </a:moveTo>
                <a:lnTo>
                  <a:pt x="9525" y="66675"/>
                </a:lnTo>
                <a:lnTo>
                  <a:pt x="9525" y="76200"/>
                </a:lnTo>
                <a:lnTo>
                  <a:pt x="0" y="76200"/>
                </a:lnTo>
                <a:close/>
                <a:moveTo>
                  <a:pt x="57150" y="66675"/>
                </a:moveTo>
                <a:lnTo>
                  <a:pt x="66675" y="66675"/>
                </a:lnTo>
                <a:lnTo>
                  <a:pt x="66675" y="76200"/>
                </a:lnTo>
                <a:lnTo>
                  <a:pt x="57150" y="76200"/>
                </a:lnTo>
                <a:close/>
                <a:moveTo>
                  <a:pt x="9525" y="76200"/>
                </a:moveTo>
                <a:lnTo>
                  <a:pt x="19050" y="76200"/>
                </a:lnTo>
                <a:lnTo>
                  <a:pt x="19050" y="85725"/>
                </a:lnTo>
                <a:lnTo>
                  <a:pt x="9525" y="85725"/>
                </a:lnTo>
                <a:close/>
                <a:moveTo>
                  <a:pt x="57150" y="76200"/>
                </a:moveTo>
                <a:lnTo>
                  <a:pt x="66675" y="76200"/>
                </a:lnTo>
                <a:lnTo>
                  <a:pt x="66675" y="85725"/>
                </a:lnTo>
                <a:lnTo>
                  <a:pt x="57150" y="85725"/>
                </a:lnTo>
                <a:close/>
                <a:moveTo>
                  <a:pt x="190500" y="76200"/>
                </a:moveTo>
                <a:lnTo>
                  <a:pt x="200025" y="76200"/>
                </a:lnTo>
                <a:lnTo>
                  <a:pt x="200025" y="85725"/>
                </a:lnTo>
                <a:lnTo>
                  <a:pt x="190500" y="85725"/>
                </a:lnTo>
                <a:close/>
                <a:moveTo>
                  <a:pt x="28575" y="85725"/>
                </a:moveTo>
                <a:lnTo>
                  <a:pt x="38100" y="85725"/>
                </a:lnTo>
                <a:lnTo>
                  <a:pt x="38100" y="95250"/>
                </a:lnTo>
                <a:lnTo>
                  <a:pt x="28575" y="95250"/>
                </a:lnTo>
                <a:close/>
                <a:moveTo>
                  <a:pt x="57150" y="85725"/>
                </a:moveTo>
                <a:lnTo>
                  <a:pt x="66675" y="85725"/>
                </a:lnTo>
                <a:lnTo>
                  <a:pt x="66675" y="95250"/>
                </a:lnTo>
                <a:lnTo>
                  <a:pt x="57150" y="95250"/>
                </a:lnTo>
                <a:close/>
                <a:moveTo>
                  <a:pt x="133350" y="104775"/>
                </a:moveTo>
                <a:lnTo>
                  <a:pt x="142875" y="104775"/>
                </a:lnTo>
                <a:lnTo>
                  <a:pt x="142875" y="114300"/>
                </a:lnTo>
                <a:lnTo>
                  <a:pt x="133350" y="114300"/>
                </a:lnTo>
                <a:close/>
                <a:moveTo>
                  <a:pt x="66675" y="114300"/>
                </a:moveTo>
                <a:lnTo>
                  <a:pt x="76200" y="114300"/>
                </a:lnTo>
                <a:lnTo>
                  <a:pt x="76200" y="123825"/>
                </a:lnTo>
                <a:lnTo>
                  <a:pt x="66675" y="123825"/>
                </a:lnTo>
                <a:close/>
                <a:moveTo>
                  <a:pt x="180975" y="114300"/>
                </a:moveTo>
                <a:lnTo>
                  <a:pt x="190500" y="114300"/>
                </a:lnTo>
                <a:lnTo>
                  <a:pt x="190500" y="123825"/>
                </a:lnTo>
                <a:lnTo>
                  <a:pt x="180975" y="123825"/>
                </a:lnTo>
                <a:close/>
                <a:moveTo>
                  <a:pt x="47625" y="133350"/>
                </a:moveTo>
                <a:lnTo>
                  <a:pt x="57150" y="133350"/>
                </a:lnTo>
                <a:lnTo>
                  <a:pt x="57150" y="142875"/>
                </a:lnTo>
                <a:lnTo>
                  <a:pt x="47625" y="142875"/>
                </a:lnTo>
                <a:close/>
                <a:moveTo>
                  <a:pt x="95250" y="133350"/>
                </a:moveTo>
                <a:lnTo>
                  <a:pt x="123825" y="133350"/>
                </a:lnTo>
                <a:lnTo>
                  <a:pt x="123825" y="142875"/>
                </a:lnTo>
                <a:lnTo>
                  <a:pt x="95250" y="142875"/>
                </a:lnTo>
                <a:close/>
                <a:moveTo>
                  <a:pt x="57150" y="142875"/>
                </a:moveTo>
                <a:lnTo>
                  <a:pt x="66675" y="142875"/>
                </a:lnTo>
                <a:lnTo>
                  <a:pt x="66675" y="152400"/>
                </a:lnTo>
                <a:lnTo>
                  <a:pt x="57150" y="152400"/>
                </a:lnTo>
                <a:close/>
                <a:moveTo>
                  <a:pt x="57150" y="200025"/>
                </a:moveTo>
                <a:lnTo>
                  <a:pt x="66675" y="200025"/>
                </a:lnTo>
                <a:lnTo>
                  <a:pt x="66675" y="209550"/>
                </a:lnTo>
                <a:lnTo>
                  <a:pt x="57150" y="209550"/>
                </a:lnTo>
                <a:close/>
                <a:moveTo>
                  <a:pt x="38100" y="209550"/>
                </a:moveTo>
                <a:lnTo>
                  <a:pt x="47625" y="209550"/>
                </a:lnTo>
                <a:lnTo>
                  <a:pt x="47625" y="219075"/>
                </a:lnTo>
                <a:lnTo>
                  <a:pt x="38100" y="219075"/>
                </a:lnTo>
                <a:close/>
                <a:moveTo>
                  <a:pt x="38100" y="257175"/>
                </a:moveTo>
                <a:lnTo>
                  <a:pt x="180975" y="257175"/>
                </a:lnTo>
                <a:lnTo>
                  <a:pt x="180975" y="266700"/>
                </a:lnTo>
                <a:lnTo>
                  <a:pt x="38100" y="26670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30" name="af-top-reward-trophy-tone-gray-02-freeform-01" descr="{&quot;autofigure_element_id&quot;:&quot;top-reward-trophy-tone-gray-02&quot;}"/>
          <p:cNvSpPr/>
          <p:nvPr/>
        </p:nvSpPr>
        <p:spPr>
          <a:xfrm>
            <a:off x="12268200" y="2257425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85725" y="0"/>
                </a:moveTo>
                <a:lnTo>
                  <a:pt x="95250" y="0"/>
                </a:lnTo>
                <a:lnTo>
                  <a:pt x="95250" y="9525"/>
                </a:lnTo>
                <a:lnTo>
                  <a:pt x="85725" y="9525"/>
                </a:lnTo>
                <a:close/>
                <a:moveTo>
                  <a:pt x="114300" y="0"/>
                </a:moveTo>
                <a:lnTo>
                  <a:pt x="123825" y="0"/>
                </a:lnTo>
                <a:lnTo>
                  <a:pt x="123825" y="9525"/>
                </a:lnTo>
                <a:lnTo>
                  <a:pt x="114300" y="9525"/>
                </a:lnTo>
                <a:close/>
                <a:moveTo>
                  <a:pt x="238125" y="0"/>
                </a:moveTo>
                <a:lnTo>
                  <a:pt x="247650" y="0"/>
                </a:lnTo>
                <a:lnTo>
                  <a:pt x="247650" y="9525"/>
                </a:lnTo>
                <a:lnTo>
                  <a:pt x="238125" y="9525"/>
                </a:lnTo>
                <a:close/>
                <a:moveTo>
                  <a:pt x="85725" y="9525"/>
                </a:moveTo>
                <a:lnTo>
                  <a:pt x="95250" y="9525"/>
                </a:lnTo>
                <a:lnTo>
                  <a:pt x="95250" y="19050"/>
                </a:lnTo>
                <a:lnTo>
                  <a:pt x="85725" y="19050"/>
                </a:lnTo>
                <a:close/>
                <a:moveTo>
                  <a:pt x="28575" y="19050"/>
                </a:moveTo>
                <a:lnTo>
                  <a:pt x="38100" y="19050"/>
                </a:lnTo>
                <a:lnTo>
                  <a:pt x="38100" y="28575"/>
                </a:lnTo>
                <a:lnTo>
                  <a:pt x="28575" y="28575"/>
                </a:lnTo>
                <a:close/>
                <a:moveTo>
                  <a:pt x="66675" y="19050"/>
                </a:moveTo>
                <a:lnTo>
                  <a:pt x="76200" y="19050"/>
                </a:lnTo>
                <a:lnTo>
                  <a:pt x="76200" y="28575"/>
                </a:lnTo>
                <a:lnTo>
                  <a:pt x="66675" y="28575"/>
                </a:lnTo>
                <a:close/>
                <a:moveTo>
                  <a:pt x="123825" y="19050"/>
                </a:moveTo>
                <a:lnTo>
                  <a:pt x="152400" y="19050"/>
                </a:lnTo>
                <a:lnTo>
                  <a:pt x="152400" y="28575"/>
                </a:lnTo>
                <a:lnTo>
                  <a:pt x="123825" y="28575"/>
                </a:lnTo>
                <a:close/>
                <a:moveTo>
                  <a:pt x="200025" y="19050"/>
                </a:moveTo>
                <a:lnTo>
                  <a:pt x="219075" y="19050"/>
                </a:lnTo>
                <a:lnTo>
                  <a:pt x="219075" y="28575"/>
                </a:lnTo>
                <a:lnTo>
                  <a:pt x="200025" y="28575"/>
                </a:lnTo>
                <a:close/>
                <a:moveTo>
                  <a:pt x="38100" y="28575"/>
                </a:moveTo>
                <a:lnTo>
                  <a:pt x="47625" y="28575"/>
                </a:lnTo>
                <a:lnTo>
                  <a:pt x="47625" y="38100"/>
                </a:lnTo>
                <a:lnTo>
                  <a:pt x="38100" y="38100"/>
                </a:lnTo>
                <a:close/>
                <a:moveTo>
                  <a:pt x="0" y="38100"/>
                </a:moveTo>
                <a:lnTo>
                  <a:pt x="9525" y="38100"/>
                </a:lnTo>
                <a:lnTo>
                  <a:pt x="9525" y="47625"/>
                </a:lnTo>
                <a:lnTo>
                  <a:pt x="0" y="47625"/>
                </a:lnTo>
                <a:close/>
                <a:moveTo>
                  <a:pt x="28575" y="38100"/>
                </a:moveTo>
                <a:lnTo>
                  <a:pt x="47625" y="38100"/>
                </a:lnTo>
                <a:lnTo>
                  <a:pt x="47625" y="47625"/>
                </a:lnTo>
                <a:lnTo>
                  <a:pt x="28575" y="47625"/>
                </a:lnTo>
                <a:close/>
                <a:moveTo>
                  <a:pt x="209550" y="38100"/>
                </a:moveTo>
                <a:lnTo>
                  <a:pt x="219075" y="38100"/>
                </a:lnTo>
                <a:lnTo>
                  <a:pt x="219075" y="47625"/>
                </a:lnTo>
                <a:lnTo>
                  <a:pt x="209550" y="47625"/>
                </a:lnTo>
                <a:close/>
                <a:moveTo>
                  <a:pt x="38100" y="47625"/>
                </a:moveTo>
                <a:lnTo>
                  <a:pt x="47625" y="47625"/>
                </a:lnTo>
                <a:lnTo>
                  <a:pt x="47625" y="57150"/>
                </a:lnTo>
                <a:lnTo>
                  <a:pt x="38100" y="57150"/>
                </a:lnTo>
                <a:close/>
                <a:moveTo>
                  <a:pt x="200025" y="47625"/>
                </a:moveTo>
                <a:lnTo>
                  <a:pt x="209550" y="47625"/>
                </a:lnTo>
                <a:lnTo>
                  <a:pt x="209550" y="57150"/>
                </a:lnTo>
                <a:lnTo>
                  <a:pt x="200025" y="57150"/>
                </a:lnTo>
                <a:close/>
                <a:moveTo>
                  <a:pt x="28575" y="66675"/>
                </a:moveTo>
                <a:lnTo>
                  <a:pt x="47625" y="66675"/>
                </a:lnTo>
                <a:lnTo>
                  <a:pt x="47625" y="76200"/>
                </a:lnTo>
                <a:lnTo>
                  <a:pt x="28575" y="76200"/>
                </a:lnTo>
                <a:close/>
                <a:moveTo>
                  <a:pt x="209550" y="66675"/>
                </a:moveTo>
                <a:lnTo>
                  <a:pt x="219075" y="66675"/>
                </a:lnTo>
                <a:lnTo>
                  <a:pt x="219075" y="76200"/>
                </a:lnTo>
                <a:lnTo>
                  <a:pt x="209550" y="76200"/>
                </a:lnTo>
                <a:close/>
                <a:moveTo>
                  <a:pt x="66675" y="85725"/>
                </a:moveTo>
                <a:lnTo>
                  <a:pt x="76200" y="85725"/>
                </a:lnTo>
                <a:lnTo>
                  <a:pt x="76200" y="95250"/>
                </a:lnTo>
                <a:lnTo>
                  <a:pt x="66675" y="95250"/>
                </a:lnTo>
                <a:close/>
                <a:moveTo>
                  <a:pt x="47625" y="104775"/>
                </a:moveTo>
                <a:lnTo>
                  <a:pt x="57150" y="104775"/>
                </a:lnTo>
                <a:lnTo>
                  <a:pt x="57150" y="114300"/>
                </a:lnTo>
                <a:lnTo>
                  <a:pt x="47625" y="114300"/>
                </a:lnTo>
                <a:close/>
                <a:moveTo>
                  <a:pt x="142875" y="104775"/>
                </a:moveTo>
                <a:lnTo>
                  <a:pt x="152400" y="104775"/>
                </a:lnTo>
                <a:lnTo>
                  <a:pt x="152400" y="114300"/>
                </a:lnTo>
                <a:lnTo>
                  <a:pt x="142875" y="114300"/>
                </a:lnTo>
                <a:close/>
                <a:moveTo>
                  <a:pt x="85725" y="114300"/>
                </a:moveTo>
                <a:lnTo>
                  <a:pt x="95250" y="114300"/>
                </a:lnTo>
                <a:lnTo>
                  <a:pt x="95250" y="123825"/>
                </a:lnTo>
                <a:lnTo>
                  <a:pt x="85725" y="123825"/>
                </a:lnTo>
                <a:close/>
                <a:moveTo>
                  <a:pt x="133350" y="123825"/>
                </a:moveTo>
                <a:lnTo>
                  <a:pt x="142875" y="123825"/>
                </a:lnTo>
                <a:lnTo>
                  <a:pt x="142875" y="133350"/>
                </a:lnTo>
                <a:lnTo>
                  <a:pt x="133350" y="133350"/>
                </a:lnTo>
                <a:close/>
                <a:moveTo>
                  <a:pt x="85725" y="142875"/>
                </a:moveTo>
                <a:lnTo>
                  <a:pt x="95250" y="142875"/>
                </a:lnTo>
                <a:lnTo>
                  <a:pt x="95250" y="152400"/>
                </a:lnTo>
                <a:lnTo>
                  <a:pt x="85725" y="152400"/>
                </a:lnTo>
                <a:close/>
                <a:moveTo>
                  <a:pt x="152400" y="142875"/>
                </a:moveTo>
                <a:lnTo>
                  <a:pt x="161925" y="142875"/>
                </a:lnTo>
                <a:lnTo>
                  <a:pt x="161925" y="152400"/>
                </a:lnTo>
                <a:lnTo>
                  <a:pt x="152400" y="152400"/>
                </a:lnTo>
                <a:close/>
                <a:moveTo>
                  <a:pt x="95250" y="152400"/>
                </a:moveTo>
                <a:lnTo>
                  <a:pt x="104775" y="152400"/>
                </a:lnTo>
                <a:lnTo>
                  <a:pt x="104775" y="161925"/>
                </a:lnTo>
                <a:lnTo>
                  <a:pt x="95250" y="161925"/>
                </a:lnTo>
                <a:close/>
                <a:moveTo>
                  <a:pt x="142875" y="152400"/>
                </a:moveTo>
                <a:lnTo>
                  <a:pt x="152400" y="152400"/>
                </a:lnTo>
                <a:lnTo>
                  <a:pt x="152400" y="161925"/>
                </a:lnTo>
                <a:lnTo>
                  <a:pt x="142875" y="161925"/>
                </a:lnTo>
                <a:close/>
                <a:moveTo>
                  <a:pt x="95250" y="161925"/>
                </a:moveTo>
                <a:lnTo>
                  <a:pt x="104775" y="161925"/>
                </a:lnTo>
                <a:lnTo>
                  <a:pt x="104775" y="171450"/>
                </a:lnTo>
                <a:lnTo>
                  <a:pt x="95250" y="171450"/>
                </a:lnTo>
                <a:close/>
                <a:moveTo>
                  <a:pt x="142875" y="161925"/>
                </a:moveTo>
                <a:lnTo>
                  <a:pt x="152400" y="161925"/>
                </a:lnTo>
                <a:lnTo>
                  <a:pt x="152400" y="171450"/>
                </a:lnTo>
                <a:lnTo>
                  <a:pt x="142875" y="171450"/>
                </a:lnTo>
                <a:close/>
                <a:moveTo>
                  <a:pt x="95250" y="171450"/>
                </a:moveTo>
                <a:lnTo>
                  <a:pt x="104775" y="171450"/>
                </a:lnTo>
                <a:lnTo>
                  <a:pt x="104775" y="180975"/>
                </a:lnTo>
                <a:lnTo>
                  <a:pt x="95250" y="180975"/>
                </a:lnTo>
                <a:close/>
                <a:moveTo>
                  <a:pt x="142875" y="171450"/>
                </a:move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close/>
                <a:moveTo>
                  <a:pt x="95250" y="180975"/>
                </a:moveTo>
                <a:lnTo>
                  <a:pt x="104775" y="180975"/>
                </a:lnTo>
                <a:lnTo>
                  <a:pt x="104775" y="190500"/>
                </a:lnTo>
                <a:lnTo>
                  <a:pt x="95250" y="190500"/>
                </a:lnTo>
                <a:close/>
                <a:moveTo>
                  <a:pt x="142875" y="180975"/>
                </a:moveTo>
                <a:lnTo>
                  <a:pt x="152400" y="180975"/>
                </a:lnTo>
                <a:lnTo>
                  <a:pt x="152400" y="190500"/>
                </a:lnTo>
                <a:lnTo>
                  <a:pt x="142875" y="190500"/>
                </a:lnTo>
                <a:close/>
                <a:moveTo>
                  <a:pt x="171450" y="190500"/>
                </a:moveTo>
                <a:lnTo>
                  <a:pt x="180975" y="190500"/>
                </a:lnTo>
                <a:lnTo>
                  <a:pt x="180975" y="200025"/>
                </a:lnTo>
                <a:lnTo>
                  <a:pt x="171450" y="200025"/>
                </a:lnTo>
                <a:close/>
                <a:moveTo>
                  <a:pt x="76200" y="209550"/>
                </a:moveTo>
                <a:lnTo>
                  <a:pt x="85725" y="209550"/>
                </a:lnTo>
                <a:lnTo>
                  <a:pt x="85725" y="219075"/>
                </a:lnTo>
                <a:lnTo>
                  <a:pt x="76200" y="219075"/>
                </a:lnTo>
                <a:close/>
                <a:moveTo>
                  <a:pt x="142875" y="209550"/>
                </a:moveTo>
                <a:lnTo>
                  <a:pt x="152400" y="209550"/>
                </a:lnTo>
                <a:lnTo>
                  <a:pt x="152400" y="219075"/>
                </a:lnTo>
                <a:lnTo>
                  <a:pt x="142875" y="219075"/>
                </a:lnTo>
                <a:close/>
                <a:moveTo>
                  <a:pt x="76200" y="219075"/>
                </a:moveTo>
                <a:lnTo>
                  <a:pt x="152400" y="219075"/>
                </a:lnTo>
                <a:lnTo>
                  <a:pt x="152400" y="228600"/>
                </a:lnTo>
                <a:lnTo>
                  <a:pt x="76200" y="228600"/>
                </a:lnTo>
                <a:close/>
                <a:moveTo>
                  <a:pt x="200025" y="219075"/>
                </a:moveTo>
                <a:lnTo>
                  <a:pt x="209550" y="219075"/>
                </a:lnTo>
                <a:lnTo>
                  <a:pt x="209550" y="228600"/>
                </a:lnTo>
                <a:lnTo>
                  <a:pt x="200025" y="228600"/>
                </a:lnTo>
                <a:close/>
                <a:moveTo>
                  <a:pt x="200025" y="238125"/>
                </a:moveTo>
                <a:lnTo>
                  <a:pt x="209550" y="238125"/>
                </a:lnTo>
                <a:lnTo>
                  <a:pt x="209550" y="247650"/>
                </a:lnTo>
                <a:lnTo>
                  <a:pt x="200025" y="247650"/>
                </a:lnTo>
                <a:close/>
              </a:path>
            </a:pathLst>
          </a:custGeom>
          <a:solidFill>
            <a:srgbClr val="DCDCDB"/>
          </a:solidFill>
          <a:ln>
            <a:noFill/>
          </a:ln>
        </p:spPr>
        <p:txBody>
          <a:bodyPr/>
          <a:p/>
        </p:txBody>
      </p:sp>
      <p:sp>
        <p:nvSpPr>
          <p:cNvPr id="131" name="af-top-reward-trophy-tone-gray-03-freeform-01" descr="{&quot;autofigure_element_id&quot;:&quot;top-reward-trophy-tone-gray-03&quot;}"/>
          <p:cNvSpPr/>
          <p:nvPr/>
        </p:nvSpPr>
        <p:spPr>
          <a:xfrm>
            <a:off x="12268200" y="2257425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  <a:moveTo>
                  <a:pt x="10477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04775" y="9525"/>
                </a:lnTo>
                <a:close/>
                <a:moveTo>
                  <a:pt x="104775" y="9525"/>
                </a:moveTo>
                <a:lnTo>
                  <a:pt x="123825" y="9525"/>
                </a:lnTo>
                <a:lnTo>
                  <a:pt x="123825" y="19050"/>
                </a:lnTo>
                <a:lnTo>
                  <a:pt x="104775" y="19050"/>
                </a:lnTo>
                <a:close/>
                <a:moveTo>
                  <a:pt x="19050" y="19050"/>
                </a:moveTo>
                <a:lnTo>
                  <a:pt x="28575" y="19050"/>
                </a:lnTo>
                <a:lnTo>
                  <a:pt x="28575" y="28575"/>
                </a:lnTo>
                <a:lnTo>
                  <a:pt x="19050" y="28575"/>
                </a:lnTo>
                <a:close/>
                <a:moveTo>
                  <a:pt x="38100" y="19050"/>
                </a:moveTo>
                <a:lnTo>
                  <a:pt x="47625" y="19050"/>
                </a:lnTo>
                <a:lnTo>
                  <a:pt x="47625" y="28575"/>
                </a:lnTo>
                <a:lnTo>
                  <a:pt x="38100" y="28575"/>
                </a:lnTo>
                <a:close/>
                <a:moveTo>
                  <a:pt x="1905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19050" y="38100"/>
                </a:lnTo>
                <a:close/>
                <a:moveTo>
                  <a:pt x="238125" y="28575"/>
                </a:moveTo>
                <a:lnTo>
                  <a:pt x="247650" y="28575"/>
                </a:lnTo>
                <a:lnTo>
                  <a:pt x="247650" y="38100"/>
                </a:lnTo>
                <a:lnTo>
                  <a:pt x="238125" y="38100"/>
                </a:lnTo>
                <a:close/>
                <a:moveTo>
                  <a:pt x="3810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38100" y="66675"/>
                </a:lnTo>
                <a:close/>
                <a:moveTo>
                  <a:pt x="200025" y="57150"/>
                </a:moveTo>
                <a:lnTo>
                  <a:pt x="209550" y="57150"/>
                </a:lnTo>
                <a:lnTo>
                  <a:pt x="209550" y="66675"/>
                </a:lnTo>
                <a:lnTo>
                  <a:pt x="200025" y="66675"/>
                </a:lnTo>
                <a:close/>
                <a:moveTo>
                  <a:pt x="66675" y="95250"/>
                </a:moveTo>
                <a:lnTo>
                  <a:pt x="76200" y="95250"/>
                </a:lnTo>
                <a:lnTo>
                  <a:pt x="76200" y="104775"/>
                </a:lnTo>
                <a:lnTo>
                  <a:pt x="66675" y="104775"/>
                </a:lnTo>
                <a:close/>
                <a:moveTo>
                  <a:pt x="190500" y="95250"/>
                </a:moveTo>
                <a:lnTo>
                  <a:pt x="200025" y="95250"/>
                </a:lnTo>
                <a:lnTo>
                  <a:pt x="200025" y="104775"/>
                </a:lnTo>
                <a:lnTo>
                  <a:pt x="190500" y="104775"/>
                </a:lnTo>
                <a:close/>
                <a:moveTo>
                  <a:pt x="180975" y="114300"/>
                </a:moveTo>
                <a:lnTo>
                  <a:pt x="190500" y="114300"/>
                </a:lnTo>
                <a:lnTo>
                  <a:pt x="190500" y="123825"/>
                </a:lnTo>
                <a:lnTo>
                  <a:pt x="180975" y="123825"/>
                </a:lnTo>
                <a:close/>
                <a:moveTo>
                  <a:pt x="95250" y="123825"/>
                </a:moveTo>
                <a:lnTo>
                  <a:pt x="104775" y="123825"/>
                </a:lnTo>
                <a:lnTo>
                  <a:pt x="104775" y="133350"/>
                </a:lnTo>
                <a:lnTo>
                  <a:pt x="95250" y="133350"/>
                </a:lnTo>
                <a:close/>
                <a:moveTo>
                  <a:pt x="76200" y="200025"/>
                </a:moveTo>
                <a:lnTo>
                  <a:pt x="85725" y="200025"/>
                </a:lnTo>
                <a:lnTo>
                  <a:pt x="85725" y="209550"/>
                </a:lnTo>
                <a:lnTo>
                  <a:pt x="76200" y="209550"/>
                </a:lnTo>
                <a:close/>
                <a:moveTo>
                  <a:pt x="180975" y="200025"/>
                </a:moveTo>
                <a:lnTo>
                  <a:pt x="190500" y="200025"/>
                </a:lnTo>
                <a:lnTo>
                  <a:pt x="190500" y="209550"/>
                </a:lnTo>
                <a:lnTo>
                  <a:pt x="180975" y="209550"/>
                </a:lnTo>
                <a:close/>
                <a:moveTo>
                  <a:pt x="190500" y="209550"/>
                </a:moveTo>
                <a:lnTo>
                  <a:pt x="200025" y="209550"/>
                </a:lnTo>
                <a:lnTo>
                  <a:pt x="200025" y="219075"/>
                </a:lnTo>
                <a:lnTo>
                  <a:pt x="190500" y="219075"/>
                </a:lnTo>
                <a:close/>
                <a:moveTo>
                  <a:pt x="38100" y="219075"/>
                </a:moveTo>
                <a:lnTo>
                  <a:pt x="47625" y="219075"/>
                </a:lnTo>
                <a:lnTo>
                  <a:pt x="47625" y="228600"/>
                </a:lnTo>
                <a:lnTo>
                  <a:pt x="38100" y="228600"/>
                </a:lnTo>
                <a:close/>
                <a:moveTo>
                  <a:pt x="66675" y="219075"/>
                </a:moveTo>
                <a:lnTo>
                  <a:pt x="76200" y="219075"/>
                </a:lnTo>
                <a:lnTo>
                  <a:pt x="76200" y="228600"/>
                </a:lnTo>
                <a:lnTo>
                  <a:pt x="66675" y="228600"/>
                </a:lnTo>
                <a:close/>
                <a:moveTo>
                  <a:pt x="200025" y="228600"/>
                </a:moveTo>
                <a:lnTo>
                  <a:pt x="209550" y="228600"/>
                </a:lnTo>
                <a:lnTo>
                  <a:pt x="209550" y="238125"/>
                </a:lnTo>
                <a:lnTo>
                  <a:pt x="200025" y="238125"/>
                </a:lnTo>
                <a:close/>
                <a:moveTo>
                  <a:pt x="38100" y="238125"/>
                </a:moveTo>
                <a:lnTo>
                  <a:pt x="47625" y="238125"/>
                </a:lnTo>
                <a:lnTo>
                  <a:pt x="47625" y="247650"/>
                </a:lnTo>
                <a:lnTo>
                  <a:pt x="38100" y="247650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</p:spPr>
        <p:txBody>
          <a:bodyPr/>
          <a:p/>
        </p:txBody>
      </p:sp>
      <p:sp>
        <p:nvSpPr>
          <p:cNvPr id="132" name="af-top-reward-trophy-tone-gray-04-freeform-01" descr="{&quot;autofigure_element_id&quot;:&quot;top-reward-trophy-tone-gray-04&quot;}"/>
          <p:cNvSpPr/>
          <p:nvPr/>
        </p:nvSpPr>
        <p:spPr>
          <a:xfrm>
            <a:off x="12268200" y="2257425"/>
            <a:ext cx="247650" cy="238125"/>
          </a:xfrm>
          <a:custGeom>
            <a:avLst/>
            <a:gdLst/>
            <a:ahLst/>
            <a:cxnLst/>
            <a:rect l="0" t="0" r="0" b="0"/>
            <a:pathLst>
              <a:path w="247650" h="238125">
                <a:moveTo>
                  <a:pt x="76200" y="0"/>
                </a:moveTo>
                <a:lnTo>
                  <a:pt x="85725" y="0"/>
                </a:lnTo>
                <a:lnTo>
                  <a:pt x="85725" y="9525"/>
                </a:lnTo>
                <a:lnTo>
                  <a:pt x="76200" y="9525"/>
                </a:lnTo>
                <a:close/>
                <a:moveTo>
                  <a:pt x="238125" y="9525"/>
                </a:moveTo>
                <a:lnTo>
                  <a:pt x="247650" y="9525"/>
                </a:lnTo>
                <a:lnTo>
                  <a:pt x="247650" y="19050"/>
                </a:lnTo>
                <a:lnTo>
                  <a:pt x="238125" y="19050"/>
                </a:lnTo>
                <a:close/>
                <a:moveTo>
                  <a:pt x="152400" y="19050"/>
                </a:moveTo>
                <a:lnTo>
                  <a:pt x="161925" y="19050"/>
                </a:lnTo>
                <a:lnTo>
                  <a:pt x="161925" y="28575"/>
                </a:lnTo>
                <a:lnTo>
                  <a:pt x="152400" y="28575"/>
                </a:lnTo>
                <a:close/>
                <a:moveTo>
                  <a:pt x="219075" y="19050"/>
                </a:moveTo>
                <a:lnTo>
                  <a:pt x="228600" y="19050"/>
                </a:lnTo>
                <a:lnTo>
                  <a:pt x="228600" y="28575"/>
                </a:lnTo>
                <a:lnTo>
                  <a:pt x="219075" y="28575"/>
                </a:lnTo>
                <a:close/>
                <a:moveTo>
                  <a:pt x="238125" y="19050"/>
                </a:moveTo>
                <a:lnTo>
                  <a:pt x="247650" y="19050"/>
                </a:lnTo>
                <a:lnTo>
                  <a:pt x="247650" y="28575"/>
                </a:lnTo>
                <a:lnTo>
                  <a:pt x="238125" y="28575"/>
                </a:lnTo>
                <a:close/>
                <a:moveTo>
                  <a:pt x="0" y="28575"/>
                </a:move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close/>
                <a:moveTo>
                  <a:pt x="152400" y="28575"/>
                </a:moveTo>
                <a:lnTo>
                  <a:pt x="161925" y="28575"/>
                </a:lnTo>
                <a:lnTo>
                  <a:pt x="161925" y="38100"/>
                </a:lnTo>
                <a:lnTo>
                  <a:pt x="152400" y="38100"/>
                </a:lnTo>
                <a:close/>
                <a:moveTo>
                  <a:pt x="219075" y="28575"/>
                </a:moveTo>
                <a:lnTo>
                  <a:pt x="228600" y="28575"/>
                </a:lnTo>
                <a:lnTo>
                  <a:pt x="228600" y="38100"/>
                </a:lnTo>
                <a:lnTo>
                  <a:pt x="219075" y="38100"/>
                </a:lnTo>
                <a:close/>
                <a:moveTo>
                  <a:pt x="152400" y="38100"/>
                </a:moveTo>
                <a:lnTo>
                  <a:pt x="161925" y="38100"/>
                </a:lnTo>
                <a:lnTo>
                  <a:pt x="161925" y="47625"/>
                </a:lnTo>
                <a:lnTo>
                  <a:pt x="152400" y="47625"/>
                </a:lnTo>
                <a:close/>
                <a:moveTo>
                  <a:pt x="152400" y="47625"/>
                </a:moveTo>
                <a:lnTo>
                  <a:pt x="161925" y="47625"/>
                </a:lnTo>
                <a:lnTo>
                  <a:pt x="161925" y="57150"/>
                </a:lnTo>
                <a:lnTo>
                  <a:pt x="152400" y="57150"/>
                </a:lnTo>
                <a:close/>
                <a:moveTo>
                  <a:pt x="228600" y="47625"/>
                </a:moveTo>
                <a:lnTo>
                  <a:pt x="238125" y="47625"/>
                </a:lnTo>
                <a:lnTo>
                  <a:pt x="238125" y="57150"/>
                </a:lnTo>
                <a:lnTo>
                  <a:pt x="228600" y="57150"/>
                </a:lnTo>
                <a:close/>
                <a:moveTo>
                  <a:pt x="152400" y="57150"/>
                </a:moveTo>
                <a:lnTo>
                  <a:pt x="161925" y="57150"/>
                </a:lnTo>
                <a:lnTo>
                  <a:pt x="161925" y="66675"/>
                </a:lnTo>
                <a:lnTo>
                  <a:pt x="152400" y="66675"/>
                </a:lnTo>
                <a:close/>
                <a:moveTo>
                  <a:pt x="219075" y="57150"/>
                </a:moveTo>
                <a:lnTo>
                  <a:pt x="228600" y="57150"/>
                </a:lnTo>
                <a:lnTo>
                  <a:pt x="228600" y="66675"/>
                </a:lnTo>
                <a:lnTo>
                  <a:pt x="219075" y="66675"/>
                </a:lnTo>
                <a:close/>
                <a:moveTo>
                  <a:pt x="152400" y="66675"/>
                </a:moveTo>
                <a:lnTo>
                  <a:pt x="161925" y="66675"/>
                </a:lnTo>
                <a:lnTo>
                  <a:pt x="161925" y="76200"/>
                </a:lnTo>
                <a:lnTo>
                  <a:pt x="152400" y="76200"/>
                </a:lnTo>
                <a:close/>
                <a:moveTo>
                  <a:pt x="152400" y="76200"/>
                </a:moveTo>
                <a:lnTo>
                  <a:pt x="161925" y="76200"/>
                </a:lnTo>
                <a:lnTo>
                  <a:pt x="161925" y="85725"/>
                </a:lnTo>
                <a:lnTo>
                  <a:pt x="152400" y="85725"/>
                </a:lnTo>
                <a:close/>
                <a:moveTo>
                  <a:pt x="47625" y="95250"/>
                </a:move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close/>
                <a:moveTo>
                  <a:pt x="57150" y="114300"/>
                </a:moveTo>
                <a:lnTo>
                  <a:pt x="66675" y="114300"/>
                </a:lnTo>
                <a:lnTo>
                  <a:pt x="66675" y="123825"/>
                </a:lnTo>
                <a:lnTo>
                  <a:pt x="57150" y="123825"/>
                </a:lnTo>
                <a:close/>
                <a:moveTo>
                  <a:pt x="142875" y="123825"/>
                </a:moveTo>
                <a:lnTo>
                  <a:pt x="152400" y="123825"/>
                </a:lnTo>
                <a:lnTo>
                  <a:pt x="152400" y="133350"/>
                </a:lnTo>
                <a:lnTo>
                  <a:pt x="142875" y="133350"/>
                </a:lnTo>
                <a:close/>
                <a:moveTo>
                  <a:pt x="171450" y="123825"/>
                </a:moveTo>
                <a:lnTo>
                  <a:pt x="180975" y="123825"/>
                </a:lnTo>
                <a:lnTo>
                  <a:pt x="180975" y="133350"/>
                </a:lnTo>
                <a:lnTo>
                  <a:pt x="171450" y="133350"/>
                </a:lnTo>
                <a:close/>
                <a:moveTo>
                  <a:pt x="76200" y="133350"/>
                </a:moveTo>
                <a:lnTo>
                  <a:pt x="85725" y="133350"/>
                </a:lnTo>
                <a:lnTo>
                  <a:pt x="85725" y="142875"/>
                </a:lnTo>
                <a:lnTo>
                  <a:pt x="76200" y="142875"/>
                </a:lnTo>
                <a:close/>
                <a:moveTo>
                  <a:pt x="161925" y="133350"/>
                </a:moveTo>
                <a:lnTo>
                  <a:pt x="171450" y="133350"/>
                </a:lnTo>
                <a:lnTo>
                  <a:pt x="171450" y="142875"/>
                </a:lnTo>
                <a:lnTo>
                  <a:pt x="161925" y="142875"/>
                </a:lnTo>
                <a:close/>
                <a:moveTo>
                  <a:pt x="142875" y="142875"/>
                </a:moveTo>
                <a:lnTo>
                  <a:pt x="152400" y="142875"/>
                </a:lnTo>
                <a:lnTo>
                  <a:pt x="152400" y="152400"/>
                </a:lnTo>
                <a:lnTo>
                  <a:pt x="142875" y="152400"/>
                </a:lnTo>
                <a:close/>
                <a:moveTo>
                  <a:pt x="85725" y="190500"/>
                </a:moveTo>
                <a:lnTo>
                  <a:pt x="95250" y="190500"/>
                </a:lnTo>
                <a:lnTo>
                  <a:pt x="95250" y="200025"/>
                </a:lnTo>
                <a:lnTo>
                  <a:pt x="85725" y="200025"/>
                </a:lnTo>
                <a:close/>
                <a:moveTo>
                  <a:pt x="161925" y="190500"/>
                </a:moveTo>
                <a:lnTo>
                  <a:pt x="171450" y="190500"/>
                </a:lnTo>
                <a:lnTo>
                  <a:pt x="171450" y="200025"/>
                </a:lnTo>
                <a:lnTo>
                  <a:pt x="161925" y="200025"/>
                </a:lnTo>
                <a:close/>
                <a:moveTo>
                  <a:pt x="57150" y="200025"/>
                </a:moveTo>
                <a:lnTo>
                  <a:pt x="66675" y="200025"/>
                </a:lnTo>
                <a:lnTo>
                  <a:pt x="66675" y="209550"/>
                </a:lnTo>
                <a:lnTo>
                  <a:pt x="57150" y="209550"/>
                </a:lnTo>
                <a:close/>
                <a:moveTo>
                  <a:pt x="85725" y="200025"/>
                </a:moveTo>
                <a:lnTo>
                  <a:pt x="95250" y="200025"/>
                </a:lnTo>
                <a:lnTo>
                  <a:pt x="95250" y="209550"/>
                </a:lnTo>
                <a:lnTo>
                  <a:pt x="85725" y="209550"/>
                </a:lnTo>
                <a:close/>
                <a:moveTo>
                  <a:pt x="114300" y="200025"/>
                </a:moveTo>
                <a:lnTo>
                  <a:pt x="133350" y="200025"/>
                </a:lnTo>
                <a:lnTo>
                  <a:pt x="133350" y="209550"/>
                </a:lnTo>
                <a:lnTo>
                  <a:pt x="114300" y="209550"/>
                </a:lnTo>
                <a:close/>
                <a:moveTo>
                  <a:pt x="47625" y="209550"/>
                </a:moveTo>
                <a:lnTo>
                  <a:pt x="57150" y="209550"/>
                </a:lnTo>
                <a:lnTo>
                  <a:pt x="57150" y="219075"/>
                </a:lnTo>
                <a:lnTo>
                  <a:pt x="47625" y="219075"/>
                </a:lnTo>
                <a:close/>
                <a:moveTo>
                  <a:pt x="38100" y="228600"/>
                </a:moveTo>
                <a:lnTo>
                  <a:pt x="47625" y="228600"/>
                </a:lnTo>
                <a:lnTo>
                  <a:pt x="47625" y="238125"/>
                </a:lnTo>
                <a:lnTo>
                  <a:pt x="38100" y="238125"/>
                </a:lnTo>
                <a:close/>
              </a:path>
            </a:pathLst>
          </a:custGeom>
          <a:solidFill>
            <a:srgbClr val="A7A390"/>
          </a:solidFill>
          <a:ln>
            <a:noFill/>
          </a:ln>
        </p:spPr>
        <p:txBody>
          <a:bodyPr/>
          <a:p/>
        </p:txBody>
      </p:sp>
      <p:sp>
        <p:nvSpPr>
          <p:cNvPr id="133" name="af-top-reward-trophy-tone-gray-05-freeform-01" descr="{&quot;autofigure_element_id&quot;:&quot;top-reward-trophy-tone-gray-05&quot;}"/>
          <p:cNvSpPr/>
          <p:nvPr/>
        </p:nvSpPr>
        <p:spPr>
          <a:xfrm>
            <a:off x="12268200" y="2257425"/>
            <a:ext cx="238125" cy="247650"/>
          </a:xfrm>
          <a:custGeom>
            <a:avLst/>
            <a:gdLst/>
            <a:ahLst/>
            <a:cxnLst/>
            <a:rect l="0" t="0" r="0" b="0"/>
            <a:pathLst>
              <a:path w="238125" h="247650">
                <a:moveTo>
                  <a:pt x="9525" y="0"/>
                </a:moveTo>
                <a:lnTo>
                  <a:pt x="76200" y="0"/>
                </a:lnTo>
                <a:lnTo>
                  <a:pt x="76200" y="9525"/>
                </a:lnTo>
                <a:lnTo>
                  <a:pt x="9525" y="9525"/>
                </a:lnTo>
                <a:close/>
                <a:moveTo>
                  <a:pt x="95250" y="0"/>
                </a:moveTo>
                <a:lnTo>
                  <a:pt x="104775" y="0"/>
                </a:lnTo>
                <a:lnTo>
                  <a:pt x="104775" y="9525"/>
                </a:lnTo>
                <a:lnTo>
                  <a:pt x="95250" y="9525"/>
                </a:lnTo>
                <a:close/>
                <a:moveTo>
                  <a:pt x="123825" y="0"/>
                </a:moveTo>
                <a:lnTo>
                  <a:pt x="238125" y="0"/>
                </a:lnTo>
                <a:lnTo>
                  <a:pt x="238125" y="9525"/>
                </a:lnTo>
                <a:lnTo>
                  <a:pt x="123825" y="9525"/>
                </a:lnTo>
                <a:close/>
                <a:moveTo>
                  <a:pt x="0" y="9525"/>
                </a:move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  <a:moveTo>
                  <a:pt x="76200" y="9525"/>
                </a:moveTo>
                <a:lnTo>
                  <a:pt x="85725" y="9525"/>
                </a:lnTo>
                <a:lnTo>
                  <a:pt x="85725" y="19050"/>
                </a:lnTo>
                <a:lnTo>
                  <a:pt x="76200" y="19050"/>
                </a:lnTo>
                <a:close/>
                <a:moveTo>
                  <a:pt x="0" y="19050"/>
                </a:moveTo>
                <a:lnTo>
                  <a:pt x="9525" y="19050"/>
                </a:lnTo>
                <a:lnTo>
                  <a:pt x="9525" y="28575"/>
                </a:lnTo>
                <a:lnTo>
                  <a:pt x="0" y="28575"/>
                </a:lnTo>
                <a:close/>
                <a:moveTo>
                  <a:pt x="190500" y="28575"/>
                </a:moveTo>
                <a:lnTo>
                  <a:pt x="200025" y="28575"/>
                </a:lnTo>
                <a:lnTo>
                  <a:pt x="200025" y="38100"/>
                </a:lnTo>
                <a:lnTo>
                  <a:pt x="190500" y="38100"/>
                </a:lnTo>
                <a:close/>
                <a:moveTo>
                  <a:pt x="190500" y="38100"/>
                </a:moveTo>
                <a:lnTo>
                  <a:pt x="200025" y="38100"/>
                </a:lnTo>
                <a:lnTo>
                  <a:pt x="200025" y="47625"/>
                </a:lnTo>
                <a:lnTo>
                  <a:pt x="190500" y="47625"/>
                </a:lnTo>
                <a:close/>
                <a:moveTo>
                  <a:pt x="9525" y="47625"/>
                </a:moveTo>
                <a:lnTo>
                  <a:pt x="19050" y="47625"/>
                </a:lnTo>
                <a:lnTo>
                  <a:pt x="19050" y="57150"/>
                </a:lnTo>
                <a:lnTo>
                  <a:pt x="9525" y="57150"/>
                </a:lnTo>
                <a:close/>
                <a:moveTo>
                  <a:pt x="190500" y="47625"/>
                </a:moveTo>
                <a:lnTo>
                  <a:pt x="200025" y="47625"/>
                </a:lnTo>
                <a:lnTo>
                  <a:pt x="200025" y="57150"/>
                </a:lnTo>
                <a:lnTo>
                  <a:pt x="190500" y="57150"/>
                </a:lnTo>
                <a:close/>
                <a:moveTo>
                  <a:pt x="19050" y="57150"/>
                </a:moveTo>
                <a:lnTo>
                  <a:pt x="28575" y="57150"/>
                </a:lnTo>
                <a:lnTo>
                  <a:pt x="28575" y="66675"/>
                </a:lnTo>
                <a:lnTo>
                  <a:pt x="19050" y="66675"/>
                </a:lnTo>
                <a:close/>
                <a:moveTo>
                  <a:pt x="190500" y="66675"/>
                </a:moveTo>
                <a:lnTo>
                  <a:pt x="200025" y="66675"/>
                </a:lnTo>
                <a:lnTo>
                  <a:pt x="200025" y="76200"/>
                </a:lnTo>
                <a:lnTo>
                  <a:pt x="190500" y="76200"/>
                </a:lnTo>
                <a:close/>
                <a:moveTo>
                  <a:pt x="190500" y="76200"/>
                </a:moveTo>
                <a:lnTo>
                  <a:pt x="200025" y="76200"/>
                </a:lnTo>
                <a:lnTo>
                  <a:pt x="200025" y="85725"/>
                </a:lnTo>
                <a:lnTo>
                  <a:pt x="190500" y="85725"/>
                </a:lnTo>
                <a:close/>
                <a:moveTo>
                  <a:pt x="190500" y="85725"/>
                </a:moveTo>
                <a:lnTo>
                  <a:pt x="200025" y="85725"/>
                </a:lnTo>
                <a:lnTo>
                  <a:pt x="200025" y="95250"/>
                </a:lnTo>
                <a:lnTo>
                  <a:pt x="190500" y="95250"/>
                </a:lnTo>
                <a:close/>
                <a:moveTo>
                  <a:pt x="171450" y="95250"/>
                </a:moveTo>
                <a:lnTo>
                  <a:pt x="180975" y="95250"/>
                </a:lnTo>
                <a:lnTo>
                  <a:pt x="180975" y="104775"/>
                </a:lnTo>
                <a:lnTo>
                  <a:pt x="171450" y="104775"/>
                </a:lnTo>
                <a:close/>
                <a:moveTo>
                  <a:pt x="76200" y="114300"/>
                </a:moveTo>
                <a:lnTo>
                  <a:pt x="85725" y="114300"/>
                </a:lnTo>
                <a:lnTo>
                  <a:pt x="85725" y="123825"/>
                </a:lnTo>
                <a:lnTo>
                  <a:pt x="76200" y="123825"/>
                </a:lnTo>
                <a:close/>
                <a:moveTo>
                  <a:pt x="66675" y="123825"/>
                </a:moveTo>
                <a:lnTo>
                  <a:pt x="76200" y="123825"/>
                </a:lnTo>
                <a:lnTo>
                  <a:pt x="76200" y="133350"/>
                </a:lnTo>
                <a:lnTo>
                  <a:pt x="66675" y="133350"/>
                </a:lnTo>
                <a:close/>
                <a:moveTo>
                  <a:pt x="95250" y="142875"/>
                </a:moveTo>
                <a:lnTo>
                  <a:pt x="104775" y="142875"/>
                </a:lnTo>
                <a:lnTo>
                  <a:pt x="104775" y="152400"/>
                </a:lnTo>
                <a:lnTo>
                  <a:pt x="95250" y="152400"/>
                </a:lnTo>
                <a:close/>
                <a:moveTo>
                  <a:pt x="104775" y="200025"/>
                </a:moveTo>
                <a:lnTo>
                  <a:pt x="114300" y="200025"/>
                </a:lnTo>
                <a:lnTo>
                  <a:pt x="114300" y="209550"/>
                </a:lnTo>
                <a:lnTo>
                  <a:pt x="104775" y="209550"/>
                </a:lnTo>
                <a:close/>
                <a:moveTo>
                  <a:pt x="133350" y="200025"/>
                </a:moveTo>
                <a:lnTo>
                  <a:pt x="142875" y="200025"/>
                </a:lnTo>
                <a:lnTo>
                  <a:pt x="142875" y="209550"/>
                </a:lnTo>
                <a:lnTo>
                  <a:pt x="133350" y="209550"/>
                </a:lnTo>
                <a:close/>
                <a:moveTo>
                  <a:pt x="161925" y="209550"/>
                </a:moveTo>
                <a:lnTo>
                  <a:pt x="171450" y="209550"/>
                </a:lnTo>
                <a:lnTo>
                  <a:pt x="171450" y="219075"/>
                </a:lnTo>
                <a:lnTo>
                  <a:pt x="161925" y="219075"/>
                </a:lnTo>
                <a:close/>
                <a:moveTo>
                  <a:pt x="171450" y="219075"/>
                </a:moveTo>
                <a:lnTo>
                  <a:pt x="180975" y="219075"/>
                </a:lnTo>
                <a:lnTo>
                  <a:pt x="180975" y="228600"/>
                </a:lnTo>
                <a:lnTo>
                  <a:pt x="171450" y="228600"/>
                </a:lnTo>
                <a:close/>
                <a:moveTo>
                  <a:pt x="47625" y="238125"/>
                </a:moveTo>
                <a:lnTo>
                  <a:pt x="200025" y="238125"/>
                </a:lnTo>
                <a:lnTo>
                  <a:pt x="200025" y="247650"/>
                </a:lnTo>
                <a:lnTo>
                  <a:pt x="47625" y="247650"/>
                </a:lnTo>
                <a:close/>
              </a:path>
            </a:pathLst>
          </a:custGeom>
          <a:solidFill>
            <a:srgbClr val="7A7974"/>
          </a:solidFill>
          <a:ln>
            <a:noFill/>
          </a:ln>
        </p:spPr>
        <p:txBody>
          <a:bodyPr/>
          <a:p/>
        </p:txBody>
      </p:sp>
      <p:sp>
        <p:nvSpPr>
          <p:cNvPr id="134" name="af-top-reward-trophy-tone-gray-06-freeform-01" descr="{&quot;autofigure_element_id&quot;:&quot;top-reward-trophy-tone-gray-06&quot;}"/>
          <p:cNvSpPr/>
          <p:nvPr/>
        </p:nvSpPr>
        <p:spPr>
          <a:xfrm>
            <a:off x="12287250" y="2266950"/>
            <a:ext cx="219075" cy="228600"/>
          </a:xfrm>
          <a:custGeom>
            <a:avLst/>
            <a:gdLst/>
            <a:ahLst/>
            <a:cxnLst/>
            <a:rect l="0" t="0" r="0" b="0"/>
            <a:pathLst>
              <a:path w="219075" h="228600">
                <a:moveTo>
                  <a:pt x="952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close/>
                <a:moveTo>
                  <a:pt x="76200" y="0"/>
                </a:moveTo>
                <a:lnTo>
                  <a:pt x="85725" y="0"/>
                </a:lnTo>
                <a:lnTo>
                  <a:pt x="85725" y="9525"/>
                </a:lnTo>
                <a:lnTo>
                  <a:pt x="76200" y="9525"/>
                </a:lnTo>
                <a:close/>
                <a:moveTo>
                  <a:pt x="104775" y="0"/>
                </a:moveTo>
                <a:lnTo>
                  <a:pt x="161925" y="0"/>
                </a:lnTo>
                <a:lnTo>
                  <a:pt x="161925" y="9525"/>
                </a:lnTo>
                <a:lnTo>
                  <a:pt x="104775" y="9525"/>
                </a:lnTo>
                <a:close/>
                <a:moveTo>
                  <a:pt x="180975" y="0"/>
                </a:moveTo>
                <a:lnTo>
                  <a:pt x="200025" y="0"/>
                </a:lnTo>
                <a:lnTo>
                  <a:pt x="200025" y="9525"/>
                </a:lnTo>
                <a:lnTo>
                  <a:pt x="180975" y="9525"/>
                </a:lnTo>
                <a:close/>
                <a:moveTo>
                  <a:pt x="28575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28575" y="19050"/>
                </a:lnTo>
                <a:close/>
                <a:moveTo>
                  <a:pt x="161925" y="9525"/>
                </a:moveTo>
                <a:lnTo>
                  <a:pt x="180975" y="9525"/>
                </a:lnTo>
                <a:lnTo>
                  <a:pt x="180975" y="19050"/>
                </a:lnTo>
                <a:lnTo>
                  <a:pt x="161925" y="19050"/>
                </a:lnTo>
                <a:close/>
                <a:moveTo>
                  <a:pt x="28575" y="19050"/>
                </a:moveTo>
                <a:lnTo>
                  <a:pt x="47625" y="19050"/>
                </a:lnTo>
                <a:lnTo>
                  <a:pt x="47625" y="28575"/>
                </a:lnTo>
                <a:lnTo>
                  <a:pt x="28575" y="28575"/>
                </a:lnTo>
                <a:close/>
                <a:moveTo>
                  <a:pt x="161925" y="19050"/>
                </a:moveTo>
                <a:lnTo>
                  <a:pt x="171450" y="19050"/>
                </a:lnTo>
                <a:lnTo>
                  <a:pt x="171450" y="28575"/>
                </a:lnTo>
                <a:lnTo>
                  <a:pt x="161925" y="28575"/>
                </a:lnTo>
                <a:close/>
                <a:moveTo>
                  <a:pt x="0" y="28575"/>
                </a:move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close/>
                <a:moveTo>
                  <a:pt x="28575" y="28575"/>
                </a:moveTo>
                <a:lnTo>
                  <a:pt x="47625" y="28575"/>
                </a:lnTo>
                <a:lnTo>
                  <a:pt x="47625" y="38100"/>
                </a:lnTo>
                <a:lnTo>
                  <a:pt x="28575" y="38100"/>
                </a:lnTo>
                <a:close/>
                <a:moveTo>
                  <a:pt x="161925" y="28575"/>
                </a:moveTo>
                <a:lnTo>
                  <a:pt x="171450" y="28575"/>
                </a:lnTo>
                <a:lnTo>
                  <a:pt x="171450" y="38100"/>
                </a:lnTo>
                <a:lnTo>
                  <a:pt x="161925" y="38100"/>
                </a:lnTo>
                <a:close/>
                <a:moveTo>
                  <a:pt x="209550" y="28575"/>
                </a:moveTo>
                <a:lnTo>
                  <a:pt x="219075" y="28575"/>
                </a:lnTo>
                <a:lnTo>
                  <a:pt x="219075" y="38100"/>
                </a:lnTo>
                <a:lnTo>
                  <a:pt x="209550" y="38100"/>
                </a:lnTo>
                <a:close/>
                <a:moveTo>
                  <a:pt x="9525" y="38100"/>
                </a:moveTo>
                <a:lnTo>
                  <a:pt x="19050" y="38100"/>
                </a:lnTo>
                <a:lnTo>
                  <a:pt x="19050" y="47625"/>
                </a:lnTo>
                <a:lnTo>
                  <a:pt x="9525" y="47625"/>
                </a:lnTo>
                <a:close/>
                <a:moveTo>
                  <a:pt x="28575" y="38100"/>
                </a:moveTo>
                <a:lnTo>
                  <a:pt x="47625" y="38100"/>
                </a:lnTo>
                <a:lnTo>
                  <a:pt x="47625" y="47625"/>
                </a:lnTo>
                <a:lnTo>
                  <a:pt x="28575" y="47625"/>
                </a:lnTo>
                <a:close/>
                <a:moveTo>
                  <a:pt x="161925" y="38100"/>
                </a:moveTo>
                <a:lnTo>
                  <a:pt x="171450" y="38100"/>
                </a:lnTo>
                <a:lnTo>
                  <a:pt x="171450" y="47625"/>
                </a:lnTo>
                <a:lnTo>
                  <a:pt x="161925" y="47625"/>
                </a:lnTo>
                <a:close/>
                <a:moveTo>
                  <a:pt x="190500" y="38100"/>
                </a:moveTo>
                <a:lnTo>
                  <a:pt x="200025" y="38100"/>
                </a:lnTo>
                <a:lnTo>
                  <a:pt x="200025" y="47625"/>
                </a:lnTo>
                <a:lnTo>
                  <a:pt x="190500" y="47625"/>
                </a:lnTo>
                <a:close/>
                <a:moveTo>
                  <a:pt x="9525" y="47625"/>
                </a:moveTo>
                <a:lnTo>
                  <a:pt x="19050" y="47625"/>
                </a:lnTo>
                <a:lnTo>
                  <a:pt x="19050" y="57150"/>
                </a:lnTo>
                <a:lnTo>
                  <a:pt x="9525" y="57150"/>
                </a:lnTo>
                <a:close/>
                <a:moveTo>
                  <a:pt x="28575" y="47625"/>
                </a:moveTo>
                <a:lnTo>
                  <a:pt x="47625" y="47625"/>
                </a:lnTo>
                <a:lnTo>
                  <a:pt x="47625" y="57150"/>
                </a:lnTo>
                <a:lnTo>
                  <a:pt x="28575" y="57150"/>
                </a:lnTo>
                <a:close/>
                <a:moveTo>
                  <a:pt x="161925" y="47625"/>
                </a:moveTo>
                <a:lnTo>
                  <a:pt x="180975" y="47625"/>
                </a:lnTo>
                <a:lnTo>
                  <a:pt x="180975" y="57150"/>
                </a:lnTo>
                <a:lnTo>
                  <a:pt x="161925" y="57150"/>
                </a:lnTo>
                <a:close/>
                <a:moveTo>
                  <a:pt x="28575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28575" y="66675"/>
                </a:lnTo>
                <a:close/>
                <a:moveTo>
                  <a:pt x="161925" y="57150"/>
                </a:moveTo>
                <a:lnTo>
                  <a:pt x="171450" y="57150"/>
                </a:lnTo>
                <a:lnTo>
                  <a:pt x="171450" y="66675"/>
                </a:lnTo>
                <a:lnTo>
                  <a:pt x="161925" y="66675"/>
                </a:lnTo>
                <a:close/>
                <a:moveTo>
                  <a:pt x="28575" y="66675"/>
                </a:moveTo>
                <a:lnTo>
                  <a:pt x="47625" y="66675"/>
                </a:lnTo>
                <a:lnTo>
                  <a:pt x="47625" y="76200"/>
                </a:lnTo>
                <a:lnTo>
                  <a:pt x="28575" y="76200"/>
                </a:lnTo>
                <a:close/>
                <a:moveTo>
                  <a:pt x="161925" y="66675"/>
                </a:moveTo>
                <a:lnTo>
                  <a:pt x="171450" y="66675"/>
                </a:lnTo>
                <a:lnTo>
                  <a:pt x="171450" y="76200"/>
                </a:lnTo>
                <a:lnTo>
                  <a:pt x="161925" y="76200"/>
                </a:lnTo>
                <a:close/>
                <a:moveTo>
                  <a:pt x="28575" y="76200"/>
                </a:moveTo>
                <a:lnTo>
                  <a:pt x="38100" y="76200"/>
                </a:lnTo>
                <a:lnTo>
                  <a:pt x="38100" y="85725"/>
                </a:lnTo>
                <a:lnTo>
                  <a:pt x="28575" y="85725"/>
                </a:lnTo>
                <a:close/>
                <a:moveTo>
                  <a:pt x="47625" y="95250"/>
                </a:move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close/>
                <a:moveTo>
                  <a:pt x="161925" y="95250"/>
                </a:moveTo>
                <a:lnTo>
                  <a:pt x="171450" y="95250"/>
                </a:lnTo>
                <a:lnTo>
                  <a:pt x="171450" y="104775"/>
                </a:lnTo>
                <a:lnTo>
                  <a:pt x="161925" y="104775"/>
                </a:lnTo>
                <a:close/>
                <a:moveTo>
                  <a:pt x="142875" y="104775"/>
                </a:moveTo>
                <a:lnTo>
                  <a:pt x="152400" y="104775"/>
                </a:lnTo>
                <a:lnTo>
                  <a:pt x="152400" y="114300"/>
                </a:lnTo>
                <a:lnTo>
                  <a:pt x="142875" y="114300"/>
                </a:lnTo>
                <a:close/>
                <a:moveTo>
                  <a:pt x="66675" y="114300"/>
                </a:moveTo>
                <a:lnTo>
                  <a:pt x="76200" y="114300"/>
                </a:lnTo>
                <a:lnTo>
                  <a:pt x="76200" y="123825"/>
                </a:lnTo>
                <a:lnTo>
                  <a:pt x="66675" y="123825"/>
                </a:lnTo>
                <a:close/>
                <a:moveTo>
                  <a:pt x="133350" y="114300"/>
                </a:moveTo>
                <a:lnTo>
                  <a:pt x="142875" y="114300"/>
                </a:lnTo>
                <a:lnTo>
                  <a:pt x="142875" y="123825"/>
                </a:lnTo>
                <a:lnTo>
                  <a:pt x="133350" y="123825"/>
                </a:lnTo>
                <a:close/>
                <a:moveTo>
                  <a:pt x="95250" y="123825"/>
                </a:moveTo>
                <a:lnTo>
                  <a:pt x="114300" y="123825"/>
                </a:lnTo>
                <a:lnTo>
                  <a:pt x="114300" y="133350"/>
                </a:lnTo>
                <a:lnTo>
                  <a:pt x="95250" y="133350"/>
                </a:lnTo>
                <a:close/>
                <a:moveTo>
                  <a:pt x="95250" y="142875"/>
                </a:moveTo>
                <a:lnTo>
                  <a:pt x="123825" y="142875"/>
                </a:lnTo>
                <a:lnTo>
                  <a:pt x="123825" y="152400"/>
                </a:lnTo>
                <a:lnTo>
                  <a:pt x="95250" y="152400"/>
                </a:lnTo>
                <a:close/>
                <a:moveTo>
                  <a:pt x="95250" y="152400"/>
                </a:moveTo>
                <a:lnTo>
                  <a:pt x="123825" y="152400"/>
                </a:lnTo>
                <a:lnTo>
                  <a:pt x="123825" y="161925"/>
                </a:lnTo>
                <a:lnTo>
                  <a:pt x="95250" y="161925"/>
                </a:lnTo>
                <a:close/>
                <a:moveTo>
                  <a:pt x="95250" y="161925"/>
                </a:moveTo>
                <a:lnTo>
                  <a:pt x="123825" y="161925"/>
                </a:lnTo>
                <a:lnTo>
                  <a:pt x="123825" y="171450"/>
                </a:lnTo>
                <a:lnTo>
                  <a:pt x="95250" y="171450"/>
                </a:lnTo>
                <a:close/>
                <a:moveTo>
                  <a:pt x="95250" y="171450"/>
                </a:moveTo>
                <a:lnTo>
                  <a:pt x="104775" y="171450"/>
                </a:lnTo>
                <a:lnTo>
                  <a:pt x="104775" y="180975"/>
                </a:lnTo>
                <a:lnTo>
                  <a:pt x="95250" y="180975"/>
                </a:lnTo>
                <a:close/>
                <a:moveTo>
                  <a:pt x="133350" y="180975"/>
                </a:move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close/>
                <a:moveTo>
                  <a:pt x="47625" y="190500"/>
                </a:moveTo>
                <a:lnTo>
                  <a:pt x="57150" y="190500"/>
                </a:lnTo>
                <a:lnTo>
                  <a:pt x="57150" y="200025"/>
                </a:lnTo>
                <a:lnTo>
                  <a:pt x="47625" y="200025"/>
                </a:lnTo>
                <a:close/>
                <a:moveTo>
                  <a:pt x="76200" y="190500"/>
                </a:moveTo>
                <a:lnTo>
                  <a:pt x="85725" y="190500"/>
                </a:lnTo>
                <a:lnTo>
                  <a:pt x="85725" y="200025"/>
                </a:lnTo>
                <a:lnTo>
                  <a:pt x="76200" y="200025"/>
                </a:lnTo>
                <a:close/>
                <a:moveTo>
                  <a:pt x="123825" y="190500"/>
                </a:moveTo>
                <a:lnTo>
                  <a:pt x="133350" y="190500"/>
                </a:lnTo>
                <a:lnTo>
                  <a:pt x="133350" y="200025"/>
                </a:lnTo>
                <a:lnTo>
                  <a:pt x="123825" y="200025"/>
                </a:lnTo>
                <a:close/>
                <a:moveTo>
                  <a:pt x="152400" y="190500"/>
                </a:moveTo>
                <a:lnTo>
                  <a:pt x="161925" y="190500"/>
                </a:lnTo>
                <a:lnTo>
                  <a:pt x="161925" y="200025"/>
                </a:lnTo>
                <a:lnTo>
                  <a:pt x="152400" y="200025"/>
                </a:lnTo>
                <a:close/>
                <a:moveTo>
                  <a:pt x="47625" y="200025"/>
                </a:moveTo>
                <a:lnTo>
                  <a:pt x="57150" y="200025"/>
                </a:lnTo>
                <a:lnTo>
                  <a:pt x="57150" y="209550"/>
                </a:lnTo>
                <a:lnTo>
                  <a:pt x="47625" y="209550"/>
                </a:lnTo>
                <a:close/>
                <a:moveTo>
                  <a:pt x="38100" y="209550"/>
                </a:moveTo>
                <a:lnTo>
                  <a:pt x="47625" y="209550"/>
                </a:lnTo>
                <a:lnTo>
                  <a:pt x="47625" y="219075"/>
                </a:lnTo>
                <a:lnTo>
                  <a:pt x="38100" y="219075"/>
                </a:lnTo>
                <a:close/>
                <a:moveTo>
                  <a:pt x="171450" y="209550"/>
                </a:moveTo>
                <a:lnTo>
                  <a:pt x="180975" y="209550"/>
                </a:lnTo>
                <a:lnTo>
                  <a:pt x="180975" y="219075"/>
                </a:lnTo>
                <a:lnTo>
                  <a:pt x="171450" y="219075"/>
                </a:lnTo>
                <a:close/>
                <a:moveTo>
                  <a:pt x="47625" y="219075"/>
                </a:moveTo>
                <a:lnTo>
                  <a:pt x="142875" y="219075"/>
                </a:lnTo>
                <a:lnTo>
                  <a:pt x="142875" y="228600"/>
                </a:lnTo>
                <a:lnTo>
                  <a:pt x="47625" y="228600"/>
                </a:lnTo>
                <a:close/>
              </a:path>
            </a:pathLst>
          </a:custGeom>
          <a:solidFill>
            <a:srgbClr val="625F56"/>
          </a:solidFill>
          <a:ln>
            <a:noFill/>
          </a:ln>
        </p:spPr>
        <p:txBody>
          <a:bodyPr/>
          <a:p/>
        </p:txBody>
      </p:sp>
      <p:sp>
        <p:nvSpPr>
          <p:cNvPr id="135" name="af-top-reward-trophy-freeform-01" descr="{&quot;autofigure_element_id&quot;:&quot;top-reward-trophy&quot;}"/>
          <p:cNvSpPr/>
          <p:nvPr/>
        </p:nvSpPr>
        <p:spPr>
          <a:xfrm>
            <a:off x="12277725" y="226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0"/>
                </a:move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close/>
                <a:moveTo>
                  <a:pt x="28575" y="0"/>
                </a:moveTo>
                <a:lnTo>
                  <a:pt x="66675" y="0"/>
                </a:lnTo>
                <a:lnTo>
                  <a:pt x="66675" y="9525"/>
                </a:lnTo>
                <a:lnTo>
                  <a:pt x="28575" y="9525"/>
                </a:lnTo>
                <a:close/>
                <a:moveTo>
                  <a:pt x="171450" y="0"/>
                </a:moveTo>
                <a:lnTo>
                  <a:pt x="190500" y="0"/>
                </a:lnTo>
                <a:lnTo>
                  <a:pt x="190500" y="9525"/>
                </a:lnTo>
                <a:lnTo>
                  <a:pt x="171450" y="9525"/>
                </a:lnTo>
                <a:close/>
                <a:moveTo>
                  <a:pt x="209550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09550" y="9525"/>
                </a:lnTo>
                <a:close/>
                <a:moveTo>
                  <a:pt x="0" y="9525"/>
                </a:move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  <a:moveTo>
                  <a:pt x="219075" y="9525"/>
                </a:moveTo>
                <a:lnTo>
                  <a:pt x="228600" y="9525"/>
                </a:lnTo>
                <a:lnTo>
                  <a:pt x="228600" y="19050"/>
                </a:lnTo>
                <a:lnTo>
                  <a:pt x="219075" y="19050"/>
                </a:lnTo>
                <a:close/>
                <a:moveTo>
                  <a:pt x="0" y="19050"/>
                </a:moveTo>
                <a:lnTo>
                  <a:pt x="9525" y="19050"/>
                </a:lnTo>
                <a:lnTo>
                  <a:pt x="9525" y="28575"/>
                </a:lnTo>
                <a:lnTo>
                  <a:pt x="0" y="28575"/>
                </a:lnTo>
                <a:close/>
                <a:moveTo>
                  <a:pt x="219075" y="19050"/>
                </a:moveTo>
                <a:lnTo>
                  <a:pt x="228600" y="19050"/>
                </a:lnTo>
                <a:lnTo>
                  <a:pt x="228600" y="28575"/>
                </a:lnTo>
                <a:lnTo>
                  <a:pt x="219075" y="28575"/>
                </a:lnTo>
                <a:close/>
                <a:moveTo>
                  <a:pt x="0" y="28575"/>
                </a:move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close/>
                <a:moveTo>
                  <a:pt x="209550" y="28575"/>
                </a:moveTo>
                <a:lnTo>
                  <a:pt x="219075" y="28575"/>
                </a:lnTo>
                <a:lnTo>
                  <a:pt x="219075" y="38100"/>
                </a:lnTo>
                <a:lnTo>
                  <a:pt x="209550" y="38100"/>
                </a:lnTo>
                <a:close/>
                <a:moveTo>
                  <a:pt x="9525" y="38100"/>
                </a:moveTo>
                <a:lnTo>
                  <a:pt x="19050" y="38100"/>
                </a:lnTo>
                <a:lnTo>
                  <a:pt x="19050" y="47625"/>
                </a:lnTo>
                <a:lnTo>
                  <a:pt x="9525" y="47625"/>
                </a:lnTo>
                <a:close/>
                <a:moveTo>
                  <a:pt x="209550" y="38100"/>
                </a:moveTo>
                <a:lnTo>
                  <a:pt x="219075" y="38100"/>
                </a:lnTo>
                <a:lnTo>
                  <a:pt x="219075" y="47625"/>
                </a:lnTo>
                <a:lnTo>
                  <a:pt x="209550" y="47625"/>
                </a:lnTo>
                <a:close/>
                <a:moveTo>
                  <a:pt x="200025" y="47625"/>
                </a:moveTo>
                <a:lnTo>
                  <a:pt x="209550" y="47625"/>
                </a:lnTo>
                <a:lnTo>
                  <a:pt x="209550" y="57150"/>
                </a:lnTo>
                <a:lnTo>
                  <a:pt x="200025" y="57150"/>
                </a:lnTo>
                <a:close/>
                <a:moveTo>
                  <a:pt x="47625" y="76200"/>
                </a:moveTo>
                <a:lnTo>
                  <a:pt x="57150" y="76200"/>
                </a:lnTo>
                <a:lnTo>
                  <a:pt x="57150" y="85725"/>
                </a:lnTo>
                <a:lnTo>
                  <a:pt x="47625" y="85725"/>
                </a:lnTo>
                <a:close/>
                <a:moveTo>
                  <a:pt x="171450" y="76200"/>
                </a:moveTo>
                <a:lnTo>
                  <a:pt x="180975" y="76200"/>
                </a:lnTo>
                <a:lnTo>
                  <a:pt x="180975" y="85725"/>
                </a:lnTo>
                <a:lnTo>
                  <a:pt x="171450" y="85725"/>
                </a:lnTo>
                <a:close/>
                <a:moveTo>
                  <a:pt x="47625" y="85725"/>
                </a:moveTo>
                <a:lnTo>
                  <a:pt x="57150" y="85725"/>
                </a:lnTo>
                <a:lnTo>
                  <a:pt x="57150" y="95250"/>
                </a:lnTo>
                <a:lnTo>
                  <a:pt x="47625" y="95250"/>
                </a:lnTo>
                <a:close/>
                <a:moveTo>
                  <a:pt x="171450" y="85725"/>
                </a:moveTo>
                <a:lnTo>
                  <a:pt x="180975" y="85725"/>
                </a:lnTo>
                <a:lnTo>
                  <a:pt x="180975" y="95250"/>
                </a:lnTo>
                <a:lnTo>
                  <a:pt x="171450" y="95250"/>
                </a:lnTo>
                <a:close/>
                <a:moveTo>
                  <a:pt x="47625" y="95250"/>
                </a:move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close/>
                <a:moveTo>
                  <a:pt x="161925" y="95250"/>
                </a:moveTo>
                <a:lnTo>
                  <a:pt x="171450" y="95250"/>
                </a:lnTo>
                <a:lnTo>
                  <a:pt x="171450" y="104775"/>
                </a:lnTo>
                <a:lnTo>
                  <a:pt x="161925" y="104775"/>
                </a:lnTo>
                <a:close/>
                <a:moveTo>
                  <a:pt x="57150" y="104775"/>
                </a:moveTo>
                <a:lnTo>
                  <a:pt x="66675" y="104775"/>
                </a:lnTo>
                <a:lnTo>
                  <a:pt x="66675" y="114300"/>
                </a:lnTo>
                <a:lnTo>
                  <a:pt x="57150" y="114300"/>
                </a:lnTo>
                <a:close/>
                <a:moveTo>
                  <a:pt x="161925" y="104775"/>
                </a:moveTo>
                <a:lnTo>
                  <a:pt x="171450" y="104775"/>
                </a:lnTo>
                <a:lnTo>
                  <a:pt x="171450" y="114300"/>
                </a:lnTo>
                <a:lnTo>
                  <a:pt x="161925" y="114300"/>
                </a:lnTo>
                <a:close/>
                <a:moveTo>
                  <a:pt x="66675" y="114300"/>
                </a:moveTo>
                <a:lnTo>
                  <a:pt x="76200" y="114300"/>
                </a:lnTo>
                <a:lnTo>
                  <a:pt x="76200" y="123825"/>
                </a:lnTo>
                <a:lnTo>
                  <a:pt x="66675" y="123825"/>
                </a:lnTo>
                <a:close/>
                <a:moveTo>
                  <a:pt x="152400" y="114300"/>
                </a:moveTo>
                <a:lnTo>
                  <a:pt x="161925" y="114300"/>
                </a:lnTo>
                <a:lnTo>
                  <a:pt x="161925" y="123825"/>
                </a:lnTo>
                <a:lnTo>
                  <a:pt x="152400" y="123825"/>
                </a:lnTo>
                <a:close/>
                <a:moveTo>
                  <a:pt x="76200" y="123825"/>
                </a:moveTo>
                <a:lnTo>
                  <a:pt x="104775" y="123825"/>
                </a:lnTo>
                <a:lnTo>
                  <a:pt x="104775" y="133350"/>
                </a:lnTo>
                <a:lnTo>
                  <a:pt x="76200" y="133350"/>
                </a:lnTo>
                <a:close/>
                <a:moveTo>
                  <a:pt x="123825" y="123825"/>
                </a:moveTo>
                <a:lnTo>
                  <a:pt x="152400" y="123825"/>
                </a:lnTo>
                <a:lnTo>
                  <a:pt x="152400" y="133350"/>
                </a:lnTo>
                <a:lnTo>
                  <a:pt x="123825" y="133350"/>
                </a:lnTo>
                <a:close/>
                <a:moveTo>
                  <a:pt x="95250" y="133350"/>
                </a:moveTo>
                <a:lnTo>
                  <a:pt x="133350" y="133350"/>
                </a:lnTo>
                <a:lnTo>
                  <a:pt x="133350" y="142875"/>
                </a:lnTo>
                <a:lnTo>
                  <a:pt x="95250" y="142875"/>
                </a:lnTo>
                <a:close/>
                <a:moveTo>
                  <a:pt x="95250" y="142875"/>
                </a:moveTo>
                <a:lnTo>
                  <a:pt x="104775" y="142875"/>
                </a:lnTo>
                <a:lnTo>
                  <a:pt x="104775" y="152400"/>
                </a:lnTo>
                <a:lnTo>
                  <a:pt x="95250" y="152400"/>
                </a:lnTo>
                <a:close/>
                <a:moveTo>
                  <a:pt x="95250" y="152400"/>
                </a:moveTo>
                <a:lnTo>
                  <a:pt x="104775" y="152400"/>
                </a:lnTo>
                <a:lnTo>
                  <a:pt x="104775" y="161925"/>
                </a:lnTo>
                <a:lnTo>
                  <a:pt x="95250" y="161925"/>
                </a:lnTo>
                <a:close/>
                <a:moveTo>
                  <a:pt x="95250" y="161925"/>
                </a:moveTo>
                <a:lnTo>
                  <a:pt x="104775" y="161925"/>
                </a:lnTo>
                <a:lnTo>
                  <a:pt x="104775" y="171450"/>
                </a:lnTo>
                <a:lnTo>
                  <a:pt x="95250" y="171450"/>
                </a:lnTo>
                <a:close/>
                <a:moveTo>
                  <a:pt x="95250" y="171450"/>
                </a:moveTo>
                <a:lnTo>
                  <a:pt x="104775" y="171450"/>
                </a:lnTo>
                <a:lnTo>
                  <a:pt x="104775" y="180975"/>
                </a:lnTo>
                <a:lnTo>
                  <a:pt x="95250" y="180975"/>
                </a:lnTo>
                <a:close/>
                <a:moveTo>
                  <a:pt x="114300" y="171450"/>
                </a:moveTo>
                <a:lnTo>
                  <a:pt x="133350" y="171450"/>
                </a:lnTo>
                <a:lnTo>
                  <a:pt x="133350" y="180975"/>
                </a:lnTo>
                <a:lnTo>
                  <a:pt x="114300" y="180975"/>
                </a:lnTo>
                <a:close/>
                <a:moveTo>
                  <a:pt x="85725" y="180975"/>
                </a:moveTo>
                <a:lnTo>
                  <a:pt x="142875" y="180975"/>
                </a:lnTo>
                <a:lnTo>
                  <a:pt x="142875" y="190500"/>
                </a:lnTo>
                <a:lnTo>
                  <a:pt x="85725" y="190500"/>
                </a:lnTo>
                <a:close/>
                <a:moveTo>
                  <a:pt x="142875" y="190500"/>
                </a:moveTo>
                <a:lnTo>
                  <a:pt x="161925" y="190500"/>
                </a:lnTo>
                <a:lnTo>
                  <a:pt x="161925" y="200025"/>
                </a:lnTo>
                <a:lnTo>
                  <a:pt x="142875" y="200025"/>
                </a:lnTo>
                <a:close/>
                <a:moveTo>
                  <a:pt x="47625" y="200025"/>
                </a:moveTo>
                <a:lnTo>
                  <a:pt x="57150" y="200025"/>
                </a:lnTo>
                <a:lnTo>
                  <a:pt x="57150" y="209550"/>
                </a:lnTo>
                <a:lnTo>
                  <a:pt x="47625" y="209550"/>
                </a:lnTo>
                <a:close/>
                <a:moveTo>
                  <a:pt x="161925" y="200025"/>
                </a:moveTo>
                <a:lnTo>
                  <a:pt x="180975" y="200025"/>
                </a:lnTo>
                <a:lnTo>
                  <a:pt x="180975" y="209550"/>
                </a:lnTo>
                <a:lnTo>
                  <a:pt x="161925" y="209550"/>
                </a:lnTo>
                <a:close/>
                <a:moveTo>
                  <a:pt x="38100" y="209550"/>
                </a:moveTo>
                <a:lnTo>
                  <a:pt x="47625" y="209550"/>
                </a:lnTo>
                <a:lnTo>
                  <a:pt x="47625" y="219075"/>
                </a:lnTo>
                <a:lnTo>
                  <a:pt x="38100" y="219075"/>
                </a:lnTo>
                <a:close/>
                <a:moveTo>
                  <a:pt x="171450" y="209550"/>
                </a:moveTo>
                <a:lnTo>
                  <a:pt x="180975" y="209550"/>
                </a:lnTo>
                <a:lnTo>
                  <a:pt x="180975" y="219075"/>
                </a:lnTo>
                <a:lnTo>
                  <a:pt x="171450" y="219075"/>
                </a:lnTo>
                <a:close/>
                <a:moveTo>
                  <a:pt x="38100" y="219075"/>
                </a:moveTo>
                <a:lnTo>
                  <a:pt x="57150" y="219075"/>
                </a:lnTo>
                <a:lnTo>
                  <a:pt x="57150" y="228600"/>
                </a:lnTo>
                <a:lnTo>
                  <a:pt x="38100" y="228600"/>
                </a:lnTo>
                <a:close/>
                <a:moveTo>
                  <a:pt x="152400" y="219075"/>
                </a:moveTo>
                <a:lnTo>
                  <a:pt x="190500" y="219075"/>
                </a:lnTo>
                <a:lnTo>
                  <a:pt x="190500" y="228600"/>
                </a:lnTo>
                <a:lnTo>
                  <a:pt x="152400" y="228600"/>
                </a:lnTo>
                <a:close/>
              </a:path>
            </a:pathLst>
          </a:custGeom>
          <a:solidFill>
            <a:srgbClr val="41403E"/>
          </a:solidFill>
          <a:ln>
            <a:noFill/>
          </a:ln>
        </p:spPr>
        <p:txBody>
          <a:bodyPr/>
          <a:p/>
        </p:txBody>
      </p:sp>
      <p:sp>
        <p:nvSpPr>
          <p:cNvPr id="136" name="af-top-reward-trophy-tone-yellow-04-freeform-01" descr="{&quot;autofigure_element_id&quot;:&quot;top-reward-trophy-tone-yellow-04&quot;}"/>
          <p:cNvSpPr/>
          <p:nvPr/>
        </p:nvSpPr>
        <p:spPr>
          <a:xfrm>
            <a:off x="12411075" y="2371725"/>
            <a:ext cx="9525" cy="9525"/>
          </a:xfrm>
          <a:custGeom>
            <a:avLst/>
            <a:gdLst/>
            <a:ahLst/>
            <a:cxnLst/>
            <a:rect l="0" t="0" r="0" b="0"/>
            <a:pathLst>
              <a:path w="9525" h="9525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E7DAA3"/>
          </a:solidFill>
          <a:ln>
            <a:noFill/>
          </a:ln>
        </p:spPr>
        <p:txBody>
          <a:bodyPr/>
          <a:p/>
        </p:txBody>
      </p:sp>
      <p:sp>
        <p:nvSpPr>
          <p:cNvPr id="137" name="af-top-reward-trophy-tone-yellow-05-freeform-01" descr="{&quot;autofigure_element_id&quot;:&quot;top-reward-trophy-tone-yellow-05&quot;}"/>
          <p:cNvSpPr/>
          <p:nvPr/>
        </p:nvSpPr>
        <p:spPr>
          <a:xfrm>
            <a:off x="12420600" y="2343150"/>
            <a:ext cx="9525" cy="142875"/>
          </a:xfrm>
          <a:custGeom>
            <a:avLst/>
            <a:gdLst/>
            <a:ahLst/>
            <a:cxnLst/>
            <a:rect l="0" t="0" r="0" b="0"/>
            <a:pathLst>
              <a:path w="9525" h="142875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  <a:moveTo>
                  <a:pt x="0" y="133350"/>
                </a:moveTo>
                <a:lnTo>
                  <a:pt x="9525" y="133350"/>
                </a:lnTo>
                <a:lnTo>
                  <a:pt x="95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EED26F"/>
          </a:solidFill>
          <a:ln>
            <a:noFill/>
          </a:ln>
        </p:spPr>
        <p:txBody>
          <a:bodyPr/>
          <a:p/>
        </p:txBody>
      </p:sp>
      <p:sp>
        <p:nvSpPr>
          <p:cNvPr id="138" name="af-top-reward-trophy-tone-yellow-06-freeform-01" descr="{&quot;autofigure_element_id&quot;:&quot;top-reward-trophy-tone-yellow-06&quot;}"/>
          <p:cNvSpPr/>
          <p:nvPr/>
        </p:nvSpPr>
        <p:spPr>
          <a:xfrm>
            <a:off x="12420600" y="2352675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  <a:moveTo>
                  <a:pt x="0" y="114300"/>
                </a:moveTo>
                <a:lnTo>
                  <a:pt x="9525" y="114300"/>
                </a:lnTo>
                <a:lnTo>
                  <a:pt x="95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2D254"/>
          </a:solidFill>
          <a:ln>
            <a:noFill/>
          </a:ln>
        </p:spPr>
        <p:txBody>
          <a:bodyPr/>
          <a:p/>
        </p:txBody>
      </p:sp>
      <p:sp>
        <p:nvSpPr>
          <p:cNvPr id="139" name="af-top-reward-trophy-highlight-freeform-01" descr="{&quot;autofigure_element_id&quot;:&quot;top-reward-trophy-highlight&quot;}"/>
          <p:cNvSpPr/>
          <p:nvPr/>
        </p:nvSpPr>
        <p:spPr>
          <a:xfrm>
            <a:off x="12420600" y="2276475"/>
            <a:ext cx="28575" cy="209550"/>
          </a:xfrm>
          <a:custGeom>
            <a:avLst/>
            <a:gdLst/>
            <a:ahLst/>
            <a:cxnLst/>
            <a:rect l="0" t="0" r="0" b="0"/>
            <a:pathLst>
              <a:path w="28575" h="209550">
                <a:moveTo>
                  <a:pt x="9525" y="0"/>
                </a:moveTo>
                <a:lnTo>
                  <a:pt x="28575" y="0"/>
                </a:lnTo>
                <a:lnTo>
                  <a:pt x="28575" y="9525"/>
                </a:lnTo>
                <a:lnTo>
                  <a:pt x="9525" y="9525"/>
                </a:lnTo>
                <a:close/>
                <a:moveTo>
                  <a:pt x="9525" y="9525"/>
                </a:moveTo>
                <a:lnTo>
                  <a:pt x="28575" y="9525"/>
                </a:lnTo>
                <a:lnTo>
                  <a:pt x="28575" y="19050"/>
                </a:lnTo>
                <a:lnTo>
                  <a:pt x="9525" y="19050"/>
                </a:lnTo>
                <a:close/>
                <a:moveTo>
                  <a:pt x="9525" y="19050"/>
                </a:moveTo>
                <a:lnTo>
                  <a:pt x="28575" y="19050"/>
                </a:lnTo>
                <a:lnTo>
                  <a:pt x="28575" y="28575"/>
                </a:lnTo>
                <a:lnTo>
                  <a:pt x="9525" y="28575"/>
                </a:lnTo>
                <a:close/>
                <a:moveTo>
                  <a:pt x="9525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close/>
                <a:moveTo>
                  <a:pt x="9525" y="38100"/>
                </a:moveTo>
                <a:lnTo>
                  <a:pt x="28575" y="38100"/>
                </a:lnTo>
                <a:lnTo>
                  <a:pt x="28575" y="47625"/>
                </a:lnTo>
                <a:lnTo>
                  <a:pt x="9525" y="47625"/>
                </a:lnTo>
                <a:close/>
                <a:moveTo>
                  <a:pt x="9525" y="47625"/>
                </a:moveTo>
                <a:lnTo>
                  <a:pt x="28575" y="47625"/>
                </a:lnTo>
                <a:lnTo>
                  <a:pt x="28575" y="57150"/>
                </a:lnTo>
                <a:lnTo>
                  <a:pt x="9525" y="57150"/>
                </a:lnTo>
                <a:close/>
                <a:moveTo>
                  <a:pt x="9525" y="57150"/>
                </a:moveTo>
                <a:lnTo>
                  <a:pt x="28575" y="57150"/>
                </a:lnTo>
                <a:lnTo>
                  <a:pt x="28575" y="66675"/>
                </a:lnTo>
                <a:lnTo>
                  <a:pt x="9525" y="66675"/>
                </a:lnTo>
                <a:close/>
                <a:moveTo>
                  <a:pt x="9525" y="66675"/>
                </a:moveTo>
                <a:lnTo>
                  <a:pt x="28575" y="66675"/>
                </a:lnTo>
                <a:lnTo>
                  <a:pt x="28575" y="76200"/>
                </a:lnTo>
                <a:lnTo>
                  <a:pt x="9525" y="76200"/>
                </a:lnTo>
                <a:close/>
                <a:moveTo>
                  <a:pt x="9525" y="76200"/>
                </a:moveTo>
                <a:lnTo>
                  <a:pt x="19050" y="76200"/>
                </a:lnTo>
                <a:lnTo>
                  <a:pt x="19050" y="85725"/>
                </a:lnTo>
                <a:lnTo>
                  <a:pt x="9525" y="85725"/>
                </a:lnTo>
                <a:close/>
                <a:moveTo>
                  <a:pt x="0" y="85725"/>
                </a:moveTo>
                <a:lnTo>
                  <a:pt x="19050" y="85725"/>
                </a:lnTo>
                <a:lnTo>
                  <a:pt x="19050" y="95250"/>
                </a:lnTo>
                <a:lnTo>
                  <a:pt x="0" y="95250"/>
                </a:lnTo>
                <a:close/>
                <a:moveTo>
                  <a:pt x="0" y="95250"/>
                </a:moveTo>
                <a:lnTo>
                  <a:pt x="9525" y="95250"/>
                </a:lnTo>
                <a:lnTo>
                  <a:pt x="9525" y="104775"/>
                </a:lnTo>
                <a:lnTo>
                  <a:pt x="0" y="104775"/>
                </a:lnTo>
                <a:close/>
                <a:moveTo>
                  <a:pt x="9525" y="200025"/>
                </a:moveTo>
                <a:lnTo>
                  <a:pt x="19050" y="200025"/>
                </a:lnTo>
                <a:lnTo>
                  <a:pt x="19050" y="209550"/>
                </a:lnTo>
                <a:lnTo>
                  <a:pt x="9525" y="209550"/>
                </a:lnTo>
                <a:close/>
              </a:path>
            </a:pathLst>
          </a:custGeom>
          <a:solidFill>
            <a:srgbClr val="F0CB2D"/>
          </a:solidFill>
          <a:ln>
            <a:noFill/>
          </a:ln>
        </p:spPr>
        <p:txBody>
          <a:bodyPr/>
          <a:p/>
        </p:txBody>
      </p:sp>
      <p:sp>
        <p:nvSpPr>
          <p:cNvPr id="140" name="af-svg-text-0047-text-01" descr="{&quot;autofigure_element_id&quot;:&quot;svg-text-0047&quot;}"/>
          <p:cNvSpPr txBox="1"/>
          <p:nvPr/>
        </p:nvSpPr>
        <p:spPr>
          <a:xfrm>
            <a:off x="12611100" y="2152174"/>
            <a:ext cx="775335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dense</a:t>
            </a:r>
          </a:p>
        </p:txBody>
      </p:sp>
      <p:sp>
        <p:nvSpPr>
          <p:cNvPr id="141" name="af-svg-text-0048-text-01" descr="{&quot;autofigure_element_id&quot;:&quot;svg-text-0048&quot;}"/>
          <p:cNvSpPr txBox="1"/>
          <p:nvPr/>
        </p:nvSpPr>
        <p:spPr>
          <a:xfrm>
            <a:off x="12611100" y="2323624"/>
            <a:ext cx="862203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reward</a:t>
            </a:r>
          </a:p>
        </p:txBody>
      </p:sp>
      <p:sp>
        <p:nvSpPr>
          <p:cNvPr id="142" name="af-rollout-panel-rect-01" descr="{&quot;autofigure_element_id&quot;:&quot;rollout-panel&quot;}"/>
          <p:cNvSpPr/>
          <p:nvPr/>
        </p:nvSpPr>
        <p:spPr>
          <a:xfrm>
            <a:off x="9467850" y="2676525"/>
            <a:ext cx="3800475" cy="1647825"/>
          </a:xfrm>
          <a:prstGeom prst="roundRect">
            <a:avLst>
              <a:gd name="adj" fmla="val 9826"/>
            </a:avLst>
          </a:prstGeom>
          <a:solidFill>
            <a:srgbClr val="F8F8F8"/>
          </a:solidFill>
          <a:ln w="20955">
            <a:solidFill>
              <a:srgbClr val="223A6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af-top-mixture-to-rollout-connector-01" descr="{&quot;arrow_spec_sha256&quot;:&quot;7563923d5966d949ac9ba2c6b6055acdf8c85c83315adfb0c6144d82bc73a637&quot;,&quot;autofigure_element_id&quot;:&quot;top-mixture-to-rollout&quot;}"/>
          <p:cNvCxnSpPr/>
          <p:nvPr/>
        </p:nvCxnSpPr>
        <p:spPr>
          <a:xfrm>
            <a:off x="8982075" y="2581275"/>
            <a:ext cx="628650" cy="409575"/>
          </a:xfrm>
          <a:prstGeom prst="line">
            <a:avLst/>
          </a:prstGeom>
          <a:ln w="17145" cap="rnd">
            <a:solidFill>
              <a:srgbClr val="7E6000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af-bottom-mixture-to-rollout-connector-01" descr="{&quot;arrow_spec_sha256&quot;:&quot;7991a91f5c591cc4599d8a89db0a0f143932482ccf91aad64dbf3fb83962334e&quot;,&quot;autofigure_element_id&quot;:&quot;bottom-mixture-to-rollout&quot;}"/>
          <p:cNvCxnSpPr/>
          <p:nvPr/>
        </p:nvCxnSpPr>
        <p:spPr>
          <a:xfrm flipV="1">
            <a:off x="8982075" y="3105150"/>
            <a:ext cx="628650" cy="847725"/>
          </a:xfrm>
          <a:prstGeom prst="line">
            <a:avLst/>
          </a:prstGeom>
          <a:ln w="17145" cap="rnd">
            <a:solidFill>
              <a:srgbClr val="7E6000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af-rollout-z0-rect-01" descr="{&quot;autofigure_element_id&quot;:&quot;rollout-z0&quot;}"/>
          <p:cNvSpPr/>
          <p:nvPr/>
        </p:nvSpPr>
        <p:spPr>
          <a:xfrm>
            <a:off x="9610725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math:013" descr="AI_AUTOFIGURE_NATIVE_MATH_V1:eyJjb250ZW50X3J1bnMiOlt7ImNhbm9uaWNhbF9sYXRleCI6Inpfe3R9IiwiZm9ybXVsYV9pZCI6IkVRMDEz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M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zIiwic2NoZW1hX3ZlcnNpb24iOiIxLjAifQ=="/>
              <p:cNvSpPr txBox="1"/>
              <p:nvPr/>
            </p:nvSpPr>
            <p:spPr>
              <a:xfrm>
                <a:off x="9613344" y="29036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6" name="math:013" descr="AI_AUTOFIGURE_MATH_FALLBACK_ONLY_V1:eyJjb250ZW50X3J1bnMiOlt7ImNhbm9uaWNhbF9sYXRleCI6Inpfe3R9IiwiZm9ybXVsYV9pZCI6IkVRMDEz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M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zIiwic2NoZW1hX3ZlcnNpb24iOiIxLjAifQ=="/>
              <p:cNvSpPr txBox="1"/>
              <p:nvPr/>
            </p:nvSpPr>
            <p:spPr>
              <a:xfrm>
                <a:off x="9613344" y="29036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7" name="af-svg-rect-0040-rect-01" descr="{&quot;autofigure_element_id&quot;:&quot;svg-rect-0040&quot;}"/>
          <p:cNvSpPr/>
          <p:nvPr/>
        </p:nvSpPr>
        <p:spPr>
          <a:xfrm>
            <a:off x="10534650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math:014" descr="AI_AUTOFIGURE_NATIVE_MATH_V1:eyJjb250ZW50X3J1bnMiOlt7ImNhbm9uaWNhbF9sYXRleCI6Inpfe3QrMX0iLCJmb3JtdWxhX2lkIjoiRVEwMTQ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0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NCIsInNjaGVtYV92ZXJzaW9uIjoiMS4wIn0="/>
              <p:cNvSpPr txBox="1"/>
              <p:nvPr/>
            </p:nvSpPr>
            <p:spPr>
              <a:xfrm>
                <a:off x="10449830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8" name="math:014" descr="AI_AUTOFIGURE_MATH_FALLBACK_ONLY_V1:eyJjb250ZW50X3J1bnMiOlt7ImNhbm9uaWNhbF9sYXRleCI6Inpfe3QrMX0iLCJmb3JtdWxhX2lkIjoiRVEwMTQ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0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NCIsInNjaGVtYV92ZXJzaW9uIjoiMS4wIn0="/>
              <p:cNvSpPr txBox="1"/>
              <p:nvPr/>
            </p:nvSpPr>
            <p:spPr>
              <a:xfrm>
                <a:off x="10449830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9" name="af-svg-rect-0041-rect-01" descr="{&quot;autofigure_element_id&quot;:&quot;svg-rect-0041&quot;}"/>
          <p:cNvSpPr/>
          <p:nvPr/>
        </p:nvSpPr>
        <p:spPr>
          <a:xfrm>
            <a:off x="11458575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math:015" descr="AI_AUTOFIGURE_NATIVE_MATH_V1:eyJjb250ZW50X3J1bnMiOlt7ImNhbm9uaWNhbF9sYXRleCI6Inpfe3QrMn0iLCJmb3JtdWxhX2lkIjoiRVEwMTU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1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NSIsInNjaGVtYV92ZXJzaW9uIjoiMS4wIn0="/>
              <p:cNvSpPr txBox="1"/>
              <p:nvPr/>
            </p:nvSpPr>
            <p:spPr>
              <a:xfrm>
                <a:off x="11373755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0" name="math:015" descr="AI_AUTOFIGURE_MATH_FALLBACK_ONLY_V1:eyJjb250ZW50X3J1bnMiOlt7ImNhbm9uaWNhbF9sYXRleCI6Inpfe3QrMn0iLCJmb3JtdWxhX2lkIjoiRVEwMTU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1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NSIsInNjaGVtYV92ZXJzaW9uIjoiMS4wIn0="/>
              <p:cNvSpPr txBox="1"/>
              <p:nvPr/>
            </p:nvSpPr>
            <p:spPr>
              <a:xfrm>
                <a:off x="11373755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1" name="af-svg-rect-0042-rect-01" descr="{&quot;autofigure_element_id&quot;:&quot;svg-rect-0042&quot;}"/>
          <p:cNvSpPr/>
          <p:nvPr/>
        </p:nvSpPr>
        <p:spPr>
          <a:xfrm>
            <a:off x="12706350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math:016" descr="AI_AUTOFIGURE_NATIVE_MATH_V1:eyJjb250ZW50X3J1bnMiOlt7ImNhbm9uaWNhbF9sYXRleCI6Inpfe3QraH0iLCJmb3JtdWxhX2lkIjoiRVEwMTY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2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NiIsInNjaGVtYV92ZXJzaW9uIjoiMS4wIn0="/>
              <p:cNvSpPr txBox="1"/>
              <p:nvPr/>
            </p:nvSpPr>
            <p:spPr>
              <a:xfrm>
                <a:off x="12624768" y="2903696"/>
                <a:ext cx="61083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2" name="math:016" descr="AI_AUTOFIGURE_MATH_FALLBACK_ONLY_V1:eyJjb250ZW50X3J1bnMiOlt7ImNhbm9uaWNhbF9sYXRleCI6Inpfe3QraH0iLCJmb3JtdWxhX2lkIjoiRVEwMTY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2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NiIsInNjaGVtYV92ZXJzaW9uIjoiMS4wIn0="/>
              <p:cNvSpPr txBox="1"/>
              <p:nvPr/>
            </p:nvSpPr>
            <p:spPr>
              <a:xfrm>
                <a:off x="12624768" y="2903696"/>
                <a:ext cx="61083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53" name="af-rollout-z0-to-z1-connector-01" descr="{&quot;arrow_spec_sha256&quot;:&quot;8b6e55f41a115518f21b15bdbbde4954e72dd0b1aa01897d70441b856a22af35&quot;,&quot;autofigure_element_id&quot;:&quot;rollout-z0-to-z1&quot;}"/>
          <p:cNvCxnSpPr/>
          <p:nvPr/>
        </p:nvCxnSpPr>
        <p:spPr>
          <a:xfrm>
            <a:off x="10067925" y="29908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rollout-z1-to-z2-connector-01" descr="{&quot;arrow_spec_sha256&quot;:&quot;3ef48f7daefe908b2ca2f2589271eb8448e84c9d6243a48accf053f6708b7131&quot;,&quot;autofigure_element_id&quot;:&quot;rollout-z1-to-z2&quot;}"/>
          <p:cNvCxnSpPr/>
          <p:nvPr/>
        </p:nvCxnSpPr>
        <p:spPr>
          <a:xfrm>
            <a:off x="10991850" y="29908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rollout-z2-to-zh-connector-01" descr="{&quot;arrow_spec_sha256&quot;:&quot;c7c00006d77af121a90310bebb3cf8405fc45b2858ba3aff29166c4159155b62&quot;,&quot;autofigure_element_id&quot;:&quot;rollout-z2-to-zh&quot;}"/>
          <p:cNvCxnSpPr/>
          <p:nvPr/>
        </p:nvCxnSpPr>
        <p:spPr>
          <a:xfrm>
            <a:off x="11915775" y="2990850"/>
            <a:ext cx="781050" cy="0"/>
          </a:xfrm>
          <a:prstGeom prst="line">
            <a:avLst/>
          </a:prstGeom>
          <a:ln w="17145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af-svg-text-0053-text-01" descr="{&quot;autofigure_element_id&quot;:&quot;svg-text-0053&quot;}"/>
          <p:cNvSpPr txBox="1"/>
          <p:nvPr/>
        </p:nvSpPr>
        <p:spPr>
          <a:xfrm>
            <a:off x="11962448" y="2885122"/>
            <a:ext cx="45910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157" name="af-svg-circle-0021-ellipse-01" descr="{&quot;autofigure_element_id&quot;:&quot;svg-circle-0021&quot;}"/>
          <p:cNvSpPr/>
          <p:nvPr/>
        </p:nvSpPr>
        <p:spPr>
          <a:xfrm>
            <a:off x="9667875" y="3886200"/>
            <a:ext cx="342900" cy="342900"/>
          </a:xfrm>
          <a:prstGeom prst="ellipse">
            <a:avLst/>
          </a:prstGeom>
          <a:solidFill>
            <a:srgbClr val="8F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math:017" descr="AI_AUTOFIGURE_NATIVE_MATH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8" name="math:017" descr="AI_AUTOFIGURE_MATH_FALLBACK_ONLY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9" name="af-svg-circle-0022-ellipse-01" descr="{&quot;autofigure_element_id&quot;:&quot;svg-circle-0022&quot;}"/>
          <p:cNvSpPr/>
          <p:nvPr/>
        </p:nvSpPr>
        <p:spPr>
          <a:xfrm>
            <a:off x="10601325" y="3886200"/>
            <a:ext cx="342900" cy="342900"/>
          </a:xfrm>
          <a:prstGeom prst="ellipse">
            <a:avLst/>
          </a:prstGeom>
          <a:solidFill>
            <a:srgbClr val="8F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math:018" descr="AI_AUTOFIGURE_NATIVE_MATH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7322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0" name="math:018" descr="AI_AUTOFIGURE_MATH_FALLBACK_ONLY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7322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1" name="af-svg-circle-0023-ellipse-01" descr="{&quot;autofigure_element_id&quot;:&quot;svg-circle-0023&quot;}"/>
          <p:cNvSpPr/>
          <p:nvPr/>
        </p:nvSpPr>
        <p:spPr>
          <a:xfrm>
            <a:off x="11544300" y="3886200"/>
            <a:ext cx="342900" cy="342900"/>
          </a:xfrm>
          <a:prstGeom prst="ellipse">
            <a:avLst/>
          </a:prstGeom>
          <a:solidFill>
            <a:srgbClr val="8F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math:019" descr="AI_AUTOFIGURE_NATIVE_MATH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2" name="math:019" descr="AI_AUTOFIGURE_MATH_FALLBACK_ONLY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3" name="af-svg-circle-0024-ellipse-01" descr="{&quot;autofigure_element_id&quot;:&quot;svg-circle-0024&quot;}"/>
          <p:cNvSpPr/>
          <p:nvPr/>
        </p:nvSpPr>
        <p:spPr>
          <a:xfrm>
            <a:off x="10144125" y="3409950"/>
            <a:ext cx="342900" cy="342900"/>
          </a:xfrm>
          <a:prstGeom prst="ellipse">
            <a:avLst/>
          </a:prstGeom>
          <a:solidFill>
            <a:srgbClr val="C4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math:020" descr="AI_AUTOFIGURE_NATIVE_MATH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8405" y="3493770"/>
                <a:ext cx="434340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4" name="math:020" descr="AI_AUTOFIGURE_MATH_FALLBACK_ONLY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8405" y="3493770"/>
                <a:ext cx="434340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5" name="af-svg-circle-0025-ellipse-01" descr="{&quot;autofigure_element_id&quot;:&quot;svg-circle-0025&quot;}"/>
          <p:cNvSpPr/>
          <p:nvPr/>
        </p:nvSpPr>
        <p:spPr>
          <a:xfrm>
            <a:off x="11068050" y="3409950"/>
            <a:ext cx="342900" cy="342900"/>
          </a:xfrm>
          <a:prstGeom prst="ellipse">
            <a:avLst/>
          </a:prstGeom>
          <a:solidFill>
            <a:srgbClr val="C4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math:021" descr="AI_AUTOFIGURE_NATIVE_MATH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40034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6" name="math:021" descr="AI_AUTOFIGURE_MATH_FALLBACK_ONLY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40034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\(a_{t+1}\)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7" name="af-svg-circle-0026-ellipse-01" descr="{&quot;autofigure_element_id&quot;:&quot;svg-circle-0026&quot;}"/>
          <p:cNvSpPr/>
          <p:nvPr/>
        </p:nvSpPr>
        <p:spPr>
          <a:xfrm>
            <a:off x="12011025" y="3409950"/>
            <a:ext cx="342900" cy="342900"/>
          </a:xfrm>
          <a:prstGeom prst="ellipse">
            <a:avLst/>
          </a:prstGeom>
          <a:solidFill>
            <a:srgbClr val="C4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math:022" descr="AI_AUTOFIGURE_NATIVE_MATH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009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8" name="math:022" descr="AI_AUTOFIGURE_MATH_FALLBACK_ONLY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009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\(a_{t+2}\)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69" name="af-rollout-z0-to-pi0-connector-01" descr="{&quot;arrow_spec_sha256&quot;:&quot;78d80d5dd4ef041c0e25ccd4265ae55f80649d928e3a7d710571f2e281546fa6&quot;,&quot;autofigure_element_id&quot;:&quot;rollout-z0-to-pi0&quot;}"/>
          <p:cNvCxnSpPr/>
          <p:nvPr/>
        </p:nvCxnSpPr>
        <p:spPr>
          <a:xfrm>
            <a:off x="9839325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af-rollout-z1-to-pi1-connector-01" descr="{&quot;arrow_spec_sha256&quot;:&quot;1309fd08903a475c71abaed89ac9e41193c9e7ea21d98604b45e693127af5246&quot;,&quot;autofigure_element_id&quot;:&quot;rollout-z1-to-pi1&quot;}"/>
          <p:cNvCxnSpPr/>
          <p:nvPr/>
        </p:nvCxnSpPr>
        <p:spPr>
          <a:xfrm>
            <a:off x="10772775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af-rollout-z2-to-pi2-connector-01" descr="{&quot;arrow_spec_sha256&quot;:&quot;efdaefaab9f42f3c0a24372f44c3ad793053205eb7fa98c6a6b753db50d587f6&quot;,&quot;autofigure_element_id&quot;:&quot;rollout-z2-to-pi2&quot;}"/>
          <p:cNvCxnSpPr/>
          <p:nvPr/>
        </p:nvCxnSpPr>
        <p:spPr>
          <a:xfrm>
            <a:off x="11715750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af-rollout-pi0-to-a0-freeform-arrow-01" descr="{&quot;arrow_spec_sha256&quot;:&quot;35b173a6af7341ddf77d7229974f9c4f4277ddbf0e4808600b5a3aa6e9ce34cd&quot;,&quot;autofigure_element_id&quot;:&quot;rollout-pi0-to-a0&quot;}"/>
          <p:cNvSpPr/>
          <p:nvPr/>
        </p:nvSpPr>
        <p:spPr>
          <a:xfrm>
            <a:off x="10010775" y="3771900"/>
            <a:ext cx="304800" cy="285750"/>
          </a:xfrm>
          <a:custGeom>
            <a:avLst/>
            <a:gdLst/>
            <a:ahLst/>
            <a:cxnLst/>
            <a:rect l="0" t="0" r="0" b="0"/>
            <a:pathLst>
              <a:path w="304800" h="285750">
                <a:moveTo>
                  <a:pt x="0" y="285750"/>
                </a:moveTo>
                <a:cubicBezTo>
                  <a:pt x="190500" y="276225"/>
                  <a:pt x="295275" y="133350"/>
                  <a:pt x="304800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round/>
            <a:tailEnd type="triangle" w="med" len="med"/>
          </a:ln>
        </p:spPr>
        <p:txBody>
          <a:bodyPr/>
          <a:p/>
        </p:txBody>
      </p:sp>
      <p:sp>
        <p:nvSpPr>
          <p:cNvPr id="173" name="af-rollout-pi1-to-a1-freeform-arrow-01" descr="{&quot;arrow_spec_sha256&quot;:&quot;c6d518709addcc2705c0293d07fa574886b27fc65eda0c7eee06e9962da350fe&quot;,&quot;autofigure_element_id&quot;:&quot;rollout-pi1-to-a1&quot;}"/>
          <p:cNvSpPr/>
          <p:nvPr/>
        </p:nvSpPr>
        <p:spPr>
          <a:xfrm>
            <a:off x="10944225" y="3771900"/>
            <a:ext cx="295275" cy="285750"/>
          </a:xfrm>
          <a:custGeom>
            <a:avLst/>
            <a:gdLst/>
            <a:ahLst/>
            <a:cxnLst/>
            <a:rect l="0" t="0" r="0" b="0"/>
            <a:pathLst>
              <a:path w="295275" h="285750">
                <a:moveTo>
                  <a:pt x="0" y="285750"/>
                </a:moveTo>
                <a:cubicBezTo>
                  <a:pt x="200025" y="276225"/>
                  <a:pt x="285750" y="133350"/>
                  <a:pt x="295275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round/>
            <a:tailEnd type="triangle" w="med" len="med"/>
          </a:ln>
        </p:spPr>
        <p:txBody>
          <a:bodyPr/>
          <a:p/>
        </p:txBody>
      </p:sp>
      <p:sp>
        <p:nvSpPr>
          <p:cNvPr id="174" name="af-rollout-pi2-to-a2-freeform-arrow-01" descr="{&quot;arrow_spec_sha256&quot;:&quot;08ba5254fda888a810eb1223f82ee3830ff6b3ae73846b56dadfdf3706e56995&quot;,&quot;autofigure_element_id&quot;:&quot;rollout-pi2-to-a2&quot;}"/>
          <p:cNvSpPr/>
          <p:nvPr/>
        </p:nvSpPr>
        <p:spPr>
          <a:xfrm>
            <a:off x="11887200" y="3771900"/>
            <a:ext cx="295275" cy="285750"/>
          </a:xfrm>
          <a:custGeom>
            <a:avLst/>
            <a:gdLst/>
            <a:ahLst/>
            <a:cxnLst/>
            <a:rect l="0" t="0" r="0" b="0"/>
            <a:pathLst>
              <a:path w="295275" h="285750">
                <a:moveTo>
                  <a:pt x="0" y="285750"/>
                </a:moveTo>
                <a:cubicBezTo>
                  <a:pt x="190500" y="276225"/>
                  <a:pt x="285750" y="133350"/>
                  <a:pt x="295275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round/>
            <a:tailEnd type="triangle" w="med" len="med"/>
          </a:ln>
        </p:spPr>
        <p:txBody>
          <a:bodyPr/>
          <a:p/>
        </p:txBody>
      </p:sp>
      <p:sp>
        <p:nvSpPr>
          <p:cNvPr id="175" name="af-rollout-a0-to-z1-freeform-arrow-01" descr="{&quot;arrow_spec_sha256&quot;:&quot;e83324248408173ef5be0139819c35eca469939b4cdab617eb71d56066e9fa11&quot;,&quot;autofigure_element_id&quot;:&quot;rollout-a0-to-z1&quot;}"/>
          <p:cNvSpPr/>
          <p:nvPr/>
        </p:nvSpPr>
        <p:spPr>
          <a:xfrm>
            <a:off x="10315575" y="3171825"/>
            <a:ext cx="438150" cy="228600"/>
          </a:xfrm>
          <a:custGeom>
            <a:avLst/>
            <a:gdLst/>
            <a:ahLst/>
            <a:cxnLst/>
            <a:rect l="0" t="0" r="0" b="0"/>
            <a:pathLst>
              <a:path w="438150" h="228600">
                <a:moveTo>
                  <a:pt x="0" y="228600"/>
                </a:moveTo>
                <a:cubicBezTo>
                  <a:pt x="114300" y="114300"/>
                  <a:pt x="238125" y="66675"/>
                  <a:pt x="438150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round/>
            <a:tailEnd type="triangle" w="med" len="med"/>
          </a:ln>
        </p:spPr>
        <p:txBody>
          <a:bodyPr/>
          <a:p/>
        </p:txBody>
      </p:sp>
      <p:sp>
        <p:nvSpPr>
          <p:cNvPr id="176" name="af-rollout-a1-to-z2-freeform-arrow-01" descr="{&quot;arrow_spec_sha256&quot;:&quot;4b6feacf29df8c6eb71a94d4658501bf2eae6f3010941dc430fc7e7ff31ca20e&quot;,&quot;autofigure_element_id&quot;:&quot;rollout-a1-to-z2&quot;}"/>
          <p:cNvSpPr/>
          <p:nvPr/>
        </p:nvSpPr>
        <p:spPr>
          <a:xfrm>
            <a:off x="11239500" y="3171825"/>
            <a:ext cx="447675" cy="228600"/>
          </a:xfrm>
          <a:custGeom>
            <a:avLst/>
            <a:gdLst/>
            <a:ahLst/>
            <a:cxnLst/>
            <a:rect l="0" t="0" r="0" b="0"/>
            <a:pathLst>
              <a:path w="447675" h="228600">
                <a:moveTo>
                  <a:pt x="0" y="228600"/>
                </a:moveTo>
                <a:cubicBezTo>
                  <a:pt x="123825" y="123825"/>
                  <a:pt x="276225" y="66675"/>
                  <a:pt x="447675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round/>
            <a:tailEnd type="triangle" w="med" len="med"/>
          </a:ln>
        </p:spPr>
        <p:txBody>
          <a:bodyPr/>
          <a:p/>
        </p:txBody>
      </p:sp>
      <p:sp>
        <p:nvSpPr>
          <p:cNvPr id="177" name="af-rollout-a2-to-next-freeform-arrow-01" descr="{&quot;arrow_spec_sha256&quot;:&quot;a53eb0c789b1289df0db761618f34753d23f0101e99e985b977ac324b4bf75b0&quot;,&quot;autofigure_element_id&quot;:&quot;rollout-a2-to-next&quot;}"/>
          <p:cNvSpPr/>
          <p:nvPr/>
        </p:nvSpPr>
        <p:spPr>
          <a:xfrm>
            <a:off x="12182475" y="31718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228600"/>
                </a:moveTo>
                <a:cubicBezTo>
                  <a:pt x="114300" y="123825"/>
                  <a:pt x="228600" y="66675"/>
                  <a:pt x="228600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round/>
            <a:tailEnd type="triangle" w="med" len="med"/>
          </a:ln>
        </p:spPr>
        <p:txBody>
          <a:bodyPr/>
          <a:p/>
        </p:txBody>
      </p:sp>
      <p:cxnSp>
        <p:nvCxnSpPr>
          <p:cNvPr id="178" name="af-rollout-z0-to-r0-connector-01" descr="{&quot;arrow_spec_sha256&quot;:&quot;04c70a99ba16b5fb87be09063936b4a2921e021f7bdc50496505e869a7dabf11&quot;,&quot;autofigure_element_id&quot;:&quot;rollout-z0-to-r0&quot;}"/>
          <p:cNvCxnSpPr/>
          <p:nvPr/>
        </p:nvCxnSpPr>
        <p:spPr>
          <a:xfrm flipV="1">
            <a:off x="9829800" y="2543175"/>
            <a:ext cx="0" cy="266700"/>
          </a:xfrm>
          <a:prstGeom prst="line">
            <a:avLst/>
          </a:prstGeom>
          <a:ln w="15240" cap="rnd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af-rollout-z1-to-r1-connector-01" descr="{&quot;arrow_spec_sha256&quot;:&quot;ba9e2825bd999467ef727efac7371e9296b2a579c4ce5320be22415d60c1e01b&quot;,&quot;autofigure_element_id&quot;:&quot;rollout-z1-to-r1&quot;}"/>
          <p:cNvCxnSpPr/>
          <p:nvPr/>
        </p:nvCxnSpPr>
        <p:spPr>
          <a:xfrm flipV="1">
            <a:off x="10753725" y="2543175"/>
            <a:ext cx="0" cy="257175"/>
          </a:xfrm>
          <a:prstGeom prst="line">
            <a:avLst/>
          </a:prstGeom>
          <a:ln w="15240" cap="rnd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af-rollout-z2-to-r2-connector-01" descr="{&quot;arrow_spec_sha256&quot;:&quot;9ed8f89d4292ee6b3800e1c9cecced5aad7e50588a2416d141f1766ad9ef3c7e&quot;,&quot;autofigure_element_id&quot;:&quot;rollout-z2-to-r2&quot;}"/>
          <p:cNvCxnSpPr/>
          <p:nvPr/>
        </p:nvCxnSpPr>
        <p:spPr>
          <a:xfrm flipV="1">
            <a:off x="11696700" y="2543175"/>
            <a:ext cx="0" cy="257175"/>
          </a:xfrm>
          <a:prstGeom prst="line">
            <a:avLst/>
          </a:prstGeom>
          <a:ln w="15240" cap="rnd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af-svg-text-0060-text-01" descr="{&quot;autofigure_element_id&quot;:&quot;svg-text-0060&quot;}"/>
          <p:cNvSpPr txBox="1"/>
          <p:nvPr/>
        </p:nvSpPr>
        <p:spPr>
          <a:xfrm>
            <a:off x="12235910" y="4019074"/>
            <a:ext cx="813340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425" b="1">
                <a:solidFill>
                  <a:srgbClr val="111111"/>
                </a:solidFill>
                <a:latin typeface="Arial"/>
              </a:rPr>
              <a:t>rollout</a:t>
            </a:r>
          </a:p>
        </p:txBody>
      </p:sp>
      <p:sp>
        <p:nvSpPr>
          <p:cNvPr id="182" name="af-svg-text-0061-text-01" descr="{&quot;autofigure_element_id&quot;:&quot;svg-text-0061&quot;}"/>
          <p:cNvSpPr txBox="1"/>
          <p:nvPr/>
        </p:nvSpPr>
        <p:spPr>
          <a:xfrm>
            <a:off x="9601962" y="4489132"/>
            <a:ext cx="3732276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950" b="1">
                <a:solidFill>
                  <a:srgbClr val="111111"/>
                </a:solidFill>
                <a:latin typeface="Arial"/>
              </a:rPr>
              <a:t>Task-Aware Behavior Learning</a:t>
            </a:r>
          </a:p>
        </p:txBody>
      </p:sp>
      <p:sp>
        <p:nvSpPr>
          <p:cNvPr id="183" name="af-joint-optimization-rect-01" descr="{&quot;autofigure_element_id&quot;:&quot;joint-optimization&quot;}"/>
          <p:cNvSpPr/>
          <p:nvPr/>
        </p:nvSpPr>
        <p:spPr>
          <a:xfrm>
            <a:off x="1781175" y="5200650"/>
            <a:ext cx="4010025" cy="476250"/>
          </a:xfrm>
          <a:prstGeom prst="rect">
            <a:avLst/>
          </a:prstGeom>
          <a:solidFill>
            <a:srgbClr val="FFFFFF"/>
          </a:solidFill>
          <a:ln w="21908">
            <a:solidFill>
              <a:srgbClr val="233A64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af-svg-text-0062-text-01" descr="{&quot;autofigure_element_id&quot;:&quot;svg-text-0062&quot;}"/>
          <p:cNvSpPr txBox="1"/>
          <p:nvPr/>
        </p:nvSpPr>
        <p:spPr>
          <a:xfrm>
            <a:off x="1948339" y="5298758"/>
            <a:ext cx="3685222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950" b="1">
                <a:solidFill>
                  <a:srgbClr val="111111"/>
                </a:solidFill>
                <a:latin typeface="Arial"/>
              </a:rPr>
              <a:t>MLLM-WM Joint Optimization</a:t>
            </a:r>
          </a:p>
        </p:txBody>
      </p:sp>
      <p:sp>
        <p:nvSpPr>
          <p:cNvPr id="185" name="af-joint-feedback-to-modular-panel-freeform-arrow-01" descr="{&quot;arrow_spec_sha256&quot;:&quot;f609287b06aa8107538d88e4e2166c949cd9dc7f7ca65211483355cfa710d1da&quot;,&quot;autofigure_element_id&quot;:&quot;joint-feedback-to-modular-panel&quot;}"/>
          <p:cNvSpPr/>
          <p:nvPr/>
        </p:nvSpPr>
        <p:spPr>
          <a:xfrm>
            <a:off x="1104900" y="5000625"/>
            <a:ext cx="676275" cy="466725"/>
          </a:xfrm>
          <a:custGeom>
            <a:avLst/>
            <a:gdLst/>
            <a:ahLst/>
            <a:cxnLst/>
            <a:rect l="0" t="0" r="0" b="0"/>
            <a:pathLst>
              <a:path w="676275" h="466725">
                <a:moveTo>
                  <a:pt x="676275" y="466725"/>
                </a:moveTo>
                <a:lnTo>
                  <a:pt x="180975" y="466725"/>
                </a:lnTo>
                <a:cubicBezTo>
                  <a:pt x="60325" y="466725"/>
                  <a:pt x="0" y="393700"/>
                  <a:pt x="0" y="247650"/>
                </a:cubicBezTo>
                <a:lnTo>
                  <a:pt x="0" y="0"/>
                </a:lnTo>
              </a:path>
            </a:pathLst>
          </a:custGeom>
          <a:noFill/>
          <a:ln w="95250" cap="rnd">
            <a:solidFill>
              <a:srgbClr val="D87478"/>
            </a:solidFill>
            <a:round/>
            <a:tailEnd type="triangle" w="sm" len="sm"/>
          </a:ln>
        </p:spPr>
        <p:txBody>
          <a:bodyPr/>
          <a:p/>
        </p:txBody>
      </p:sp>
      <p:sp>
        <p:nvSpPr>
          <p:cNvPr id="186" name="af-footer-reward-action-rect-01" descr="{&quot;autofigure_element_id&quot;:&quot;footer-reward-action&quot;}"/>
          <p:cNvSpPr/>
          <p:nvPr/>
        </p:nvSpPr>
        <p:spPr>
          <a:xfrm>
            <a:off x="6419850" y="5191125"/>
            <a:ext cx="3114675" cy="504825"/>
          </a:xfrm>
          <a:prstGeom prst="roundRect">
            <a:avLst>
              <a:gd name="adj" fmla="val 18867"/>
            </a:avLst>
          </a:prstGeom>
          <a:solidFill>
            <a:srgbClr val="FFFFFF"/>
          </a:solidFill>
          <a:ln w="20955">
            <a:solidFill>
              <a:srgbClr val="233A6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af-footer-reward-trophy-tone-gray-01-freeform-01" descr="{&quot;autofigure_element_id&quot;:&quot;footer-reward-trophy-tone-gray-01&quot;}"/>
          <p:cNvSpPr/>
          <p:nvPr/>
        </p:nvSpPr>
        <p:spPr>
          <a:xfrm>
            <a:off x="6553200" y="5295900"/>
            <a:ext cx="266700" cy="276225"/>
          </a:xfrm>
          <a:custGeom>
            <a:avLst/>
            <a:gdLst/>
            <a:ahLst/>
            <a:cxnLst/>
            <a:rect l="0" t="0" r="0" b="0"/>
            <a:pathLst>
              <a:path w="266700" h="2762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close/>
                <a:moveTo>
                  <a:pt x="133350" y="0"/>
                </a:moveTo>
                <a:lnTo>
                  <a:pt x="257175" y="0"/>
                </a:lnTo>
                <a:lnTo>
                  <a:pt x="257175" y="9525"/>
                </a:lnTo>
                <a:lnTo>
                  <a:pt x="133350" y="9525"/>
                </a:lnTo>
                <a:close/>
                <a:moveTo>
                  <a:pt x="114300" y="9525"/>
                </a:moveTo>
                <a:lnTo>
                  <a:pt x="123825" y="9525"/>
                </a:lnTo>
                <a:lnTo>
                  <a:pt x="123825" y="19050"/>
                </a:lnTo>
                <a:lnTo>
                  <a:pt x="114300" y="19050"/>
                </a:lnTo>
                <a:close/>
                <a:moveTo>
                  <a:pt x="257175" y="47625"/>
                </a:moveTo>
                <a:lnTo>
                  <a:pt x="266700" y="47625"/>
                </a:lnTo>
                <a:lnTo>
                  <a:pt x="266700" y="57150"/>
                </a:lnTo>
                <a:lnTo>
                  <a:pt x="257175" y="57150"/>
                </a:lnTo>
                <a:close/>
                <a:moveTo>
                  <a:pt x="66675" y="104775"/>
                </a:moveTo>
                <a:lnTo>
                  <a:pt x="76200" y="104775"/>
                </a:lnTo>
                <a:lnTo>
                  <a:pt x="76200" y="114300"/>
                </a:lnTo>
                <a:lnTo>
                  <a:pt x="66675" y="114300"/>
                </a:lnTo>
                <a:close/>
                <a:moveTo>
                  <a:pt x="209550" y="104775"/>
                </a:moveTo>
                <a:lnTo>
                  <a:pt x="219075" y="104775"/>
                </a:lnTo>
                <a:lnTo>
                  <a:pt x="219075" y="114300"/>
                </a:lnTo>
                <a:lnTo>
                  <a:pt x="209550" y="114300"/>
                </a:lnTo>
                <a:close/>
                <a:moveTo>
                  <a:pt x="38100" y="114300"/>
                </a:moveTo>
                <a:lnTo>
                  <a:pt x="47625" y="114300"/>
                </a:lnTo>
                <a:lnTo>
                  <a:pt x="47625" y="123825"/>
                </a:lnTo>
                <a:lnTo>
                  <a:pt x="38100" y="123825"/>
                </a:lnTo>
                <a:close/>
                <a:moveTo>
                  <a:pt x="209550" y="114300"/>
                </a:moveTo>
                <a:lnTo>
                  <a:pt x="219075" y="114300"/>
                </a:lnTo>
                <a:lnTo>
                  <a:pt x="219075" y="123825"/>
                </a:lnTo>
                <a:lnTo>
                  <a:pt x="209550" y="123825"/>
                </a:lnTo>
                <a:close/>
                <a:moveTo>
                  <a:pt x="76200" y="123825"/>
                </a:moveTo>
                <a:lnTo>
                  <a:pt x="85725" y="123825"/>
                </a:lnTo>
                <a:lnTo>
                  <a:pt x="85725" y="133350"/>
                </a:lnTo>
                <a:lnTo>
                  <a:pt x="76200" y="133350"/>
                </a:lnTo>
                <a:close/>
                <a:moveTo>
                  <a:pt x="47625" y="133350"/>
                </a:moveTo>
                <a:lnTo>
                  <a:pt x="57150" y="133350"/>
                </a:lnTo>
                <a:lnTo>
                  <a:pt x="57150" y="142875"/>
                </a:lnTo>
                <a:lnTo>
                  <a:pt x="47625" y="142875"/>
                </a:lnTo>
                <a:close/>
                <a:moveTo>
                  <a:pt x="85725" y="133350"/>
                </a:moveTo>
                <a:lnTo>
                  <a:pt x="95250" y="133350"/>
                </a:lnTo>
                <a:lnTo>
                  <a:pt x="95250" y="142875"/>
                </a:lnTo>
                <a:lnTo>
                  <a:pt x="85725" y="142875"/>
                </a:lnTo>
                <a:close/>
                <a:moveTo>
                  <a:pt x="200025" y="133350"/>
                </a:moveTo>
                <a:lnTo>
                  <a:pt x="209550" y="133350"/>
                </a:lnTo>
                <a:lnTo>
                  <a:pt x="209550" y="142875"/>
                </a:lnTo>
                <a:lnTo>
                  <a:pt x="200025" y="142875"/>
                </a:lnTo>
                <a:close/>
                <a:moveTo>
                  <a:pt x="142875" y="142875"/>
                </a:moveTo>
                <a:lnTo>
                  <a:pt x="152400" y="142875"/>
                </a:lnTo>
                <a:lnTo>
                  <a:pt x="152400" y="152400"/>
                </a:lnTo>
                <a:lnTo>
                  <a:pt x="142875" y="152400"/>
                </a:lnTo>
                <a:close/>
                <a:moveTo>
                  <a:pt x="95250" y="209550"/>
                </a:moveTo>
                <a:lnTo>
                  <a:pt x="104775" y="209550"/>
                </a:lnTo>
                <a:lnTo>
                  <a:pt x="104775" y="219075"/>
                </a:lnTo>
                <a:lnTo>
                  <a:pt x="95250" y="219075"/>
                </a:lnTo>
                <a:close/>
                <a:moveTo>
                  <a:pt x="152400" y="209550"/>
                </a:moveTo>
                <a:lnTo>
                  <a:pt x="161925" y="209550"/>
                </a:lnTo>
                <a:lnTo>
                  <a:pt x="161925" y="219075"/>
                </a:lnTo>
                <a:lnTo>
                  <a:pt x="152400" y="219075"/>
                </a:lnTo>
                <a:close/>
                <a:moveTo>
                  <a:pt x="85725" y="238125"/>
                </a:moveTo>
                <a:lnTo>
                  <a:pt x="95250" y="238125"/>
                </a:lnTo>
                <a:lnTo>
                  <a:pt x="95250" y="247650"/>
                </a:lnTo>
                <a:lnTo>
                  <a:pt x="85725" y="247650"/>
                </a:lnTo>
                <a:close/>
                <a:moveTo>
                  <a:pt x="114300" y="238125"/>
                </a:moveTo>
                <a:lnTo>
                  <a:pt x="142875" y="238125"/>
                </a:lnTo>
                <a:lnTo>
                  <a:pt x="142875" y="247650"/>
                </a:lnTo>
                <a:lnTo>
                  <a:pt x="114300" y="247650"/>
                </a:lnTo>
                <a:close/>
                <a:moveTo>
                  <a:pt x="152400" y="247650"/>
                </a:moveTo>
                <a:lnTo>
                  <a:pt x="161925" y="247650"/>
                </a:lnTo>
                <a:lnTo>
                  <a:pt x="161925" y="257175"/>
                </a:lnTo>
                <a:lnTo>
                  <a:pt x="152400" y="257175"/>
                </a:lnTo>
                <a:close/>
                <a:moveTo>
                  <a:pt x="28575" y="257175"/>
                </a:moveTo>
                <a:lnTo>
                  <a:pt x="38100" y="257175"/>
                </a:lnTo>
                <a:lnTo>
                  <a:pt x="38100" y="266700"/>
                </a:lnTo>
                <a:lnTo>
                  <a:pt x="28575" y="266700"/>
                </a:lnTo>
                <a:close/>
                <a:moveTo>
                  <a:pt x="28575" y="266700"/>
                </a:moveTo>
                <a:lnTo>
                  <a:pt x="38100" y="266700"/>
                </a:lnTo>
                <a:lnTo>
                  <a:pt x="38100" y="276225"/>
                </a:lnTo>
                <a:lnTo>
                  <a:pt x="28575" y="276225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/>
          <a:p/>
        </p:txBody>
      </p:sp>
      <p:sp>
        <p:nvSpPr>
          <p:cNvPr id="188" name="af-footer-reward-trophy-tone-gray-02-freeform-01" descr="{&quot;autofigure_element_id&quot;:&quot;footer-reward-trophy-tone-gray-02&quot;}"/>
          <p:cNvSpPr/>
          <p:nvPr/>
        </p:nvSpPr>
        <p:spPr>
          <a:xfrm>
            <a:off x="6543675" y="5305425"/>
            <a:ext cx="276225" cy="247650"/>
          </a:xfrm>
          <a:custGeom>
            <a:avLst/>
            <a:gdLst/>
            <a:ahLst/>
            <a:cxnLst/>
            <a:rect l="0" t="0" r="0" b="0"/>
            <a:pathLst>
              <a:path w="276225" h="247650">
                <a:moveTo>
                  <a:pt x="95250" y="0"/>
                </a:moveTo>
                <a:lnTo>
                  <a:pt x="104775" y="0"/>
                </a:lnTo>
                <a:lnTo>
                  <a:pt x="104775" y="9525"/>
                </a:lnTo>
                <a:lnTo>
                  <a:pt x="95250" y="9525"/>
                </a:lnTo>
                <a:close/>
                <a:moveTo>
                  <a:pt x="266700" y="0"/>
                </a:moveTo>
                <a:lnTo>
                  <a:pt x="276225" y="0"/>
                </a:lnTo>
                <a:lnTo>
                  <a:pt x="276225" y="9525"/>
                </a:lnTo>
                <a:lnTo>
                  <a:pt x="266700" y="9525"/>
                </a:lnTo>
                <a:close/>
                <a:moveTo>
                  <a:pt x="95250" y="9525"/>
                </a:moveTo>
                <a:lnTo>
                  <a:pt x="104775" y="9525"/>
                </a:lnTo>
                <a:lnTo>
                  <a:pt x="104775" y="19050"/>
                </a:lnTo>
                <a:lnTo>
                  <a:pt x="95250" y="19050"/>
                </a:lnTo>
                <a:close/>
                <a:moveTo>
                  <a:pt x="123825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123825" y="19050"/>
                </a:lnTo>
                <a:close/>
                <a:moveTo>
                  <a:pt x="28575" y="19050"/>
                </a:moveTo>
                <a:lnTo>
                  <a:pt x="47625" y="19050"/>
                </a:lnTo>
                <a:lnTo>
                  <a:pt x="47625" y="28575"/>
                </a:lnTo>
                <a:lnTo>
                  <a:pt x="28575" y="28575"/>
                </a:lnTo>
                <a:close/>
                <a:moveTo>
                  <a:pt x="76200" y="19050"/>
                </a:moveTo>
                <a:lnTo>
                  <a:pt x="95250" y="19050"/>
                </a:lnTo>
                <a:lnTo>
                  <a:pt x="95250" y="28575"/>
                </a:lnTo>
                <a:lnTo>
                  <a:pt x="76200" y="28575"/>
                </a:lnTo>
                <a:close/>
                <a:moveTo>
                  <a:pt x="104775" y="19050"/>
                </a:moveTo>
                <a:lnTo>
                  <a:pt x="123825" y="19050"/>
                </a:lnTo>
                <a:lnTo>
                  <a:pt x="123825" y="28575"/>
                </a:lnTo>
                <a:lnTo>
                  <a:pt x="104775" y="28575"/>
                </a:lnTo>
                <a:close/>
                <a:moveTo>
                  <a:pt x="133350" y="19050"/>
                </a:moveTo>
                <a:lnTo>
                  <a:pt x="171450" y="19050"/>
                </a:lnTo>
                <a:lnTo>
                  <a:pt x="171450" y="28575"/>
                </a:lnTo>
                <a:lnTo>
                  <a:pt x="133350" y="28575"/>
                </a:lnTo>
                <a:close/>
                <a:moveTo>
                  <a:pt x="228600" y="19050"/>
                </a:moveTo>
                <a:lnTo>
                  <a:pt x="247650" y="19050"/>
                </a:lnTo>
                <a:lnTo>
                  <a:pt x="247650" y="28575"/>
                </a:lnTo>
                <a:lnTo>
                  <a:pt x="228600" y="28575"/>
                </a:lnTo>
                <a:close/>
                <a:moveTo>
                  <a:pt x="219075" y="28575"/>
                </a:moveTo>
                <a:lnTo>
                  <a:pt x="228600" y="28575"/>
                </a:lnTo>
                <a:lnTo>
                  <a:pt x="228600" y="38100"/>
                </a:lnTo>
                <a:lnTo>
                  <a:pt x="219075" y="38100"/>
                </a:lnTo>
                <a:close/>
                <a:moveTo>
                  <a:pt x="0" y="38100"/>
                </a:moveTo>
                <a:lnTo>
                  <a:pt x="9525" y="38100"/>
                </a:lnTo>
                <a:lnTo>
                  <a:pt x="9525" y="47625"/>
                </a:lnTo>
                <a:lnTo>
                  <a:pt x="0" y="47625"/>
                </a:lnTo>
                <a:close/>
                <a:moveTo>
                  <a:pt x="28575" y="38100"/>
                </a:moveTo>
                <a:lnTo>
                  <a:pt x="38100" y="38100"/>
                </a:lnTo>
                <a:lnTo>
                  <a:pt x="38100" y="47625"/>
                </a:lnTo>
                <a:lnTo>
                  <a:pt x="28575" y="47625"/>
                </a:lnTo>
                <a:close/>
                <a:moveTo>
                  <a:pt x="219075" y="38100"/>
                </a:moveTo>
                <a:lnTo>
                  <a:pt x="228600" y="38100"/>
                </a:lnTo>
                <a:lnTo>
                  <a:pt x="228600" y="47625"/>
                </a:lnTo>
                <a:lnTo>
                  <a:pt x="219075" y="47625"/>
                </a:lnTo>
                <a:close/>
                <a:moveTo>
                  <a:pt x="238125" y="38100"/>
                </a:moveTo>
                <a:lnTo>
                  <a:pt x="247650" y="38100"/>
                </a:lnTo>
                <a:lnTo>
                  <a:pt x="247650" y="47625"/>
                </a:lnTo>
                <a:lnTo>
                  <a:pt x="238125" y="47625"/>
                </a:lnTo>
                <a:close/>
                <a:moveTo>
                  <a:pt x="38100" y="47625"/>
                </a:moveTo>
                <a:lnTo>
                  <a:pt x="47625" y="47625"/>
                </a:lnTo>
                <a:lnTo>
                  <a:pt x="47625" y="57150"/>
                </a:lnTo>
                <a:lnTo>
                  <a:pt x="38100" y="57150"/>
                </a:lnTo>
                <a:close/>
                <a:moveTo>
                  <a:pt x="219075" y="47625"/>
                </a:moveTo>
                <a:lnTo>
                  <a:pt x="238125" y="47625"/>
                </a:lnTo>
                <a:lnTo>
                  <a:pt x="238125" y="57150"/>
                </a:lnTo>
                <a:lnTo>
                  <a:pt x="219075" y="57150"/>
                </a:lnTo>
                <a:close/>
                <a:moveTo>
                  <a:pt x="9525" y="57150"/>
                </a:moveTo>
                <a:lnTo>
                  <a:pt x="19050" y="57150"/>
                </a:lnTo>
                <a:lnTo>
                  <a:pt x="19050" y="66675"/>
                </a:lnTo>
                <a:lnTo>
                  <a:pt x="9525" y="66675"/>
                </a:lnTo>
                <a:close/>
                <a:moveTo>
                  <a:pt x="219075" y="57150"/>
                </a:moveTo>
                <a:lnTo>
                  <a:pt x="228600" y="57150"/>
                </a:lnTo>
                <a:lnTo>
                  <a:pt x="228600" y="66675"/>
                </a:lnTo>
                <a:lnTo>
                  <a:pt x="219075" y="66675"/>
                </a:lnTo>
                <a:close/>
                <a:moveTo>
                  <a:pt x="257175" y="57150"/>
                </a:moveTo>
                <a:lnTo>
                  <a:pt x="266700" y="57150"/>
                </a:lnTo>
                <a:lnTo>
                  <a:pt x="266700" y="66675"/>
                </a:lnTo>
                <a:lnTo>
                  <a:pt x="257175" y="66675"/>
                </a:lnTo>
                <a:close/>
                <a:moveTo>
                  <a:pt x="19050" y="66675"/>
                </a:moveTo>
                <a:lnTo>
                  <a:pt x="28575" y="66675"/>
                </a:lnTo>
                <a:lnTo>
                  <a:pt x="28575" y="76200"/>
                </a:lnTo>
                <a:lnTo>
                  <a:pt x="19050" y="76200"/>
                </a:lnTo>
                <a:close/>
                <a:moveTo>
                  <a:pt x="219075" y="66675"/>
                </a:moveTo>
                <a:lnTo>
                  <a:pt x="228600" y="66675"/>
                </a:lnTo>
                <a:lnTo>
                  <a:pt x="228600" y="76200"/>
                </a:lnTo>
                <a:lnTo>
                  <a:pt x="219075" y="76200"/>
                </a:lnTo>
                <a:close/>
                <a:moveTo>
                  <a:pt x="247650" y="66675"/>
                </a:moveTo>
                <a:lnTo>
                  <a:pt x="257175" y="66675"/>
                </a:lnTo>
                <a:lnTo>
                  <a:pt x="257175" y="76200"/>
                </a:lnTo>
                <a:lnTo>
                  <a:pt x="247650" y="76200"/>
                </a:lnTo>
                <a:close/>
                <a:moveTo>
                  <a:pt x="219075" y="76200"/>
                </a:moveTo>
                <a:lnTo>
                  <a:pt x="228600" y="76200"/>
                </a:lnTo>
                <a:lnTo>
                  <a:pt x="228600" y="85725"/>
                </a:lnTo>
                <a:lnTo>
                  <a:pt x="219075" y="85725"/>
                </a:lnTo>
                <a:close/>
                <a:moveTo>
                  <a:pt x="219075" y="85725"/>
                </a:moveTo>
                <a:lnTo>
                  <a:pt x="228600" y="85725"/>
                </a:lnTo>
                <a:lnTo>
                  <a:pt x="228600" y="95250"/>
                </a:lnTo>
                <a:lnTo>
                  <a:pt x="219075" y="95250"/>
                </a:lnTo>
                <a:close/>
                <a:moveTo>
                  <a:pt x="47625" y="95250"/>
                </a:move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close/>
                <a:moveTo>
                  <a:pt x="161925" y="114300"/>
                </a:moveTo>
                <a:lnTo>
                  <a:pt x="171450" y="114300"/>
                </a:lnTo>
                <a:lnTo>
                  <a:pt x="171450" y="123825"/>
                </a:lnTo>
                <a:lnTo>
                  <a:pt x="161925" y="123825"/>
                </a:lnTo>
                <a:close/>
                <a:moveTo>
                  <a:pt x="104775" y="133350"/>
                </a:moveTo>
                <a:lnTo>
                  <a:pt x="114300" y="133350"/>
                </a:lnTo>
                <a:lnTo>
                  <a:pt x="114300" y="142875"/>
                </a:lnTo>
                <a:lnTo>
                  <a:pt x="104775" y="142875"/>
                </a:lnTo>
                <a:close/>
                <a:moveTo>
                  <a:pt x="85725" y="152400"/>
                </a:moveTo>
                <a:lnTo>
                  <a:pt x="95250" y="152400"/>
                </a:lnTo>
                <a:lnTo>
                  <a:pt x="95250" y="161925"/>
                </a:lnTo>
                <a:lnTo>
                  <a:pt x="85725" y="161925"/>
                </a:lnTo>
                <a:close/>
                <a:moveTo>
                  <a:pt x="180975" y="152400"/>
                </a:moveTo>
                <a:lnTo>
                  <a:pt x="190500" y="152400"/>
                </a:lnTo>
                <a:lnTo>
                  <a:pt x="190500" y="161925"/>
                </a:lnTo>
                <a:lnTo>
                  <a:pt x="180975" y="161925"/>
                </a:lnTo>
                <a:close/>
                <a:moveTo>
                  <a:pt x="104775" y="161925"/>
                </a:moveTo>
                <a:lnTo>
                  <a:pt x="114300" y="161925"/>
                </a:lnTo>
                <a:lnTo>
                  <a:pt x="114300" y="171450"/>
                </a:lnTo>
                <a:lnTo>
                  <a:pt x="104775" y="171450"/>
                </a:lnTo>
                <a:close/>
                <a:moveTo>
                  <a:pt x="161925" y="161925"/>
                </a:moveTo>
                <a:lnTo>
                  <a:pt x="171450" y="161925"/>
                </a:lnTo>
                <a:lnTo>
                  <a:pt x="171450" y="171450"/>
                </a:lnTo>
                <a:lnTo>
                  <a:pt x="161925" y="171450"/>
                </a:lnTo>
                <a:close/>
                <a:moveTo>
                  <a:pt x="85725" y="219075"/>
                </a:moveTo>
                <a:lnTo>
                  <a:pt x="95250" y="219075"/>
                </a:lnTo>
                <a:lnTo>
                  <a:pt x="95250" y="228600"/>
                </a:lnTo>
                <a:lnTo>
                  <a:pt x="85725" y="228600"/>
                </a:lnTo>
                <a:close/>
                <a:moveTo>
                  <a:pt x="104775" y="228600"/>
                </a:moveTo>
                <a:lnTo>
                  <a:pt x="123825" y="228600"/>
                </a:lnTo>
                <a:lnTo>
                  <a:pt x="123825" y="238125"/>
                </a:lnTo>
                <a:lnTo>
                  <a:pt x="104775" y="238125"/>
                </a:lnTo>
                <a:close/>
                <a:moveTo>
                  <a:pt x="152400" y="228600"/>
                </a:moveTo>
                <a:lnTo>
                  <a:pt x="161925" y="228600"/>
                </a:lnTo>
                <a:lnTo>
                  <a:pt x="161925" y="238125"/>
                </a:lnTo>
                <a:lnTo>
                  <a:pt x="152400" y="238125"/>
                </a:lnTo>
                <a:close/>
                <a:moveTo>
                  <a:pt x="219075" y="238125"/>
                </a:moveTo>
                <a:lnTo>
                  <a:pt x="228600" y="238125"/>
                </a:lnTo>
                <a:lnTo>
                  <a:pt x="228600" y="247650"/>
                </a:lnTo>
                <a:lnTo>
                  <a:pt x="219075" y="24765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89" name="af-footer-reward-trophy-tone-gray-03-freeform-01" descr="{&quot;autofigure_element_id&quot;:&quot;footer-reward-trophy-tone-gray-03&quot;}"/>
          <p:cNvSpPr/>
          <p:nvPr/>
        </p:nvSpPr>
        <p:spPr>
          <a:xfrm>
            <a:off x="6543675" y="53054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276225" h="276225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  <a:moveTo>
                  <a:pt x="219075" y="19050"/>
                </a:moveTo>
                <a:lnTo>
                  <a:pt x="228600" y="19050"/>
                </a:lnTo>
                <a:lnTo>
                  <a:pt x="228600" y="28575"/>
                </a:lnTo>
                <a:lnTo>
                  <a:pt x="219075" y="28575"/>
                </a:lnTo>
                <a:close/>
                <a:moveTo>
                  <a:pt x="47625" y="28575"/>
                </a:moveTo>
                <a:lnTo>
                  <a:pt x="57150" y="28575"/>
                </a:lnTo>
                <a:lnTo>
                  <a:pt x="57150" y="38100"/>
                </a:lnTo>
                <a:lnTo>
                  <a:pt x="47625" y="38100"/>
                </a:lnTo>
                <a:close/>
                <a:moveTo>
                  <a:pt x="266700" y="28575"/>
                </a:moveTo>
                <a:lnTo>
                  <a:pt x="276225" y="28575"/>
                </a:lnTo>
                <a:lnTo>
                  <a:pt x="276225" y="38100"/>
                </a:lnTo>
                <a:lnTo>
                  <a:pt x="266700" y="38100"/>
                </a:lnTo>
                <a:close/>
                <a:moveTo>
                  <a:pt x="47625" y="38100"/>
                </a:moveTo>
                <a:lnTo>
                  <a:pt x="57150" y="38100"/>
                </a:lnTo>
                <a:lnTo>
                  <a:pt x="57150" y="47625"/>
                </a:lnTo>
                <a:lnTo>
                  <a:pt x="47625" y="47625"/>
                </a:lnTo>
                <a:close/>
                <a:moveTo>
                  <a:pt x="4762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47625" y="57150"/>
                </a:lnTo>
                <a:close/>
                <a:moveTo>
                  <a:pt x="47625" y="57150"/>
                </a:moveTo>
                <a:lnTo>
                  <a:pt x="57150" y="57150"/>
                </a:lnTo>
                <a:lnTo>
                  <a:pt x="57150" y="66675"/>
                </a:lnTo>
                <a:lnTo>
                  <a:pt x="47625" y="66675"/>
                </a:lnTo>
                <a:close/>
                <a:moveTo>
                  <a:pt x="47625" y="66675"/>
                </a:moveTo>
                <a:lnTo>
                  <a:pt x="57150" y="66675"/>
                </a:lnTo>
                <a:lnTo>
                  <a:pt x="57150" y="76200"/>
                </a:lnTo>
                <a:lnTo>
                  <a:pt x="47625" y="76200"/>
                </a:lnTo>
                <a:close/>
                <a:moveTo>
                  <a:pt x="47625" y="76200"/>
                </a:moveTo>
                <a:lnTo>
                  <a:pt x="57150" y="76200"/>
                </a:lnTo>
                <a:lnTo>
                  <a:pt x="57150" y="85725"/>
                </a:lnTo>
                <a:lnTo>
                  <a:pt x="47625" y="85725"/>
                </a:lnTo>
                <a:close/>
                <a:moveTo>
                  <a:pt x="47625" y="85725"/>
                </a:moveTo>
                <a:lnTo>
                  <a:pt x="57150" y="85725"/>
                </a:lnTo>
                <a:lnTo>
                  <a:pt x="57150" y="95250"/>
                </a:lnTo>
                <a:lnTo>
                  <a:pt x="47625" y="95250"/>
                </a:lnTo>
                <a:close/>
                <a:moveTo>
                  <a:pt x="76200" y="104775"/>
                </a:moveTo>
                <a:lnTo>
                  <a:pt x="85725" y="104775"/>
                </a:lnTo>
                <a:lnTo>
                  <a:pt x="85725" y="114300"/>
                </a:lnTo>
                <a:lnTo>
                  <a:pt x="76200" y="114300"/>
                </a:lnTo>
                <a:close/>
                <a:moveTo>
                  <a:pt x="209550" y="114300"/>
                </a:moveTo>
                <a:lnTo>
                  <a:pt x="219075" y="114300"/>
                </a:lnTo>
                <a:lnTo>
                  <a:pt x="219075" y="123825"/>
                </a:lnTo>
                <a:lnTo>
                  <a:pt x="209550" y="123825"/>
                </a:lnTo>
                <a:close/>
                <a:moveTo>
                  <a:pt x="66675" y="133350"/>
                </a:moveTo>
                <a:lnTo>
                  <a:pt x="76200" y="133350"/>
                </a:lnTo>
                <a:lnTo>
                  <a:pt x="76200" y="142875"/>
                </a:lnTo>
                <a:lnTo>
                  <a:pt x="66675" y="142875"/>
                </a:lnTo>
                <a:close/>
                <a:moveTo>
                  <a:pt x="200025" y="133350"/>
                </a:moveTo>
                <a:lnTo>
                  <a:pt x="209550" y="133350"/>
                </a:lnTo>
                <a:lnTo>
                  <a:pt x="209550" y="142875"/>
                </a:lnTo>
                <a:lnTo>
                  <a:pt x="200025" y="142875"/>
                </a:lnTo>
                <a:close/>
                <a:moveTo>
                  <a:pt x="76200" y="142875"/>
                </a:moveTo>
                <a:lnTo>
                  <a:pt x="85725" y="142875"/>
                </a:lnTo>
                <a:lnTo>
                  <a:pt x="85725" y="152400"/>
                </a:lnTo>
                <a:lnTo>
                  <a:pt x="76200" y="152400"/>
                </a:lnTo>
                <a:close/>
                <a:moveTo>
                  <a:pt x="123825" y="142875"/>
                </a:moveTo>
                <a:lnTo>
                  <a:pt x="152400" y="142875"/>
                </a:lnTo>
                <a:lnTo>
                  <a:pt x="152400" y="152400"/>
                </a:lnTo>
                <a:lnTo>
                  <a:pt x="123825" y="152400"/>
                </a:lnTo>
                <a:close/>
                <a:moveTo>
                  <a:pt x="190500" y="142875"/>
                </a:moveTo>
                <a:lnTo>
                  <a:pt x="200025" y="142875"/>
                </a:lnTo>
                <a:lnTo>
                  <a:pt x="200025" y="152400"/>
                </a:lnTo>
                <a:lnTo>
                  <a:pt x="190500" y="152400"/>
                </a:lnTo>
                <a:close/>
                <a:moveTo>
                  <a:pt x="95250" y="209550"/>
                </a:moveTo>
                <a:lnTo>
                  <a:pt x="104775" y="209550"/>
                </a:lnTo>
                <a:lnTo>
                  <a:pt x="104775" y="219075"/>
                </a:lnTo>
                <a:lnTo>
                  <a:pt x="95250" y="219075"/>
                </a:lnTo>
                <a:close/>
                <a:moveTo>
                  <a:pt x="180975" y="209550"/>
                </a:moveTo>
                <a:lnTo>
                  <a:pt x="190500" y="209550"/>
                </a:lnTo>
                <a:lnTo>
                  <a:pt x="190500" y="219075"/>
                </a:lnTo>
                <a:lnTo>
                  <a:pt x="180975" y="219075"/>
                </a:lnTo>
                <a:close/>
                <a:moveTo>
                  <a:pt x="66675" y="219075"/>
                </a:moveTo>
                <a:lnTo>
                  <a:pt x="76200" y="219075"/>
                </a:lnTo>
                <a:lnTo>
                  <a:pt x="76200" y="228600"/>
                </a:lnTo>
                <a:lnTo>
                  <a:pt x="66675" y="228600"/>
                </a:lnTo>
                <a:close/>
                <a:moveTo>
                  <a:pt x="200025" y="219075"/>
                </a:moveTo>
                <a:lnTo>
                  <a:pt x="209550" y="219075"/>
                </a:lnTo>
                <a:lnTo>
                  <a:pt x="209550" y="228600"/>
                </a:lnTo>
                <a:lnTo>
                  <a:pt x="200025" y="228600"/>
                </a:lnTo>
                <a:close/>
                <a:moveTo>
                  <a:pt x="161925" y="228600"/>
                </a:moveTo>
                <a:lnTo>
                  <a:pt x="171450" y="228600"/>
                </a:lnTo>
                <a:lnTo>
                  <a:pt x="171450" y="238125"/>
                </a:lnTo>
                <a:lnTo>
                  <a:pt x="161925" y="238125"/>
                </a:lnTo>
                <a:close/>
                <a:moveTo>
                  <a:pt x="209550" y="228600"/>
                </a:moveTo>
                <a:lnTo>
                  <a:pt x="219075" y="228600"/>
                </a:lnTo>
                <a:lnTo>
                  <a:pt x="219075" y="238125"/>
                </a:lnTo>
                <a:lnTo>
                  <a:pt x="209550" y="238125"/>
                </a:lnTo>
                <a:close/>
                <a:moveTo>
                  <a:pt x="47625" y="238125"/>
                </a:moveTo>
                <a:lnTo>
                  <a:pt x="57150" y="238125"/>
                </a:lnTo>
                <a:lnTo>
                  <a:pt x="57150" y="247650"/>
                </a:lnTo>
                <a:lnTo>
                  <a:pt x="47625" y="247650"/>
                </a:lnTo>
                <a:close/>
                <a:moveTo>
                  <a:pt x="76200" y="247650"/>
                </a:moveTo>
                <a:lnTo>
                  <a:pt x="171450" y="247650"/>
                </a:lnTo>
                <a:lnTo>
                  <a:pt x="171450" y="257175"/>
                </a:lnTo>
                <a:lnTo>
                  <a:pt x="76200" y="257175"/>
                </a:lnTo>
                <a:close/>
                <a:moveTo>
                  <a:pt x="47625" y="266700"/>
                </a:moveTo>
                <a:lnTo>
                  <a:pt x="57150" y="266700"/>
                </a:lnTo>
                <a:lnTo>
                  <a:pt x="57150" y="276225"/>
                </a:lnTo>
                <a:lnTo>
                  <a:pt x="47625" y="276225"/>
                </a:lnTo>
                <a:close/>
                <a:moveTo>
                  <a:pt x="219075" y="266700"/>
                </a:moveTo>
                <a:lnTo>
                  <a:pt x="228600" y="266700"/>
                </a:lnTo>
                <a:lnTo>
                  <a:pt x="228600" y="276225"/>
                </a:lnTo>
                <a:lnTo>
                  <a:pt x="219075" y="276225"/>
                </a:lnTo>
                <a:close/>
              </a:path>
            </a:pathLst>
          </a:custGeom>
          <a:solidFill>
            <a:srgbClr val="BEBDBC"/>
          </a:solidFill>
          <a:ln>
            <a:noFill/>
          </a:ln>
        </p:spPr>
        <p:txBody>
          <a:bodyPr/>
          <a:p/>
        </p:txBody>
      </p:sp>
      <p:sp>
        <p:nvSpPr>
          <p:cNvPr id="190" name="af-footer-reward-trophy-tone-gray-04-freeform-01" descr="{&quot;autofigure_element_id&quot;:&quot;footer-reward-trophy-tone-gray-04&quot;}"/>
          <p:cNvSpPr/>
          <p:nvPr/>
        </p:nvSpPr>
        <p:spPr>
          <a:xfrm>
            <a:off x="6543675" y="5305425"/>
            <a:ext cx="276225" cy="257175"/>
          </a:xfrm>
          <a:custGeom>
            <a:avLst/>
            <a:gdLst/>
            <a:ahLst/>
            <a:cxnLst/>
            <a:rect l="0" t="0" r="0" b="0"/>
            <a:pathLst>
              <a:path w="276225" h="257175">
                <a:moveTo>
                  <a:pt x="104775" y="0"/>
                </a:moveTo>
                <a:lnTo>
                  <a:pt x="123825" y="0"/>
                </a:lnTo>
                <a:lnTo>
                  <a:pt x="123825" y="9525"/>
                </a:lnTo>
                <a:lnTo>
                  <a:pt x="104775" y="9525"/>
                </a:lnTo>
                <a:close/>
                <a:moveTo>
                  <a:pt x="133350" y="0"/>
                </a:moveTo>
                <a:lnTo>
                  <a:pt x="142875" y="0"/>
                </a:lnTo>
                <a:lnTo>
                  <a:pt x="142875" y="9525"/>
                </a:lnTo>
                <a:lnTo>
                  <a:pt x="133350" y="9525"/>
                </a:lnTo>
                <a:close/>
                <a:moveTo>
                  <a:pt x="0" y="9525"/>
                </a:move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  <a:moveTo>
                  <a:pt x="266700" y="9525"/>
                </a:moveTo>
                <a:lnTo>
                  <a:pt x="276225" y="9525"/>
                </a:lnTo>
                <a:lnTo>
                  <a:pt x="276225" y="19050"/>
                </a:lnTo>
                <a:lnTo>
                  <a:pt x="266700" y="19050"/>
                </a:lnTo>
                <a:close/>
                <a:moveTo>
                  <a:pt x="0" y="19050"/>
                </a:moveTo>
                <a:lnTo>
                  <a:pt x="9525" y="19050"/>
                </a:lnTo>
                <a:lnTo>
                  <a:pt x="9525" y="28575"/>
                </a:lnTo>
                <a:lnTo>
                  <a:pt x="0" y="28575"/>
                </a:lnTo>
                <a:close/>
                <a:moveTo>
                  <a:pt x="47625" y="19050"/>
                </a:moveTo>
                <a:lnTo>
                  <a:pt x="57150" y="19050"/>
                </a:lnTo>
                <a:lnTo>
                  <a:pt x="57150" y="28575"/>
                </a:lnTo>
                <a:lnTo>
                  <a:pt x="47625" y="28575"/>
                </a:lnTo>
                <a:close/>
                <a:moveTo>
                  <a:pt x="266700" y="19050"/>
                </a:moveTo>
                <a:lnTo>
                  <a:pt x="276225" y="19050"/>
                </a:lnTo>
                <a:lnTo>
                  <a:pt x="276225" y="28575"/>
                </a:lnTo>
                <a:lnTo>
                  <a:pt x="266700" y="28575"/>
                </a:lnTo>
                <a:close/>
                <a:moveTo>
                  <a:pt x="0" y="28575"/>
                </a:move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close/>
                <a:moveTo>
                  <a:pt x="38100" y="66675"/>
                </a:moveTo>
                <a:lnTo>
                  <a:pt x="47625" y="66675"/>
                </a:lnTo>
                <a:lnTo>
                  <a:pt x="47625" y="76200"/>
                </a:lnTo>
                <a:lnTo>
                  <a:pt x="38100" y="76200"/>
                </a:lnTo>
                <a:close/>
                <a:moveTo>
                  <a:pt x="228600" y="66675"/>
                </a:moveTo>
                <a:lnTo>
                  <a:pt x="238125" y="66675"/>
                </a:lnTo>
                <a:lnTo>
                  <a:pt x="238125" y="76200"/>
                </a:lnTo>
                <a:lnTo>
                  <a:pt x="228600" y="76200"/>
                </a:lnTo>
                <a:close/>
                <a:moveTo>
                  <a:pt x="57150" y="114300"/>
                </a:moveTo>
                <a:lnTo>
                  <a:pt x="66675" y="114300"/>
                </a:lnTo>
                <a:lnTo>
                  <a:pt x="66675" y="123825"/>
                </a:lnTo>
                <a:lnTo>
                  <a:pt x="57150" y="123825"/>
                </a:lnTo>
                <a:close/>
                <a:moveTo>
                  <a:pt x="85725" y="123825"/>
                </a:moveTo>
                <a:lnTo>
                  <a:pt x="95250" y="123825"/>
                </a:lnTo>
                <a:lnTo>
                  <a:pt x="95250" y="133350"/>
                </a:lnTo>
                <a:lnTo>
                  <a:pt x="85725" y="133350"/>
                </a:lnTo>
                <a:close/>
                <a:moveTo>
                  <a:pt x="133350" y="171450"/>
                </a:moveTo>
                <a:lnTo>
                  <a:pt x="142875" y="171450"/>
                </a:lnTo>
                <a:lnTo>
                  <a:pt x="142875" y="180975"/>
                </a:lnTo>
                <a:lnTo>
                  <a:pt x="133350" y="180975"/>
                </a:lnTo>
                <a:close/>
                <a:moveTo>
                  <a:pt x="133350" y="180975"/>
                </a:move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close/>
                <a:moveTo>
                  <a:pt x="133350" y="190500"/>
                </a:moveTo>
                <a:lnTo>
                  <a:pt x="142875" y="190500"/>
                </a:lnTo>
                <a:lnTo>
                  <a:pt x="142875" y="200025"/>
                </a:lnTo>
                <a:lnTo>
                  <a:pt x="133350" y="200025"/>
                </a:lnTo>
                <a:close/>
                <a:moveTo>
                  <a:pt x="95250" y="219075"/>
                </a:moveTo>
                <a:lnTo>
                  <a:pt x="104775" y="219075"/>
                </a:lnTo>
                <a:lnTo>
                  <a:pt x="104775" y="228600"/>
                </a:lnTo>
                <a:lnTo>
                  <a:pt x="95250" y="228600"/>
                </a:lnTo>
                <a:close/>
                <a:moveTo>
                  <a:pt x="57150" y="228600"/>
                </a:moveTo>
                <a:lnTo>
                  <a:pt x="66675" y="228600"/>
                </a:lnTo>
                <a:lnTo>
                  <a:pt x="66675" y="238125"/>
                </a:lnTo>
                <a:lnTo>
                  <a:pt x="57150" y="238125"/>
                </a:lnTo>
                <a:close/>
                <a:moveTo>
                  <a:pt x="85725" y="228600"/>
                </a:moveTo>
                <a:lnTo>
                  <a:pt x="95250" y="228600"/>
                </a:lnTo>
                <a:lnTo>
                  <a:pt x="95250" y="238125"/>
                </a:lnTo>
                <a:lnTo>
                  <a:pt x="85725" y="238125"/>
                </a:lnTo>
                <a:close/>
                <a:moveTo>
                  <a:pt x="76200" y="238125"/>
                </a:moveTo>
                <a:lnTo>
                  <a:pt x="85725" y="238125"/>
                </a:lnTo>
                <a:lnTo>
                  <a:pt x="85725" y="247650"/>
                </a:lnTo>
                <a:lnTo>
                  <a:pt x="76200" y="247650"/>
                </a:lnTo>
                <a:close/>
                <a:moveTo>
                  <a:pt x="171450" y="247650"/>
                </a:moveTo>
                <a:lnTo>
                  <a:pt x="180975" y="247650"/>
                </a:lnTo>
                <a:lnTo>
                  <a:pt x="180975" y="257175"/>
                </a:lnTo>
                <a:lnTo>
                  <a:pt x="171450" y="257175"/>
                </a:lnTo>
                <a:close/>
              </a:path>
            </a:pathLst>
          </a:custGeom>
          <a:solidFill>
            <a:srgbClr val="A29E95"/>
          </a:solidFill>
          <a:ln>
            <a:noFill/>
          </a:ln>
        </p:spPr>
        <p:txBody>
          <a:bodyPr/>
          <a:p/>
        </p:txBody>
      </p:sp>
      <p:sp>
        <p:nvSpPr>
          <p:cNvPr id="191" name="af-footer-reward-trophy-tone-gray-05-freeform-01" descr="{&quot;autofigure_element_id&quot;:&quot;footer-reward-trophy-tone-gray-05&quot;}"/>
          <p:cNvSpPr/>
          <p:nvPr/>
        </p:nvSpPr>
        <p:spPr>
          <a:xfrm>
            <a:off x="6553200" y="5305425"/>
            <a:ext cx="257175" cy="276225"/>
          </a:xfrm>
          <a:custGeom>
            <a:avLst/>
            <a:gdLst/>
            <a:ahLst/>
            <a:cxnLst/>
            <a:rect l="0" t="0" r="0" b="0"/>
            <a:pathLst>
              <a:path w="257175" h="276225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  <a:moveTo>
                  <a:pt x="76200" y="0"/>
                </a:moveTo>
                <a:lnTo>
                  <a:pt x="85725" y="0"/>
                </a:lnTo>
                <a:lnTo>
                  <a:pt x="85725" y="9525"/>
                </a:lnTo>
                <a:lnTo>
                  <a:pt x="76200" y="9525"/>
                </a:lnTo>
                <a:close/>
                <a:moveTo>
                  <a:pt x="247650" y="0"/>
                </a:moveTo>
                <a:lnTo>
                  <a:pt x="257175" y="0"/>
                </a:lnTo>
                <a:lnTo>
                  <a:pt x="257175" y="9525"/>
                </a:lnTo>
                <a:lnTo>
                  <a:pt x="247650" y="9525"/>
                </a:lnTo>
                <a:close/>
                <a:moveTo>
                  <a:pt x="95250" y="9525"/>
                </a:moveTo>
                <a:lnTo>
                  <a:pt x="114300" y="9525"/>
                </a:lnTo>
                <a:lnTo>
                  <a:pt x="114300" y="19050"/>
                </a:lnTo>
                <a:lnTo>
                  <a:pt x="95250" y="19050"/>
                </a:lnTo>
                <a:close/>
                <a:moveTo>
                  <a:pt x="9525" y="19050"/>
                </a:moveTo>
                <a:lnTo>
                  <a:pt x="19050" y="19050"/>
                </a:lnTo>
                <a:lnTo>
                  <a:pt x="19050" y="28575"/>
                </a:lnTo>
                <a:lnTo>
                  <a:pt x="9525" y="28575"/>
                </a:lnTo>
                <a:close/>
                <a:moveTo>
                  <a:pt x="238125" y="19050"/>
                </a:moveTo>
                <a:lnTo>
                  <a:pt x="247650" y="19050"/>
                </a:lnTo>
                <a:lnTo>
                  <a:pt x="247650" y="28575"/>
                </a:lnTo>
                <a:lnTo>
                  <a:pt x="238125" y="28575"/>
                </a:lnTo>
                <a:close/>
                <a:moveTo>
                  <a:pt x="9525" y="28575"/>
                </a:moveTo>
                <a:lnTo>
                  <a:pt x="19050" y="28575"/>
                </a:lnTo>
                <a:lnTo>
                  <a:pt x="19050" y="38100"/>
                </a:lnTo>
                <a:lnTo>
                  <a:pt x="9525" y="38100"/>
                </a:lnTo>
                <a:close/>
                <a:moveTo>
                  <a:pt x="57150" y="28575"/>
                </a:moveTo>
                <a:lnTo>
                  <a:pt x="66675" y="28575"/>
                </a:lnTo>
                <a:lnTo>
                  <a:pt x="66675" y="38100"/>
                </a:lnTo>
                <a:lnTo>
                  <a:pt x="57150" y="38100"/>
                </a:lnTo>
                <a:close/>
                <a:moveTo>
                  <a:pt x="238125" y="28575"/>
                </a:moveTo>
                <a:lnTo>
                  <a:pt x="247650" y="28575"/>
                </a:lnTo>
                <a:lnTo>
                  <a:pt x="247650" y="38100"/>
                </a:lnTo>
                <a:lnTo>
                  <a:pt x="238125" y="38100"/>
                </a:lnTo>
                <a:close/>
                <a:moveTo>
                  <a:pt x="57150" y="38100"/>
                </a:moveTo>
                <a:lnTo>
                  <a:pt x="66675" y="38100"/>
                </a:lnTo>
                <a:lnTo>
                  <a:pt x="66675" y="47625"/>
                </a:lnTo>
                <a:lnTo>
                  <a:pt x="57150" y="47625"/>
                </a:lnTo>
                <a:close/>
                <a:moveTo>
                  <a:pt x="0" y="47625"/>
                </a:moveTo>
                <a:lnTo>
                  <a:pt x="9525" y="47625"/>
                </a:lnTo>
                <a:lnTo>
                  <a:pt x="9525" y="57150"/>
                </a:lnTo>
                <a:lnTo>
                  <a:pt x="0" y="57150"/>
                </a:lnTo>
                <a:close/>
                <a:moveTo>
                  <a:pt x="19050" y="47625"/>
                </a:moveTo>
                <a:lnTo>
                  <a:pt x="28575" y="47625"/>
                </a:lnTo>
                <a:lnTo>
                  <a:pt x="28575" y="57150"/>
                </a:lnTo>
                <a:lnTo>
                  <a:pt x="19050" y="57150"/>
                </a:lnTo>
                <a:close/>
                <a:moveTo>
                  <a:pt x="57150" y="47625"/>
                </a:moveTo>
                <a:lnTo>
                  <a:pt x="66675" y="47625"/>
                </a:lnTo>
                <a:lnTo>
                  <a:pt x="66675" y="57150"/>
                </a:lnTo>
                <a:lnTo>
                  <a:pt x="57150" y="57150"/>
                </a:lnTo>
                <a:close/>
                <a:moveTo>
                  <a:pt x="247650" y="47625"/>
                </a:moveTo>
                <a:lnTo>
                  <a:pt x="257175" y="47625"/>
                </a:lnTo>
                <a:lnTo>
                  <a:pt x="257175" y="57150"/>
                </a:lnTo>
                <a:lnTo>
                  <a:pt x="247650" y="57150"/>
                </a:lnTo>
                <a:close/>
                <a:moveTo>
                  <a:pt x="2857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28575" y="66675"/>
                </a:lnTo>
                <a:close/>
                <a:moveTo>
                  <a:pt x="57150" y="57150"/>
                </a:moveTo>
                <a:lnTo>
                  <a:pt x="66675" y="57150"/>
                </a:lnTo>
                <a:lnTo>
                  <a:pt x="66675" y="66675"/>
                </a:lnTo>
                <a:lnTo>
                  <a:pt x="57150" y="66675"/>
                </a:lnTo>
                <a:close/>
                <a:moveTo>
                  <a:pt x="219075" y="57150"/>
                </a:moveTo>
                <a:lnTo>
                  <a:pt x="228600" y="57150"/>
                </a:lnTo>
                <a:lnTo>
                  <a:pt x="228600" y="66675"/>
                </a:lnTo>
                <a:lnTo>
                  <a:pt x="219075" y="66675"/>
                </a:lnTo>
                <a:close/>
                <a:moveTo>
                  <a:pt x="19050" y="66675"/>
                </a:moveTo>
                <a:lnTo>
                  <a:pt x="28575" y="66675"/>
                </a:lnTo>
                <a:lnTo>
                  <a:pt x="28575" y="76200"/>
                </a:lnTo>
                <a:lnTo>
                  <a:pt x="19050" y="76200"/>
                </a:lnTo>
                <a:close/>
                <a:moveTo>
                  <a:pt x="57150" y="66675"/>
                </a:moveTo>
                <a:lnTo>
                  <a:pt x="66675" y="66675"/>
                </a:lnTo>
                <a:lnTo>
                  <a:pt x="66675" y="76200"/>
                </a:lnTo>
                <a:lnTo>
                  <a:pt x="57150" y="76200"/>
                </a:lnTo>
                <a:close/>
                <a:moveTo>
                  <a:pt x="228600" y="66675"/>
                </a:moveTo>
                <a:lnTo>
                  <a:pt x="238125" y="66675"/>
                </a:lnTo>
                <a:lnTo>
                  <a:pt x="238125" y="76200"/>
                </a:lnTo>
                <a:lnTo>
                  <a:pt x="228600" y="76200"/>
                </a:lnTo>
                <a:close/>
                <a:moveTo>
                  <a:pt x="57150" y="76200"/>
                </a:moveTo>
                <a:lnTo>
                  <a:pt x="66675" y="76200"/>
                </a:lnTo>
                <a:lnTo>
                  <a:pt x="66675" y="85725"/>
                </a:lnTo>
                <a:lnTo>
                  <a:pt x="57150" y="85725"/>
                </a:lnTo>
                <a:close/>
                <a:moveTo>
                  <a:pt x="200025" y="104775"/>
                </a:moveTo>
                <a:lnTo>
                  <a:pt x="209550" y="104775"/>
                </a:lnTo>
                <a:lnTo>
                  <a:pt x="209550" y="114300"/>
                </a:lnTo>
                <a:lnTo>
                  <a:pt x="200025" y="114300"/>
                </a:lnTo>
                <a:close/>
                <a:moveTo>
                  <a:pt x="66675" y="114300"/>
                </a:moveTo>
                <a:lnTo>
                  <a:pt x="76200" y="114300"/>
                </a:lnTo>
                <a:lnTo>
                  <a:pt x="76200" y="123825"/>
                </a:lnTo>
                <a:lnTo>
                  <a:pt x="66675" y="123825"/>
                </a:lnTo>
                <a:close/>
                <a:moveTo>
                  <a:pt x="171450" y="123825"/>
                </a:moveTo>
                <a:lnTo>
                  <a:pt x="180975" y="123825"/>
                </a:lnTo>
                <a:lnTo>
                  <a:pt x="180975" y="133350"/>
                </a:lnTo>
                <a:lnTo>
                  <a:pt x="171450" y="133350"/>
                </a:lnTo>
                <a:close/>
                <a:moveTo>
                  <a:pt x="85725" y="133350"/>
                </a:moveTo>
                <a:lnTo>
                  <a:pt x="95250" y="133350"/>
                </a:lnTo>
                <a:lnTo>
                  <a:pt x="95250" y="142875"/>
                </a:lnTo>
                <a:lnTo>
                  <a:pt x="85725" y="142875"/>
                </a:lnTo>
                <a:close/>
                <a:moveTo>
                  <a:pt x="161925" y="133350"/>
                </a:moveTo>
                <a:lnTo>
                  <a:pt x="171450" y="133350"/>
                </a:lnTo>
                <a:lnTo>
                  <a:pt x="171450" y="142875"/>
                </a:lnTo>
                <a:lnTo>
                  <a:pt x="161925" y="142875"/>
                </a:lnTo>
                <a:close/>
                <a:moveTo>
                  <a:pt x="104775" y="142875"/>
                </a:moveTo>
                <a:lnTo>
                  <a:pt x="114300" y="142875"/>
                </a:lnTo>
                <a:lnTo>
                  <a:pt x="114300" y="152400"/>
                </a:lnTo>
                <a:lnTo>
                  <a:pt x="104775" y="152400"/>
                </a:lnTo>
                <a:close/>
                <a:moveTo>
                  <a:pt x="142875" y="142875"/>
                </a:moveTo>
                <a:lnTo>
                  <a:pt x="152400" y="142875"/>
                </a:lnTo>
                <a:lnTo>
                  <a:pt x="152400" y="152400"/>
                </a:lnTo>
                <a:lnTo>
                  <a:pt x="142875" y="152400"/>
                </a:lnTo>
                <a:close/>
                <a:moveTo>
                  <a:pt x="85725" y="152400"/>
                </a:moveTo>
                <a:lnTo>
                  <a:pt x="95250" y="152400"/>
                </a:lnTo>
                <a:lnTo>
                  <a:pt x="95250" y="161925"/>
                </a:lnTo>
                <a:lnTo>
                  <a:pt x="85725" y="161925"/>
                </a:lnTo>
                <a:close/>
                <a:moveTo>
                  <a:pt x="161925" y="152400"/>
                </a:moveTo>
                <a:lnTo>
                  <a:pt x="171450" y="152400"/>
                </a:lnTo>
                <a:lnTo>
                  <a:pt x="171450" y="161925"/>
                </a:lnTo>
                <a:lnTo>
                  <a:pt x="161925" y="161925"/>
                </a:lnTo>
                <a:close/>
                <a:moveTo>
                  <a:pt x="142875" y="171450"/>
                </a:move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close/>
                <a:moveTo>
                  <a:pt x="142875" y="180975"/>
                </a:moveTo>
                <a:lnTo>
                  <a:pt x="152400" y="180975"/>
                </a:lnTo>
                <a:lnTo>
                  <a:pt x="152400" y="190500"/>
                </a:lnTo>
                <a:lnTo>
                  <a:pt x="142875" y="190500"/>
                </a:lnTo>
                <a:close/>
                <a:moveTo>
                  <a:pt x="142875" y="190500"/>
                </a:moveTo>
                <a:lnTo>
                  <a:pt x="152400" y="190500"/>
                </a:lnTo>
                <a:lnTo>
                  <a:pt x="152400" y="200025"/>
                </a:lnTo>
                <a:lnTo>
                  <a:pt x="142875" y="200025"/>
                </a:lnTo>
                <a:close/>
                <a:moveTo>
                  <a:pt x="123825" y="200025"/>
                </a:moveTo>
                <a:lnTo>
                  <a:pt x="133350" y="200025"/>
                </a:lnTo>
                <a:lnTo>
                  <a:pt x="133350" y="209550"/>
                </a:lnTo>
                <a:lnTo>
                  <a:pt x="123825" y="209550"/>
                </a:lnTo>
                <a:close/>
                <a:moveTo>
                  <a:pt x="161925" y="209550"/>
                </a:moveTo>
                <a:lnTo>
                  <a:pt x="171450" y="209550"/>
                </a:lnTo>
                <a:lnTo>
                  <a:pt x="171450" y="219075"/>
                </a:lnTo>
                <a:lnTo>
                  <a:pt x="161925" y="219075"/>
                </a:lnTo>
                <a:close/>
                <a:moveTo>
                  <a:pt x="66675" y="219075"/>
                </a:moveTo>
                <a:lnTo>
                  <a:pt x="76200" y="219075"/>
                </a:lnTo>
                <a:lnTo>
                  <a:pt x="76200" y="228600"/>
                </a:lnTo>
                <a:lnTo>
                  <a:pt x="66675" y="228600"/>
                </a:lnTo>
                <a:close/>
                <a:moveTo>
                  <a:pt x="161925" y="228600"/>
                </a:moveTo>
                <a:lnTo>
                  <a:pt x="171450" y="228600"/>
                </a:lnTo>
                <a:lnTo>
                  <a:pt x="171450" y="238125"/>
                </a:lnTo>
                <a:lnTo>
                  <a:pt x="161925" y="238125"/>
                </a:lnTo>
                <a:close/>
                <a:moveTo>
                  <a:pt x="180975" y="238125"/>
                </a:moveTo>
                <a:lnTo>
                  <a:pt x="190500" y="238125"/>
                </a:lnTo>
                <a:lnTo>
                  <a:pt x="190500" y="247650"/>
                </a:lnTo>
                <a:lnTo>
                  <a:pt x="180975" y="247650"/>
                </a:lnTo>
                <a:close/>
                <a:moveTo>
                  <a:pt x="57150" y="247650"/>
                </a:moveTo>
                <a:lnTo>
                  <a:pt x="66675" y="247650"/>
                </a:lnTo>
                <a:lnTo>
                  <a:pt x="66675" y="257175"/>
                </a:lnTo>
                <a:lnTo>
                  <a:pt x="57150" y="257175"/>
                </a:lnTo>
                <a:close/>
                <a:moveTo>
                  <a:pt x="209550" y="247650"/>
                </a:moveTo>
                <a:lnTo>
                  <a:pt x="219075" y="247650"/>
                </a:lnTo>
                <a:lnTo>
                  <a:pt x="219075" y="257175"/>
                </a:lnTo>
                <a:lnTo>
                  <a:pt x="209550" y="257175"/>
                </a:lnTo>
                <a:close/>
                <a:moveTo>
                  <a:pt x="47625" y="266700"/>
                </a:moveTo>
                <a:lnTo>
                  <a:pt x="209550" y="266700"/>
                </a:lnTo>
                <a:lnTo>
                  <a:pt x="209550" y="276225"/>
                </a:lnTo>
                <a:lnTo>
                  <a:pt x="47625" y="276225"/>
                </a:lnTo>
                <a:close/>
              </a:path>
            </a:pathLst>
          </a:custGeom>
          <a:solidFill>
            <a:srgbClr val="807E78"/>
          </a:solidFill>
          <a:ln>
            <a:noFill/>
          </a:ln>
        </p:spPr>
        <p:txBody>
          <a:bodyPr/>
          <a:p/>
        </p:txBody>
      </p:sp>
      <p:sp>
        <p:nvSpPr>
          <p:cNvPr id="192" name="af-footer-reward-trophy-tone-gray-06-freeform-01" descr="{&quot;autofigure_element_id&quot;:&quot;footer-reward-trophy-tone-gray-06&quot;}"/>
          <p:cNvSpPr/>
          <p:nvPr/>
        </p:nvSpPr>
        <p:spPr>
          <a:xfrm>
            <a:off x="6562725" y="5305425"/>
            <a:ext cx="238125" cy="266700"/>
          </a:xfrm>
          <a:custGeom>
            <a:avLst/>
            <a:gdLst/>
            <a:ahLst/>
            <a:cxnLst/>
            <a:rect l="0" t="0" r="0" b="0"/>
            <a:pathLst>
              <a:path w="238125" h="266700">
                <a:moveTo>
                  <a:pt x="0" y="0"/>
                </a:moveTo>
                <a:lnTo>
                  <a:pt x="66675" y="0"/>
                </a:lnTo>
                <a:lnTo>
                  <a:pt x="66675" y="9525"/>
                </a:lnTo>
                <a:lnTo>
                  <a:pt x="0" y="9525"/>
                </a:lnTo>
                <a:close/>
                <a:moveTo>
                  <a:pt x="123825" y="0"/>
                </a:moveTo>
                <a:lnTo>
                  <a:pt x="238125" y="0"/>
                </a:lnTo>
                <a:lnTo>
                  <a:pt x="238125" y="9525"/>
                </a:lnTo>
                <a:lnTo>
                  <a:pt x="123825" y="9525"/>
                </a:lnTo>
                <a:close/>
                <a:moveTo>
                  <a:pt x="66675" y="9525"/>
                </a:moveTo>
                <a:lnTo>
                  <a:pt x="76200" y="9525"/>
                </a:lnTo>
                <a:lnTo>
                  <a:pt x="76200" y="19050"/>
                </a:lnTo>
                <a:lnTo>
                  <a:pt x="66675" y="19050"/>
                </a:lnTo>
                <a:close/>
                <a:moveTo>
                  <a:pt x="114300" y="9525"/>
                </a:moveTo>
                <a:lnTo>
                  <a:pt x="123825" y="9525"/>
                </a:lnTo>
                <a:lnTo>
                  <a:pt x="123825" y="19050"/>
                </a:lnTo>
                <a:lnTo>
                  <a:pt x="114300" y="19050"/>
                </a:lnTo>
                <a:close/>
                <a:moveTo>
                  <a:pt x="47625" y="19050"/>
                </a:moveTo>
                <a:lnTo>
                  <a:pt x="57150" y="19050"/>
                </a:lnTo>
                <a:lnTo>
                  <a:pt x="57150" y="28575"/>
                </a:lnTo>
                <a:lnTo>
                  <a:pt x="47625" y="28575"/>
                </a:lnTo>
                <a:close/>
                <a:moveTo>
                  <a:pt x="180975" y="28575"/>
                </a:moveTo>
                <a:lnTo>
                  <a:pt x="190500" y="28575"/>
                </a:lnTo>
                <a:lnTo>
                  <a:pt x="190500" y="38100"/>
                </a:lnTo>
                <a:lnTo>
                  <a:pt x="180975" y="38100"/>
                </a:lnTo>
                <a:close/>
                <a:moveTo>
                  <a:pt x="0" y="38100"/>
                </a:moveTo>
                <a:lnTo>
                  <a:pt x="9525" y="38100"/>
                </a:lnTo>
                <a:lnTo>
                  <a:pt x="9525" y="47625"/>
                </a:lnTo>
                <a:lnTo>
                  <a:pt x="0" y="47625"/>
                </a:lnTo>
                <a:close/>
                <a:moveTo>
                  <a:pt x="180975" y="38100"/>
                </a:moveTo>
                <a:lnTo>
                  <a:pt x="190500" y="38100"/>
                </a:lnTo>
                <a:lnTo>
                  <a:pt x="190500" y="47625"/>
                </a:lnTo>
                <a:lnTo>
                  <a:pt x="180975" y="47625"/>
                </a:lnTo>
                <a:close/>
                <a:moveTo>
                  <a:pt x="180975" y="47625"/>
                </a:moveTo>
                <a:lnTo>
                  <a:pt x="190500" y="47625"/>
                </a:lnTo>
                <a:lnTo>
                  <a:pt x="190500" y="57150"/>
                </a:lnTo>
                <a:lnTo>
                  <a:pt x="180975" y="57150"/>
                </a:lnTo>
                <a:close/>
                <a:moveTo>
                  <a:pt x="219075" y="47625"/>
                </a:moveTo>
                <a:lnTo>
                  <a:pt x="228600" y="47625"/>
                </a:lnTo>
                <a:lnTo>
                  <a:pt x="228600" y="57150"/>
                </a:lnTo>
                <a:lnTo>
                  <a:pt x="219075" y="57150"/>
                </a:lnTo>
                <a:close/>
                <a:moveTo>
                  <a:pt x="0" y="57150"/>
                </a:moveTo>
                <a:lnTo>
                  <a:pt x="9525" y="57150"/>
                </a:lnTo>
                <a:lnTo>
                  <a:pt x="9525" y="66675"/>
                </a:lnTo>
                <a:lnTo>
                  <a:pt x="0" y="66675"/>
                </a:lnTo>
                <a:close/>
                <a:moveTo>
                  <a:pt x="180975" y="57150"/>
                </a:moveTo>
                <a:lnTo>
                  <a:pt x="190500" y="57150"/>
                </a:lnTo>
                <a:lnTo>
                  <a:pt x="190500" y="66675"/>
                </a:lnTo>
                <a:lnTo>
                  <a:pt x="180975" y="66675"/>
                </a:lnTo>
                <a:close/>
                <a:moveTo>
                  <a:pt x="228600" y="57150"/>
                </a:moveTo>
                <a:lnTo>
                  <a:pt x="238125" y="57150"/>
                </a:lnTo>
                <a:lnTo>
                  <a:pt x="238125" y="66675"/>
                </a:lnTo>
                <a:lnTo>
                  <a:pt x="228600" y="66675"/>
                </a:lnTo>
                <a:close/>
                <a:moveTo>
                  <a:pt x="180975" y="66675"/>
                </a:moveTo>
                <a:lnTo>
                  <a:pt x="190500" y="66675"/>
                </a:lnTo>
                <a:lnTo>
                  <a:pt x="190500" y="76200"/>
                </a:lnTo>
                <a:lnTo>
                  <a:pt x="180975" y="76200"/>
                </a:lnTo>
                <a:close/>
                <a:moveTo>
                  <a:pt x="180975" y="76200"/>
                </a:moveTo>
                <a:lnTo>
                  <a:pt x="190500" y="76200"/>
                </a:lnTo>
                <a:lnTo>
                  <a:pt x="190500" y="85725"/>
                </a:lnTo>
                <a:lnTo>
                  <a:pt x="180975" y="85725"/>
                </a:lnTo>
                <a:close/>
                <a:moveTo>
                  <a:pt x="47625" y="85725"/>
                </a:moveTo>
                <a:lnTo>
                  <a:pt x="57150" y="85725"/>
                </a:lnTo>
                <a:lnTo>
                  <a:pt x="57150" y="95250"/>
                </a:lnTo>
                <a:lnTo>
                  <a:pt x="47625" y="95250"/>
                </a:lnTo>
                <a:close/>
                <a:moveTo>
                  <a:pt x="180975" y="85725"/>
                </a:moveTo>
                <a:lnTo>
                  <a:pt x="190500" y="85725"/>
                </a:lnTo>
                <a:lnTo>
                  <a:pt x="190500" y="95250"/>
                </a:lnTo>
                <a:lnTo>
                  <a:pt x="180975" y="95250"/>
                </a:lnTo>
                <a:close/>
                <a:moveTo>
                  <a:pt x="47625" y="95250"/>
                </a:move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close/>
                <a:moveTo>
                  <a:pt x="38100" y="104775"/>
                </a:moveTo>
                <a:lnTo>
                  <a:pt x="47625" y="104775"/>
                </a:lnTo>
                <a:lnTo>
                  <a:pt x="47625" y="114300"/>
                </a:lnTo>
                <a:lnTo>
                  <a:pt x="38100" y="114300"/>
                </a:lnTo>
                <a:close/>
                <a:moveTo>
                  <a:pt x="171450" y="114300"/>
                </a:moveTo>
                <a:lnTo>
                  <a:pt x="180975" y="114300"/>
                </a:lnTo>
                <a:lnTo>
                  <a:pt x="180975" y="123825"/>
                </a:lnTo>
                <a:lnTo>
                  <a:pt x="171450" y="123825"/>
                </a:lnTo>
                <a:close/>
                <a:moveTo>
                  <a:pt x="47625" y="123825"/>
                </a:moveTo>
                <a:lnTo>
                  <a:pt x="57150" y="123825"/>
                </a:lnTo>
                <a:lnTo>
                  <a:pt x="57150" y="133350"/>
                </a:lnTo>
                <a:lnTo>
                  <a:pt x="47625" y="133350"/>
                </a:lnTo>
                <a:close/>
                <a:moveTo>
                  <a:pt x="180975" y="123825"/>
                </a:moveTo>
                <a:lnTo>
                  <a:pt x="190500" y="123825"/>
                </a:lnTo>
                <a:lnTo>
                  <a:pt x="190500" y="133350"/>
                </a:lnTo>
                <a:lnTo>
                  <a:pt x="180975" y="133350"/>
                </a:lnTo>
                <a:close/>
                <a:moveTo>
                  <a:pt x="85725" y="142875"/>
                </a:moveTo>
                <a:lnTo>
                  <a:pt x="95250" y="142875"/>
                </a:lnTo>
                <a:lnTo>
                  <a:pt x="95250" y="152400"/>
                </a:lnTo>
                <a:lnTo>
                  <a:pt x="85725" y="152400"/>
                </a:lnTo>
                <a:close/>
                <a:moveTo>
                  <a:pt x="161925" y="142875"/>
                </a:moveTo>
                <a:lnTo>
                  <a:pt x="171450" y="142875"/>
                </a:lnTo>
                <a:lnTo>
                  <a:pt x="171450" y="152400"/>
                </a:lnTo>
                <a:lnTo>
                  <a:pt x="161925" y="152400"/>
                </a:lnTo>
                <a:close/>
                <a:moveTo>
                  <a:pt x="114300" y="161925"/>
                </a:moveTo>
                <a:lnTo>
                  <a:pt x="123825" y="161925"/>
                </a:lnTo>
                <a:lnTo>
                  <a:pt x="123825" y="171450"/>
                </a:lnTo>
                <a:lnTo>
                  <a:pt x="114300" y="171450"/>
                </a:lnTo>
                <a:close/>
                <a:moveTo>
                  <a:pt x="133350" y="161925"/>
                </a:moveTo>
                <a:lnTo>
                  <a:pt x="142875" y="161925"/>
                </a:lnTo>
                <a:lnTo>
                  <a:pt x="142875" y="171450"/>
                </a:lnTo>
                <a:lnTo>
                  <a:pt x="133350" y="171450"/>
                </a:lnTo>
                <a:close/>
                <a:moveTo>
                  <a:pt x="95250" y="171450"/>
                </a:moveTo>
                <a:lnTo>
                  <a:pt x="104775" y="171450"/>
                </a:lnTo>
                <a:lnTo>
                  <a:pt x="104775" y="180975"/>
                </a:lnTo>
                <a:lnTo>
                  <a:pt x="95250" y="180975"/>
                </a:lnTo>
                <a:close/>
                <a:moveTo>
                  <a:pt x="95250" y="180975"/>
                </a:moveTo>
                <a:lnTo>
                  <a:pt x="104775" y="180975"/>
                </a:lnTo>
                <a:lnTo>
                  <a:pt x="104775" y="190500"/>
                </a:lnTo>
                <a:lnTo>
                  <a:pt x="95250" y="190500"/>
                </a:lnTo>
                <a:close/>
                <a:moveTo>
                  <a:pt x="95250" y="190500"/>
                </a:moveTo>
                <a:lnTo>
                  <a:pt x="104775" y="190500"/>
                </a:lnTo>
                <a:lnTo>
                  <a:pt x="104775" y="200025"/>
                </a:lnTo>
                <a:lnTo>
                  <a:pt x="95250" y="200025"/>
                </a:lnTo>
                <a:close/>
                <a:moveTo>
                  <a:pt x="95250" y="200025"/>
                </a:moveTo>
                <a:lnTo>
                  <a:pt x="104775" y="200025"/>
                </a:lnTo>
                <a:lnTo>
                  <a:pt x="104775" y="209550"/>
                </a:lnTo>
                <a:lnTo>
                  <a:pt x="95250" y="209550"/>
                </a:lnTo>
                <a:close/>
                <a:moveTo>
                  <a:pt x="133350" y="200025"/>
                </a:moveTo>
                <a:lnTo>
                  <a:pt x="142875" y="200025"/>
                </a:lnTo>
                <a:lnTo>
                  <a:pt x="142875" y="209550"/>
                </a:lnTo>
                <a:lnTo>
                  <a:pt x="133350" y="209550"/>
                </a:lnTo>
                <a:close/>
                <a:moveTo>
                  <a:pt x="85725" y="209550"/>
                </a:moveTo>
                <a:lnTo>
                  <a:pt x="95250" y="209550"/>
                </a:lnTo>
                <a:lnTo>
                  <a:pt x="95250" y="219075"/>
                </a:lnTo>
                <a:lnTo>
                  <a:pt x="85725" y="219075"/>
                </a:lnTo>
                <a:close/>
                <a:moveTo>
                  <a:pt x="142875" y="209550"/>
                </a:moveTo>
                <a:lnTo>
                  <a:pt x="152400" y="209550"/>
                </a:lnTo>
                <a:lnTo>
                  <a:pt x="152400" y="219075"/>
                </a:lnTo>
                <a:lnTo>
                  <a:pt x="142875" y="219075"/>
                </a:lnTo>
                <a:close/>
                <a:moveTo>
                  <a:pt x="95250" y="219075"/>
                </a:moveTo>
                <a:lnTo>
                  <a:pt x="142875" y="219075"/>
                </a:lnTo>
                <a:lnTo>
                  <a:pt x="142875" y="228600"/>
                </a:lnTo>
                <a:lnTo>
                  <a:pt x="95250" y="228600"/>
                </a:lnTo>
                <a:close/>
                <a:moveTo>
                  <a:pt x="171450" y="219075"/>
                </a:moveTo>
                <a:lnTo>
                  <a:pt x="180975" y="219075"/>
                </a:lnTo>
                <a:lnTo>
                  <a:pt x="180975" y="228600"/>
                </a:lnTo>
                <a:lnTo>
                  <a:pt x="171450" y="228600"/>
                </a:lnTo>
                <a:close/>
                <a:moveTo>
                  <a:pt x="28575" y="247650"/>
                </a:moveTo>
                <a:lnTo>
                  <a:pt x="38100" y="247650"/>
                </a:lnTo>
                <a:lnTo>
                  <a:pt x="38100" y="257175"/>
                </a:lnTo>
                <a:lnTo>
                  <a:pt x="28575" y="257175"/>
                </a:lnTo>
                <a:close/>
                <a:moveTo>
                  <a:pt x="180975" y="247650"/>
                </a:moveTo>
                <a:lnTo>
                  <a:pt x="190500" y="247650"/>
                </a:lnTo>
                <a:lnTo>
                  <a:pt x="190500" y="257175"/>
                </a:lnTo>
                <a:lnTo>
                  <a:pt x="180975" y="257175"/>
                </a:lnTo>
                <a:close/>
                <a:moveTo>
                  <a:pt x="28575" y="257175"/>
                </a:moveTo>
                <a:lnTo>
                  <a:pt x="38100" y="257175"/>
                </a:lnTo>
                <a:lnTo>
                  <a:pt x="38100" y="266700"/>
                </a:lnTo>
                <a:lnTo>
                  <a:pt x="28575" y="266700"/>
                </a:lnTo>
                <a:close/>
                <a:moveTo>
                  <a:pt x="200025" y="257175"/>
                </a:moveTo>
                <a:lnTo>
                  <a:pt x="209550" y="257175"/>
                </a:lnTo>
                <a:lnTo>
                  <a:pt x="209550" y="266700"/>
                </a:lnTo>
                <a:lnTo>
                  <a:pt x="200025" y="266700"/>
                </a:lnTo>
                <a:close/>
              </a:path>
            </a:pathLst>
          </a:custGeom>
          <a:solidFill>
            <a:srgbClr val="68665F"/>
          </a:solidFill>
          <a:ln>
            <a:noFill/>
          </a:ln>
        </p:spPr>
        <p:txBody>
          <a:bodyPr/>
          <a:p/>
        </p:txBody>
      </p:sp>
      <p:sp>
        <p:nvSpPr>
          <p:cNvPr id="193" name="af-footer-reward-trophy-freeform-01" descr="{&quot;autofigure_element_id&quot;:&quot;footer-reward-trophy&quot;}"/>
          <p:cNvSpPr/>
          <p:nvPr/>
        </p:nvSpPr>
        <p:spPr>
          <a:xfrm>
            <a:off x="6553200" y="5314950"/>
            <a:ext cx="257175" cy="257175"/>
          </a:xfrm>
          <a:custGeom>
            <a:avLst/>
            <a:gdLst/>
            <a:ahLst/>
            <a:cxnLst/>
            <a:rect l="0" t="0" r="0" b="0"/>
            <a:pathLst>
              <a:path w="257175" h="25717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close/>
                <a:moveTo>
                  <a:pt x="133350" y="0"/>
                </a:moveTo>
                <a:lnTo>
                  <a:pt x="257175" y="0"/>
                </a:lnTo>
                <a:lnTo>
                  <a:pt x="257175" y="9525"/>
                </a:lnTo>
                <a:lnTo>
                  <a:pt x="133350" y="9525"/>
                </a:lnTo>
                <a:close/>
                <a:moveTo>
                  <a:pt x="0" y="9525"/>
                </a:move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  <a:moveTo>
                  <a:pt x="47625" y="9525"/>
                </a:moveTo>
                <a:lnTo>
                  <a:pt x="57150" y="9525"/>
                </a:lnTo>
                <a:lnTo>
                  <a:pt x="57150" y="19050"/>
                </a:lnTo>
                <a:lnTo>
                  <a:pt x="47625" y="19050"/>
                </a:lnTo>
                <a:close/>
                <a:moveTo>
                  <a:pt x="190500" y="9525"/>
                </a:moveTo>
                <a:lnTo>
                  <a:pt x="209550" y="9525"/>
                </a:lnTo>
                <a:lnTo>
                  <a:pt x="209550" y="19050"/>
                </a:lnTo>
                <a:lnTo>
                  <a:pt x="190500" y="19050"/>
                </a:lnTo>
                <a:close/>
                <a:moveTo>
                  <a:pt x="247650" y="9525"/>
                </a:moveTo>
                <a:lnTo>
                  <a:pt x="257175" y="9525"/>
                </a:lnTo>
                <a:lnTo>
                  <a:pt x="257175" y="19050"/>
                </a:lnTo>
                <a:lnTo>
                  <a:pt x="247650" y="19050"/>
                </a:lnTo>
                <a:close/>
                <a:moveTo>
                  <a:pt x="0" y="19050"/>
                </a:moveTo>
                <a:lnTo>
                  <a:pt x="9525" y="19050"/>
                </a:lnTo>
                <a:lnTo>
                  <a:pt x="9525" y="28575"/>
                </a:lnTo>
                <a:lnTo>
                  <a:pt x="0" y="28575"/>
                </a:lnTo>
                <a:close/>
                <a:moveTo>
                  <a:pt x="47625" y="19050"/>
                </a:moveTo>
                <a:lnTo>
                  <a:pt x="57150" y="19050"/>
                </a:lnTo>
                <a:lnTo>
                  <a:pt x="57150" y="28575"/>
                </a:lnTo>
                <a:lnTo>
                  <a:pt x="47625" y="28575"/>
                </a:lnTo>
                <a:close/>
                <a:moveTo>
                  <a:pt x="200025" y="19050"/>
                </a:moveTo>
                <a:lnTo>
                  <a:pt x="209550" y="19050"/>
                </a:lnTo>
                <a:lnTo>
                  <a:pt x="209550" y="28575"/>
                </a:lnTo>
                <a:lnTo>
                  <a:pt x="200025" y="28575"/>
                </a:lnTo>
                <a:close/>
                <a:moveTo>
                  <a:pt x="247650" y="19050"/>
                </a:moveTo>
                <a:lnTo>
                  <a:pt x="257175" y="19050"/>
                </a:lnTo>
                <a:lnTo>
                  <a:pt x="257175" y="28575"/>
                </a:lnTo>
                <a:lnTo>
                  <a:pt x="247650" y="28575"/>
                </a:lnTo>
                <a:close/>
                <a:moveTo>
                  <a:pt x="0" y="28575"/>
                </a:move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close/>
                <a:moveTo>
                  <a:pt x="47625" y="28575"/>
                </a:moveTo>
                <a:lnTo>
                  <a:pt x="57150" y="28575"/>
                </a:lnTo>
                <a:lnTo>
                  <a:pt x="57150" y="38100"/>
                </a:lnTo>
                <a:lnTo>
                  <a:pt x="47625" y="38100"/>
                </a:lnTo>
                <a:close/>
                <a:moveTo>
                  <a:pt x="200025" y="28575"/>
                </a:moveTo>
                <a:lnTo>
                  <a:pt x="209550" y="28575"/>
                </a:lnTo>
                <a:lnTo>
                  <a:pt x="209550" y="38100"/>
                </a:lnTo>
                <a:lnTo>
                  <a:pt x="200025" y="38100"/>
                </a:lnTo>
                <a:close/>
                <a:moveTo>
                  <a:pt x="238125" y="28575"/>
                </a:moveTo>
                <a:lnTo>
                  <a:pt x="257175" y="28575"/>
                </a:lnTo>
                <a:lnTo>
                  <a:pt x="257175" y="38100"/>
                </a:lnTo>
                <a:lnTo>
                  <a:pt x="238125" y="38100"/>
                </a:lnTo>
                <a:close/>
                <a:moveTo>
                  <a:pt x="9525" y="38100"/>
                </a:moveTo>
                <a:lnTo>
                  <a:pt x="19050" y="38100"/>
                </a:lnTo>
                <a:lnTo>
                  <a:pt x="19050" y="47625"/>
                </a:lnTo>
                <a:lnTo>
                  <a:pt x="9525" y="47625"/>
                </a:lnTo>
                <a:close/>
                <a:moveTo>
                  <a:pt x="47625" y="38100"/>
                </a:moveTo>
                <a:lnTo>
                  <a:pt x="57150" y="38100"/>
                </a:lnTo>
                <a:lnTo>
                  <a:pt x="57150" y="47625"/>
                </a:lnTo>
                <a:lnTo>
                  <a:pt x="47625" y="47625"/>
                </a:lnTo>
                <a:close/>
                <a:moveTo>
                  <a:pt x="200025" y="38100"/>
                </a:moveTo>
                <a:lnTo>
                  <a:pt x="209550" y="38100"/>
                </a:lnTo>
                <a:lnTo>
                  <a:pt x="209550" y="47625"/>
                </a:lnTo>
                <a:lnTo>
                  <a:pt x="200025" y="47625"/>
                </a:lnTo>
                <a:close/>
                <a:moveTo>
                  <a:pt x="238125" y="38100"/>
                </a:moveTo>
                <a:lnTo>
                  <a:pt x="247650" y="38100"/>
                </a:lnTo>
                <a:lnTo>
                  <a:pt x="247650" y="47625"/>
                </a:lnTo>
                <a:lnTo>
                  <a:pt x="238125" y="47625"/>
                </a:lnTo>
                <a:close/>
                <a:moveTo>
                  <a:pt x="19050" y="47625"/>
                </a:moveTo>
                <a:lnTo>
                  <a:pt x="28575" y="47625"/>
                </a:lnTo>
                <a:lnTo>
                  <a:pt x="28575" y="57150"/>
                </a:lnTo>
                <a:lnTo>
                  <a:pt x="19050" y="57150"/>
                </a:lnTo>
                <a:close/>
                <a:moveTo>
                  <a:pt x="4762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47625" y="57150"/>
                </a:lnTo>
                <a:close/>
                <a:moveTo>
                  <a:pt x="200025" y="47625"/>
                </a:moveTo>
                <a:lnTo>
                  <a:pt x="209550" y="47625"/>
                </a:lnTo>
                <a:lnTo>
                  <a:pt x="209550" y="57150"/>
                </a:lnTo>
                <a:lnTo>
                  <a:pt x="200025" y="57150"/>
                </a:lnTo>
                <a:close/>
                <a:moveTo>
                  <a:pt x="228600" y="47625"/>
                </a:moveTo>
                <a:lnTo>
                  <a:pt x="238125" y="47625"/>
                </a:lnTo>
                <a:lnTo>
                  <a:pt x="238125" y="57150"/>
                </a:lnTo>
                <a:lnTo>
                  <a:pt x="228600" y="57150"/>
                </a:lnTo>
                <a:close/>
                <a:moveTo>
                  <a:pt x="47625" y="57150"/>
                </a:moveTo>
                <a:lnTo>
                  <a:pt x="57150" y="57150"/>
                </a:lnTo>
                <a:lnTo>
                  <a:pt x="57150" y="66675"/>
                </a:lnTo>
                <a:lnTo>
                  <a:pt x="47625" y="66675"/>
                </a:lnTo>
                <a:close/>
                <a:moveTo>
                  <a:pt x="200025" y="57150"/>
                </a:moveTo>
                <a:lnTo>
                  <a:pt x="209550" y="57150"/>
                </a:lnTo>
                <a:lnTo>
                  <a:pt x="209550" y="66675"/>
                </a:lnTo>
                <a:lnTo>
                  <a:pt x="200025" y="66675"/>
                </a:lnTo>
                <a:close/>
                <a:moveTo>
                  <a:pt x="47625" y="66675"/>
                </a:moveTo>
                <a:lnTo>
                  <a:pt x="57150" y="66675"/>
                </a:lnTo>
                <a:lnTo>
                  <a:pt x="57150" y="76200"/>
                </a:lnTo>
                <a:lnTo>
                  <a:pt x="47625" y="76200"/>
                </a:lnTo>
                <a:close/>
                <a:moveTo>
                  <a:pt x="200025" y="66675"/>
                </a:moveTo>
                <a:lnTo>
                  <a:pt x="209550" y="66675"/>
                </a:lnTo>
                <a:lnTo>
                  <a:pt x="209550" y="76200"/>
                </a:lnTo>
                <a:lnTo>
                  <a:pt x="200025" y="76200"/>
                </a:lnTo>
                <a:close/>
                <a:moveTo>
                  <a:pt x="47625" y="76200"/>
                </a:moveTo>
                <a:lnTo>
                  <a:pt x="57150" y="76200"/>
                </a:lnTo>
                <a:lnTo>
                  <a:pt x="57150" y="85725"/>
                </a:lnTo>
                <a:lnTo>
                  <a:pt x="47625" y="85725"/>
                </a:lnTo>
                <a:close/>
                <a:moveTo>
                  <a:pt x="200025" y="76200"/>
                </a:moveTo>
                <a:lnTo>
                  <a:pt x="209550" y="76200"/>
                </a:lnTo>
                <a:lnTo>
                  <a:pt x="209550" y="85725"/>
                </a:lnTo>
                <a:lnTo>
                  <a:pt x="200025" y="85725"/>
                </a:lnTo>
                <a:close/>
                <a:moveTo>
                  <a:pt x="47625" y="85725"/>
                </a:moveTo>
                <a:lnTo>
                  <a:pt x="57150" y="85725"/>
                </a:lnTo>
                <a:lnTo>
                  <a:pt x="57150" y="95250"/>
                </a:lnTo>
                <a:lnTo>
                  <a:pt x="47625" y="95250"/>
                </a:lnTo>
                <a:close/>
                <a:moveTo>
                  <a:pt x="190500" y="85725"/>
                </a:moveTo>
                <a:lnTo>
                  <a:pt x="209550" y="85725"/>
                </a:lnTo>
                <a:lnTo>
                  <a:pt x="209550" y="95250"/>
                </a:lnTo>
                <a:lnTo>
                  <a:pt x="190500" y="95250"/>
                </a:lnTo>
                <a:close/>
                <a:moveTo>
                  <a:pt x="57150" y="95250"/>
                </a:moveTo>
                <a:lnTo>
                  <a:pt x="66675" y="95250"/>
                </a:lnTo>
                <a:lnTo>
                  <a:pt x="66675" y="104775"/>
                </a:lnTo>
                <a:lnTo>
                  <a:pt x="57150" y="104775"/>
                </a:lnTo>
                <a:close/>
                <a:moveTo>
                  <a:pt x="190500" y="95250"/>
                </a:moveTo>
                <a:lnTo>
                  <a:pt x="200025" y="95250"/>
                </a:lnTo>
                <a:lnTo>
                  <a:pt x="200025" y="104775"/>
                </a:lnTo>
                <a:lnTo>
                  <a:pt x="190500" y="104775"/>
                </a:lnTo>
                <a:close/>
                <a:moveTo>
                  <a:pt x="57150" y="104775"/>
                </a:moveTo>
                <a:lnTo>
                  <a:pt x="66675" y="104775"/>
                </a:lnTo>
                <a:lnTo>
                  <a:pt x="66675" y="114300"/>
                </a:lnTo>
                <a:lnTo>
                  <a:pt x="57150" y="114300"/>
                </a:lnTo>
                <a:close/>
                <a:moveTo>
                  <a:pt x="190500" y="104775"/>
                </a:moveTo>
                <a:lnTo>
                  <a:pt x="200025" y="104775"/>
                </a:lnTo>
                <a:lnTo>
                  <a:pt x="200025" y="114300"/>
                </a:lnTo>
                <a:lnTo>
                  <a:pt x="190500" y="114300"/>
                </a:lnTo>
                <a:close/>
                <a:moveTo>
                  <a:pt x="66675" y="114300"/>
                </a:moveTo>
                <a:lnTo>
                  <a:pt x="76200" y="114300"/>
                </a:lnTo>
                <a:lnTo>
                  <a:pt x="76200" y="123825"/>
                </a:lnTo>
                <a:lnTo>
                  <a:pt x="66675" y="123825"/>
                </a:lnTo>
                <a:close/>
                <a:moveTo>
                  <a:pt x="180975" y="114300"/>
                </a:moveTo>
                <a:lnTo>
                  <a:pt x="190500" y="114300"/>
                </a:lnTo>
                <a:lnTo>
                  <a:pt x="190500" y="123825"/>
                </a:lnTo>
                <a:lnTo>
                  <a:pt x="180975" y="123825"/>
                </a:lnTo>
                <a:close/>
                <a:moveTo>
                  <a:pt x="66675" y="123825"/>
                </a:moveTo>
                <a:lnTo>
                  <a:pt x="85725" y="123825"/>
                </a:lnTo>
                <a:lnTo>
                  <a:pt x="85725" y="133350"/>
                </a:lnTo>
                <a:lnTo>
                  <a:pt x="66675" y="133350"/>
                </a:lnTo>
                <a:close/>
                <a:moveTo>
                  <a:pt x="171450" y="123825"/>
                </a:moveTo>
                <a:lnTo>
                  <a:pt x="190500" y="123825"/>
                </a:lnTo>
                <a:lnTo>
                  <a:pt x="190500" y="133350"/>
                </a:lnTo>
                <a:lnTo>
                  <a:pt x="171450" y="133350"/>
                </a:lnTo>
                <a:close/>
                <a:moveTo>
                  <a:pt x="76200" y="133350"/>
                </a:moveTo>
                <a:lnTo>
                  <a:pt x="95250" y="133350"/>
                </a:lnTo>
                <a:lnTo>
                  <a:pt x="95250" y="142875"/>
                </a:lnTo>
                <a:lnTo>
                  <a:pt x="76200" y="142875"/>
                </a:lnTo>
                <a:close/>
                <a:moveTo>
                  <a:pt x="152400" y="133350"/>
                </a:moveTo>
                <a:lnTo>
                  <a:pt x="171450" y="133350"/>
                </a:lnTo>
                <a:lnTo>
                  <a:pt x="171450" y="142875"/>
                </a:lnTo>
                <a:lnTo>
                  <a:pt x="152400" y="142875"/>
                </a:lnTo>
                <a:close/>
                <a:moveTo>
                  <a:pt x="95250" y="142875"/>
                </a:moveTo>
                <a:lnTo>
                  <a:pt x="161925" y="142875"/>
                </a:lnTo>
                <a:lnTo>
                  <a:pt x="161925" y="152400"/>
                </a:lnTo>
                <a:lnTo>
                  <a:pt x="95250" y="152400"/>
                </a:lnTo>
                <a:close/>
                <a:moveTo>
                  <a:pt x="104775" y="152400"/>
                </a:moveTo>
                <a:lnTo>
                  <a:pt x="123825" y="152400"/>
                </a:lnTo>
                <a:lnTo>
                  <a:pt x="123825" y="161925"/>
                </a:lnTo>
                <a:lnTo>
                  <a:pt x="104775" y="161925"/>
                </a:lnTo>
                <a:close/>
                <a:moveTo>
                  <a:pt x="133350" y="152400"/>
                </a:moveTo>
                <a:lnTo>
                  <a:pt x="142875" y="152400"/>
                </a:lnTo>
                <a:lnTo>
                  <a:pt x="142875" y="161925"/>
                </a:lnTo>
                <a:lnTo>
                  <a:pt x="133350" y="161925"/>
                </a:lnTo>
                <a:close/>
                <a:moveTo>
                  <a:pt x="114300" y="161925"/>
                </a:moveTo>
                <a:lnTo>
                  <a:pt x="123825" y="161925"/>
                </a:lnTo>
                <a:lnTo>
                  <a:pt x="123825" y="171450"/>
                </a:lnTo>
                <a:lnTo>
                  <a:pt x="114300" y="171450"/>
                </a:lnTo>
                <a:close/>
                <a:moveTo>
                  <a:pt x="133350" y="161925"/>
                </a:moveTo>
                <a:lnTo>
                  <a:pt x="142875" y="161925"/>
                </a:lnTo>
                <a:lnTo>
                  <a:pt x="142875" y="171450"/>
                </a:lnTo>
                <a:lnTo>
                  <a:pt x="133350" y="171450"/>
                </a:lnTo>
                <a:close/>
                <a:moveTo>
                  <a:pt x="114300" y="171450"/>
                </a:moveTo>
                <a:lnTo>
                  <a:pt x="123825" y="171450"/>
                </a:lnTo>
                <a:lnTo>
                  <a:pt x="123825" y="180975"/>
                </a:lnTo>
                <a:lnTo>
                  <a:pt x="114300" y="180975"/>
                </a:lnTo>
                <a:close/>
                <a:moveTo>
                  <a:pt x="133350" y="171450"/>
                </a:moveTo>
                <a:lnTo>
                  <a:pt x="142875" y="171450"/>
                </a:lnTo>
                <a:lnTo>
                  <a:pt x="142875" y="180975"/>
                </a:lnTo>
                <a:lnTo>
                  <a:pt x="133350" y="180975"/>
                </a:lnTo>
                <a:close/>
                <a:moveTo>
                  <a:pt x="114300" y="180975"/>
                </a:moveTo>
                <a:lnTo>
                  <a:pt x="123825" y="180975"/>
                </a:lnTo>
                <a:lnTo>
                  <a:pt x="123825" y="190500"/>
                </a:lnTo>
                <a:lnTo>
                  <a:pt x="114300" y="190500"/>
                </a:lnTo>
                <a:close/>
                <a:moveTo>
                  <a:pt x="133350" y="180975"/>
                </a:move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close/>
                <a:moveTo>
                  <a:pt x="114300" y="190500"/>
                </a:moveTo>
                <a:lnTo>
                  <a:pt x="123825" y="190500"/>
                </a:lnTo>
                <a:lnTo>
                  <a:pt x="123825" y="200025"/>
                </a:lnTo>
                <a:lnTo>
                  <a:pt x="114300" y="200025"/>
                </a:lnTo>
                <a:close/>
                <a:moveTo>
                  <a:pt x="133350" y="190500"/>
                </a:moveTo>
                <a:lnTo>
                  <a:pt x="142875" y="190500"/>
                </a:lnTo>
                <a:lnTo>
                  <a:pt x="142875" y="200025"/>
                </a:lnTo>
                <a:lnTo>
                  <a:pt x="133350" y="200025"/>
                </a:lnTo>
                <a:close/>
                <a:moveTo>
                  <a:pt x="104775" y="200025"/>
                </a:moveTo>
                <a:lnTo>
                  <a:pt x="152400" y="200025"/>
                </a:lnTo>
                <a:lnTo>
                  <a:pt x="152400" y="209550"/>
                </a:lnTo>
                <a:lnTo>
                  <a:pt x="104775" y="209550"/>
                </a:lnTo>
                <a:close/>
                <a:moveTo>
                  <a:pt x="95250" y="209550"/>
                </a:moveTo>
                <a:lnTo>
                  <a:pt x="104775" y="209550"/>
                </a:lnTo>
                <a:lnTo>
                  <a:pt x="104775" y="219075"/>
                </a:lnTo>
                <a:lnTo>
                  <a:pt x="95250" y="219075"/>
                </a:lnTo>
                <a:close/>
                <a:moveTo>
                  <a:pt x="152400" y="209550"/>
                </a:moveTo>
                <a:lnTo>
                  <a:pt x="180975" y="209550"/>
                </a:lnTo>
                <a:lnTo>
                  <a:pt x="180975" y="219075"/>
                </a:lnTo>
                <a:lnTo>
                  <a:pt x="152400" y="219075"/>
                </a:lnTo>
                <a:close/>
                <a:moveTo>
                  <a:pt x="57150" y="219075"/>
                </a:moveTo>
                <a:lnTo>
                  <a:pt x="76200" y="219075"/>
                </a:lnTo>
                <a:lnTo>
                  <a:pt x="76200" y="228600"/>
                </a:lnTo>
                <a:lnTo>
                  <a:pt x="57150" y="228600"/>
                </a:lnTo>
                <a:close/>
                <a:moveTo>
                  <a:pt x="171450" y="219075"/>
                </a:moveTo>
                <a:lnTo>
                  <a:pt x="200025" y="219075"/>
                </a:lnTo>
                <a:lnTo>
                  <a:pt x="200025" y="228600"/>
                </a:lnTo>
                <a:lnTo>
                  <a:pt x="171450" y="228600"/>
                </a:lnTo>
                <a:close/>
                <a:moveTo>
                  <a:pt x="47625" y="228600"/>
                </a:moveTo>
                <a:lnTo>
                  <a:pt x="66675" y="228600"/>
                </a:lnTo>
                <a:lnTo>
                  <a:pt x="66675" y="238125"/>
                </a:lnTo>
                <a:lnTo>
                  <a:pt x="47625" y="238125"/>
                </a:lnTo>
                <a:close/>
                <a:moveTo>
                  <a:pt x="190500" y="228600"/>
                </a:moveTo>
                <a:lnTo>
                  <a:pt x="209550" y="228600"/>
                </a:lnTo>
                <a:lnTo>
                  <a:pt x="209550" y="238125"/>
                </a:lnTo>
                <a:lnTo>
                  <a:pt x="190500" y="238125"/>
                </a:lnTo>
                <a:close/>
                <a:moveTo>
                  <a:pt x="47625" y="238125"/>
                </a:moveTo>
                <a:lnTo>
                  <a:pt x="57150" y="238125"/>
                </a:lnTo>
                <a:lnTo>
                  <a:pt x="57150" y="247650"/>
                </a:lnTo>
                <a:lnTo>
                  <a:pt x="47625" y="247650"/>
                </a:lnTo>
                <a:close/>
                <a:moveTo>
                  <a:pt x="200025" y="238125"/>
                </a:moveTo>
                <a:lnTo>
                  <a:pt x="209550" y="238125"/>
                </a:lnTo>
                <a:lnTo>
                  <a:pt x="209550" y="247650"/>
                </a:lnTo>
                <a:lnTo>
                  <a:pt x="200025" y="247650"/>
                </a:lnTo>
                <a:close/>
                <a:moveTo>
                  <a:pt x="47625" y="247650"/>
                </a:moveTo>
                <a:lnTo>
                  <a:pt x="209550" y="247650"/>
                </a:lnTo>
                <a:lnTo>
                  <a:pt x="209550" y="257175"/>
                </a:lnTo>
                <a:lnTo>
                  <a:pt x="47625" y="257175"/>
                </a:lnTo>
                <a:close/>
              </a:path>
            </a:pathLst>
          </a:custGeom>
          <a:solidFill>
            <a:srgbClr val="3E3D3B"/>
          </a:solidFill>
          <a:ln>
            <a:noFill/>
          </a:ln>
        </p:spPr>
        <p:txBody>
          <a:bodyPr/>
          <a:p/>
        </p:txBody>
      </p:sp>
      <p:sp>
        <p:nvSpPr>
          <p:cNvPr id="194" name="af-footer-reward-trophy-tone-yellow-04-freeform-01" descr="{&quot;autofigure_element_id&quot;:&quot;footer-reward-trophy-tone-yellow-04&quot;}"/>
          <p:cNvSpPr/>
          <p:nvPr/>
        </p:nvSpPr>
        <p:spPr>
          <a:xfrm>
            <a:off x="6705600" y="5429250"/>
            <a:ext cx="9525" cy="9525"/>
          </a:xfrm>
          <a:custGeom>
            <a:avLst/>
            <a:gdLst/>
            <a:ahLst/>
            <a:cxnLst/>
            <a:rect l="0" t="0" r="0" b="0"/>
            <a:pathLst>
              <a:path w="9525" h="9525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EBDCA1"/>
          </a:solidFill>
          <a:ln>
            <a:noFill/>
          </a:ln>
        </p:spPr>
        <p:txBody>
          <a:bodyPr/>
          <a:p/>
        </p:txBody>
      </p:sp>
      <p:sp>
        <p:nvSpPr>
          <p:cNvPr id="195" name="af-footer-reward-trophy-tone-yellow-05-freeform-01" descr="{&quot;autofigure_element_id&quot;:&quot;footer-reward-trophy-tone-yellow-05&quot;}"/>
          <p:cNvSpPr/>
          <p:nvPr/>
        </p:nvSpPr>
        <p:spPr>
          <a:xfrm>
            <a:off x="6715125" y="5353050"/>
            <a:ext cx="9525" cy="38100"/>
          </a:xfrm>
          <a:custGeom>
            <a:avLst/>
            <a:gdLst/>
            <a:ahLst/>
            <a:cxnLst/>
            <a:rect l="0" t="0" r="0" b="0"/>
            <a:pathLst>
              <a:path w="9525" h="38100">
                <a:moveTo>
                  <a:pt x="0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  <a:moveTo>
                  <a:pt x="0" y="9525"/>
                </a:move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  <a:moveTo>
                  <a:pt x="0" y="19050"/>
                </a:moveTo>
                <a:lnTo>
                  <a:pt x="9525" y="19050"/>
                </a:lnTo>
                <a:lnTo>
                  <a:pt x="9525" y="28575"/>
                </a:lnTo>
                <a:lnTo>
                  <a:pt x="0" y="28575"/>
                </a:lnTo>
                <a:close/>
                <a:moveTo>
                  <a:pt x="0" y="28575"/>
                </a:move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E1CA6C"/>
          </a:solidFill>
          <a:ln>
            <a:noFill/>
          </a:ln>
        </p:spPr>
        <p:txBody>
          <a:bodyPr/>
          <a:p/>
        </p:txBody>
      </p:sp>
      <p:sp>
        <p:nvSpPr>
          <p:cNvPr id="196" name="af-footer-reward-trophy-tone-yellow-06-freeform-01" descr="{&quot;autofigure_element_id&quot;:&quot;footer-reward-trophy-tone-yellow-06&quot;}"/>
          <p:cNvSpPr/>
          <p:nvPr/>
        </p:nvSpPr>
        <p:spPr>
          <a:xfrm>
            <a:off x="6705600" y="5324475"/>
            <a:ext cx="19050" cy="228600"/>
          </a:xfrm>
          <a:custGeom>
            <a:avLst/>
            <a:gdLst/>
            <a:ahLst/>
            <a:cxnLst/>
            <a:rect l="0" t="0" r="0" b="0"/>
            <a:pathLst>
              <a:path w="19050" h="228600">
                <a:moveTo>
                  <a:pt x="952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close/>
                <a:moveTo>
                  <a:pt x="9525" y="9525"/>
                </a:moveTo>
                <a:lnTo>
                  <a:pt x="19050" y="9525"/>
                </a:lnTo>
                <a:lnTo>
                  <a:pt x="19050" y="19050"/>
                </a:lnTo>
                <a:lnTo>
                  <a:pt x="9525" y="19050"/>
                </a:lnTo>
                <a:close/>
                <a:moveTo>
                  <a:pt x="9525" y="19050"/>
                </a:moveTo>
                <a:lnTo>
                  <a:pt x="19050" y="19050"/>
                </a:lnTo>
                <a:lnTo>
                  <a:pt x="19050" y="28575"/>
                </a:lnTo>
                <a:lnTo>
                  <a:pt x="9525" y="28575"/>
                </a:lnTo>
                <a:close/>
                <a:moveTo>
                  <a:pt x="9525" y="66675"/>
                </a:moveTo>
                <a:lnTo>
                  <a:pt x="19050" y="66675"/>
                </a:lnTo>
                <a:lnTo>
                  <a:pt x="19050" y="76200"/>
                </a:lnTo>
                <a:lnTo>
                  <a:pt x="9525" y="76200"/>
                </a:lnTo>
                <a:close/>
                <a:moveTo>
                  <a:pt x="9525" y="76200"/>
                </a:moveTo>
                <a:lnTo>
                  <a:pt x="19050" y="76200"/>
                </a:lnTo>
                <a:lnTo>
                  <a:pt x="19050" y="85725"/>
                </a:lnTo>
                <a:lnTo>
                  <a:pt x="9525" y="85725"/>
                </a:lnTo>
                <a:close/>
                <a:moveTo>
                  <a:pt x="9525" y="85725"/>
                </a:moveTo>
                <a:lnTo>
                  <a:pt x="19050" y="85725"/>
                </a:lnTo>
                <a:lnTo>
                  <a:pt x="19050" y="95250"/>
                </a:lnTo>
                <a:lnTo>
                  <a:pt x="9525" y="95250"/>
                </a:lnTo>
                <a:close/>
                <a:moveTo>
                  <a:pt x="0" y="114300"/>
                </a:moveTo>
                <a:lnTo>
                  <a:pt x="9525" y="114300"/>
                </a:lnTo>
                <a:lnTo>
                  <a:pt x="9525" y="123825"/>
                </a:lnTo>
                <a:lnTo>
                  <a:pt x="0" y="123825"/>
                </a:lnTo>
                <a:close/>
                <a:moveTo>
                  <a:pt x="9525" y="219075"/>
                </a:moveTo>
                <a:lnTo>
                  <a:pt x="19050" y="219075"/>
                </a:lnTo>
                <a:lnTo>
                  <a:pt x="19050" y="228600"/>
                </a:lnTo>
                <a:lnTo>
                  <a:pt x="9525" y="228600"/>
                </a:lnTo>
                <a:close/>
              </a:path>
            </a:pathLst>
          </a:custGeom>
          <a:solidFill>
            <a:srgbClr val="E4C95E"/>
          </a:solidFill>
          <a:ln>
            <a:noFill/>
          </a:ln>
        </p:spPr>
        <p:txBody>
          <a:bodyPr/>
          <a:p/>
        </p:txBody>
      </p:sp>
      <p:sp>
        <p:nvSpPr>
          <p:cNvPr id="197" name="af-footer-reward-trophy-highlight-freeform-01" descr="{&quot;autofigure_element_id&quot;:&quot;footer-reward-trophy-highlight&quot;}"/>
          <p:cNvSpPr/>
          <p:nvPr/>
        </p:nvSpPr>
        <p:spPr>
          <a:xfrm>
            <a:off x="6715125" y="5324475"/>
            <a:ext cx="28575" cy="238125"/>
          </a:xfrm>
          <a:custGeom>
            <a:avLst/>
            <a:gdLst/>
            <a:ahLst/>
            <a:cxnLst/>
            <a:rect l="0" t="0" r="0" b="0"/>
            <a:pathLst>
              <a:path w="28575" h="238125">
                <a:moveTo>
                  <a:pt x="9525" y="0"/>
                </a:moveTo>
                <a:lnTo>
                  <a:pt x="28575" y="0"/>
                </a:lnTo>
                <a:lnTo>
                  <a:pt x="28575" y="9525"/>
                </a:lnTo>
                <a:lnTo>
                  <a:pt x="9525" y="9525"/>
                </a:lnTo>
                <a:close/>
                <a:moveTo>
                  <a:pt x="9525" y="9525"/>
                </a:moveTo>
                <a:lnTo>
                  <a:pt x="28575" y="9525"/>
                </a:lnTo>
                <a:lnTo>
                  <a:pt x="28575" y="19050"/>
                </a:lnTo>
                <a:lnTo>
                  <a:pt x="9525" y="19050"/>
                </a:lnTo>
                <a:close/>
                <a:moveTo>
                  <a:pt x="9525" y="19050"/>
                </a:moveTo>
                <a:lnTo>
                  <a:pt x="28575" y="19050"/>
                </a:lnTo>
                <a:lnTo>
                  <a:pt x="28575" y="28575"/>
                </a:lnTo>
                <a:lnTo>
                  <a:pt x="9525" y="28575"/>
                </a:lnTo>
                <a:close/>
                <a:moveTo>
                  <a:pt x="9525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close/>
                <a:moveTo>
                  <a:pt x="9525" y="38100"/>
                </a:moveTo>
                <a:lnTo>
                  <a:pt x="28575" y="38100"/>
                </a:lnTo>
                <a:lnTo>
                  <a:pt x="28575" y="47625"/>
                </a:lnTo>
                <a:lnTo>
                  <a:pt x="9525" y="47625"/>
                </a:lnTo>
                <a:close/>
                <a:moveTo>
                  <a:pt x="9525" y="47625"/>
                </a:moveTo>
                <a:lnTo>
                  <a:pt x="28575" y="47625"/>
                </a:lnTo>
                <a:lnTo>
                  <a:pt x="28575" y="57150"/>
                </a:lnTo>
                <a:lnTo>
                  <a:pt x="9525" y="57150"/>
                </a:lnTo>
                <a:close/>
                <a:moveTo>
                  <a:pt x="9525" y="57150"/>
                </a:moveTo>
                <a:lnTo>
                  <a:pt x="28575" y="57150"/>
                </a:lnTo>
                <a:lnTo>
                  <a:pt x="28575" y="66675"/>
                </a:lnTo>
                <a:lnTo>
                  <a:pt x="9525" y="66675"/>
                </a:lnTo>
                <a:close/>
                <a:moveTo>
                  <a:pt x="9525" y="66675"/>
                </a:moveTo>
                <a:lnTo>
                  <a:pt x="28575" y="66675"/>
                </a:lnTo>
                <a:lnTo>
                  <a:pt x="28575" y="76200"/>
                </a:lnTo>
                <a:lnTo>
                  <a:pt x="9525" y="76200"/>
                </a:lnTo>
                <a:close/>
                <a:moveTo>
                  <a:pt x="9525" y="76200"/>
                </a:moveTo>
                <a:lnTo>
                  <a:pt x="28575" y="76200"/>
                </a:lnTo>
                <a:lnTo>
                  <a:pt x="28575" y="85725"/>
                </a:lnTo>
                <a:lnTo>
                  <a:pt x="9525" y="85725"/>
                </a:lnTo>
                <a:close/>
                <a:moveTo>
                  <a:pt x="9525" y="85725"/>
                </a:moveTo>
                <a:lnTo>
                  <a:pt x="28575" y="85725"/>
                </a:lnTo>
                <a:lnTo>
                  <a:pt x="28575" y="95250"/>
                </a:lnTo>
                <a:lnTo>
                  <a:pt x="9525" y="95250"/>
                </a:lnTo>
                <a:close/>
                <a:moveTo>
                  <a:pt x="0" y="95250"/>
                </a:moveTo>
                <a:lnTo>
                  <a:pt x="19050" y="95250"/>
                </a:lnTo>
                <a:lnTo>
                  <a:pt x="19050" y="104775"/>
                </a:lnTo>
                <a:lnTo>
                  <a:pt x="0" y="104775"/>
                </a:lnTo>
                <a:close/>
                <a:moveTo>
                  <a:pt x="0" y="104775"/>
                </a:moveTo>
                <a:lnTo>
                  <a:pt x="9525" y="104775"/>
                </a:lnTo>
                <a:lnTo>
                  <a:pt x="9525" y="114300"/>
                </a:lnTo>
                <a:lnTo>
                  <a:pt x="0" y="114300"/>
                </a:lnTo>
                <a:close/>
                <a:moveTo>
                  <a:pt x="9525" y="219075"/>
                </a:moveTo>
                <a:lnTo>
                  <a:pt x="19050" y="219075"/>
                </a:lnTo>
                <a:lnTo>
                  <a:pt x="19050" y="228600"/>
                </a:lnTo>
                <a:lnTo>
                  <a:pt x="9525" y="228600"/>
                </a:lnTo>
                <a:close/>
                <a:moveTo>
                  <a:pt x="9525" y="228600"/>
                </a:moveTo>
                <a:lnTo>
                  <a:pt x="28575" y="228600"/>
                </a:lnTo>
                <a:lnTo>
                  <a:pt x="28575" y="238125"/>
                </a:lnTo>
                <a:lnTo>
                  <a:pt x="9525" y="238125"/>
                </a:lnTo>
                <a:close/>
              </a:path>
            </a:pathLst>
          </a:custGeom>
          <a:solidFill>
            <a:srgbClr val="F4CD29"/>
          </a:solidFill>
          <a:ln>
            <a:noFill/>
          </a:ln>
        </p:spPr>
        <p:txBody>
          <a:bodyPr/>
          <a:p/>
        </p:txBody>
      </p:sp>
      <p:sp>
        <p:nvSpPr>
          <p:cNvPr id="198" name="af-svg-text-0063-text-01" descr="{&quot;autofigure_element_id&quot;:&quot;svg-text-0063&quot;}"/>
          <p:cNvSpPr txBox="1"/>
          <p:nvPr/>
        </p:nvSpPr>
        <p:spPr>
          <a:xfrm>
            <a:off x="6915150" y="5335429"/>
            <a:ext cx="1610487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dense reward</a:t>
            </a:r>
          </a:p>
        </p:txBody>
      </p:sp>
      <p:sp>
        <p:nvSpPr>
          <p:cNvPr id="199" name="af-footer-action-icon-tone-01-freeform-01" descr="{&quot;autofigure_element_id&quot;:&quot;footer-action-icon-tone-01&quot;}"/>
          <p:cNvSpPr/>
          <p:nvPr/>
        </p:nvSpPr>
        <p:spPr>
          <a:xfrm>
            <a:off x="8448675" y="5334000"/>
            <a:ext cx="333375" cy="285750"/>
          </a:xfrm>
          <a:custGeom>
            <a:avLst/>
            <a:gdLst/>
            <a:ahLst/>
            <a:cxnLst/>
            <a:rect l="0" t="0" r="0" b="0"/>
            <a:pathLst>
              <a:path w="333375" h="285750">
                <a:moveTo>
                  <a:pt x="152400" y="0"/>
                </a:moveTo>
                <a:lnTo>
                  <a:pt x="180975" y="0"/>
                </a:lnTo>
                <a:lnTo>
                  <a:pt x="180975" y="9525"/>
                </a:lnTo>
                <a:lnTo>
                  <a:pt x="152400" y="9525"/>
                </a:lnTo>
                <a:close/>
                <a:moveTo>
                  <a:pt x="266700" y="0"/>
                </a:moveTo>
                <a:lnTo>
                  <a:pt x="276225" y="0"/>
                </a:lnTo>
                <a:lnTo>
                  <a:pt x="276225" y="9525"/>
                </a:lnTo>
                <a:lnTo>
                  <a:pt x="266700" y="9525"/>
                </a:lnTo>
                <a:close/>
                <a:moveTo>
                  <a:pt x="114300" y="9525"/>
                </a:moveTo>
                <a:lnTo>
                  <a:pt x="123825" y="9525"/>
                </a:lnTo>
                <a:lnTo>
                  <a:pt x="123825" y="19050"/>
                </a:lnTo>
                <a:lnTo>
                  <a:pt x="114300" y="19050"/>
                </a:lnTo>
                <a:close/>
                <a:moveTo>
                  <a:pt x="276225" y="9525"/>
                </a:moveTo>
                <a:lnTo>
                  <a:pt x="285750" y="9525"/>
                </a:lnTo>
                <a:lnTo>
                  <a:pt x="285750" y="19050"/>
                </a:lnTo>
                <a:lnTo>
                  <a:pt x="276225" y="19050"/>
                </a:lnTo>
                <a:close/>
                <a:moveTo>
                  <a:pt x="95250" y="19050"/>
                </a:moveTo>
                <a:lnTo>
                  <a:pt x="104775" y="19050"/>
                </a:lnTo>
                <a:lnTo>
                  <a:pt x="104775" y="28575"/>
                </a:lnTo>
                <a:lnTo>
                  <a:pt x="95250" y="28575"/>
                </a:lnTo>
                <a:close/>
                <a:moveTo>
                  <a:pt x="228600" y="19050"/>
                </a:moveTo>
                <a:lnTo>
                  <a:pt x="238125" y="19050"/>
                </a:lnTo>
                <a:lnTo>
                  <a:pt x="238125" y="28575"/>
                </a:lnTo>
                <a:lnTo>
                  <a:pt x="228600" y="28575"/>
                </a:lnTo>
                <a:close/>
                <a:moveTo>
                  <a:pt x="285750" y="19050"/>
                </a:moveTo>
                <a:lnTo>
                  <a:pt x="295275" y="19050"/>
                </a:lnTo>
                <a:lnTo>
                  <a:pt x="295275" y="28575"/>
                </a:lnTo>
                <a:lnTo>
                  <a:pt x="285750" y="28575"/>
                </a:lnTo>
                <a:close/>
                <a:moveTo>
                  <a:pt x="28575" y="38100"/>
                </a:moveTo>
                <a:lnTo>
                  <a:pt x="38100" y="38100"/>
                </a:lnTo>
                <a:lnTo>
                  <a:pt x="38100" y="47625"/>
                </a:lnTo>
                <a:lnTo>
                  <a:pt x="28575" y="47625"/>
                </a:lnTo>
                <a:close/>
                <a:moveTo>
                  <a:pt x="304800" y="47625"/>
                </a:moveTo>
                <a:lnTo>
                  <a:pt x="314325" y="47625"/>
                </a:lnTo>
                <a:lnTo>
                  <a:pt x="314325" y="57150"/>
                </a:lnTo>
                <a:lnTo>
                  <a:pt x="304800" y="57150"/>
                </a:lnTo>
                <a:close/>
                <a:moveTo>
                  <a:pt x="19050" y="57150"/>
                </a:moveTo>
                <a:lnTo>
                  <a:pt x="28575" y="57150"/>
                </a:lnTo>
                <a:lnTo>
                  <a:pt x="28575" y="66675"/>
                </a:lnTo>
                <a:lnTo>
                  <a:pt x="19050" y="66675"/>
                </a:lnTo>
                <a:close/>
                <a:moveTo>
                  <a:pt x="57150" y="57150"/>
                </a:moveTo>
                <a:lnTo>
                  <a:pt x="66675" y="57150"/>
                </a:lnTo>
                <a:lnTo>
                  <a:pt x="66675" y="66675"/>
                </a:lnTo>
                <a:lnTo>
                  <a:pt x="57150" y="66675"/>
                </a:lnTo>
                <a:close/>
                <a:moveTo>
                  <a:pt x="228600" y="57150"/>
                </a:moveTo>
                <a:lnTo>
                  <a:pt x="238125" y="57150"/>
                </a:lnTo>
                <a:lnTo>
                  <a:pt x="238125" y="66675"/>
                </a:lnTo>
                <a:lnTo>
                  <a:pt x="228600" y="66675"/>
                </a:lnTo>
                <a:close/>
                <a:moveTo>
                  <a:pt x="266700" y="57150"/>
                </a:moveTo>
                <a:lnTo>
                  <a:pt x="276225" y="57150"/>
                </a:lnTo>
                <a:lnTo>
                  <a:pt x="276225" y="66675"/>
                </a:lnTo>
                <a:lnTo>
                  <a:pt x="266700" y="66675"/>
                </a:lnTo>
                <a:close/>
                <a:moveTo>
                  <a:pt x="314325" y="66675"/>
                </a:moveTo>
                <a:lnTo>
                  <a:pt x="323850" y="66675"/>
                </a:lnTo>
                <a:lnTo>
                  <a:pt x="323850" y="76200"/>
                </a:lnTo>
                <a:lnTo>
                  <a:pt x="314325" y="76200"/>
                </a:lnTo>
                <a:close/>
                <a:moveTo>
                  <a:pt x="19050" y="76200"/>
                </a:moveTo>
                <a:lnTo>
                  <a:pt x="28575" y="76200"/>
                </a:lnTo>
                <a:lnTo>
                  <a:pt x="28575" y="85725"/>
                </a:lnTo>
                <a:lnTo>
                  <a:pt x="19050" y="85725"/>
                </a:lnTo>
                <a:close/>
                <a:moveTo>
                  <a:pt x="47625" y="76200"/>
                </a:moveTo>
                <a:lnTo>
                  <a:pt x="57150" y="76200"/>
                </a:lnTo>
                <a:lnTo>
                  <a:pt x="57150" y="85725"/>
                </a:lnTo>
                <a:lnTo>
                  <a:pt x="47625" y="85725"/>
                </a:lnTo>
                <a:close/>
                <a:moveTo>
                  <a:pt x="95250" y="76200"/>
                </a:moveTo>
                <a:lnTo>
                  <a:pt x="104775" y="76200"/>
                </a:lnTo>
                <a:lnTo>
                  <a:pt x="104775" y="85725"/>
                </a:lnTo>
                <a:lnTo>
                  <a:pt x="95250" y="85725"/>
                </a:lnTo>
                <a:close/>
                <a:moveTo>
                  <a:pt x="114300" y="76200"/>
                </a:moveTo>
                <a:lnTo>
                  <a:pt x="123825" y="76200"/>
                </a:lnTo>
                <a:lnTo>
                  <a:pt x="123825" y="85725"/>
                </a:lnTo>
                <a:lnTo>
                  <a:pt x="114300" y="85725"/>
                </a:lnTo>
                <a:close/>
                <a:moveTo>
                  <a:pt x="142875" y="76200"/>
                </a:moveTo>
                <a:lnTo>
                  <a:pt x="152400" y="76200"/>
                </a:lnTo>
                <a:lnTo>
                  <a:pt x="152400" y="85725"/>
                </a:lnTo>
                <a:lnTo>
                  <a:pt x="142875" y="85725"/>
                </a:lnTo>
                <a:close/>
                <a:moveTo>
                  <a:pt x="104775" y="85725"/>
                </a:moveTo>
                <a:lnTo>
                  <a:pt x="114300" y="85725"/>
                </a:lnTo>
                <a:lnTo>
                  <a:pt x="114300" y="95250"/>
                </a:lnTo>
                <a:lnTo>
                  <a:pt x="104775" y="95250"/>
                </a:lnTo>
                <a:close/>
                <a:moveTo>
                  <a:pt x="247650" y="85725"/>
                </a:moveTo>
                <a:lnTo>
                  <a:pt x="257175" y="85725"/>
                </a:lnTo>
                <a:lnTo>
                  <a:pt x="257175" y="95250"/>
                </a:lnTo>
                <a:lnTo>
                  <a:pt x="247650" y="95250"/>
                </a:lnTo>
                <a:close/>
                <a:moveTo>
                  <a:pt x="9525" y="95250"/>
                </a:moveTo>
                <a:lnTo>
                  <a:pt x="19050" y="95250"/>
                </a:lnTo>
                <a:lnTo>
                  <a:pt x="19050" y="104775"/>
                </a:lnTo>
                <a:lnTo>
                  <a:pt x="9525" y="104775"/>
                </a:lnTo>
                <a:close/>
                <a:moveTo>
                  <a:pt x="104775" y="95250"/>
                </a:moveTo>
                <a:lnTo>
                  <a:pt x="114300" y="95250"/>
                </a:lnTo>
                <a:lnTo>
                  <a:pt x="114300" y="104775"/>
                </a:lnTo>
                <a:lnTo>
                  <a:pt x="104775" y="104775"/>
                </a:lnTo>
                <a:close/>
                <a:moveTo>
                  <a:pt x="0" y="104775"/>
                </a:moveTo>
                <a:lnTo>
                  <a:pt x="9525" y="104775"/>
                </a:lnTo>
                <a:lnTo>
                  <a:pt x="9525" y="114300"/>
                </a:lnTo>
                <a:lnTo>
                  <a:pt x="0" y="114300"/>
                </a:lnTo>
                <a:close/>
                <a:moveTo>
                  <a:pt x="104775" y="104775"/>
                </a:moveTo>
                <a:lnTo>
                  <a:pt x="114300" y="104775"/>
                </a:lnTo>
                <a:lnTo>
                  <a:pt x="114300" y="114300"/>
                </a:lnTo>
                <a:lnTo>
                  <a:pt x="104775" y="114300"/>
                </a:lnTo>
                <a:close/>
                <a:moveTo>
                  <a:pt x="47625" y="114300"/>
                </a:moveTo>
                <a:lnTo>
                  <a:pt x="57150" y="114300"/>
                </a:lnTo>
                <a:lnTo>
                  <a:pt x="57150" y="123825"/>
                </a:lnTo>
                <a:lnTo>
                  <a:pt x="47625" y="123825"/>
                </a:lnTo>
                <a:close/>
                <a:moveTo>
                  <a:pt x="104775" y="114300"/>
                </a:moveTo>
                <a:lnTo>
                  <a:pt x="114300" y="114300"/>
                </a:lnTo>
                <a:lnTo>
                  <a:pt x="114300" y="123825"/>
                </a:lnTo>
                <a:lnTo>
                  <a:pt x="104775" y="123825"/>
                </a:lnTo>
                <a:close/>
                <a:moveTo>
                  <a:pt x="266700" y="114300"/>
                </a:moveTo>
                <a:lnTo>
                  <a:pt x="276225" y="114300"/>
                </a:lnTo>
                <a:lnTo>
                  <a:pt x="276225" y="123825"/>
                </a:lnTo>
                <a:lnTo>
                  <a:pt x="266700" y="123825"/>
                </a:lnTo>
                <a:close/>
                <a:moveTo>
                  <a:pt x="104775" y="123825"/>
                </a:moveTo>
                <a:lnTo>
                  <a:pt x="114300" y="123825"/>
                </a:lnTo>
                <a:lnTo>
                  <a:pt x="114300" y="133350"/>
                </a:lnTo>
                <a:lnTo>
                  <a:pt x="104775" y="133350"/>
                </a:lnTo>
                <a:close/>
                <a:moveTo>
                  <a:pt x="47625" y="133350"/>
                </a:moveTo>
                <a:lnTo>
                  <a:pt x="57150" y="133350"/>
                </a:lnTo>
                <a:lnTo>
                  <a:pt x="57150" y="142875"/>
                </a:lnTo>
                <a:lnTo>
                  <a:pt x="47625" y="142875"/>
                </a:lnTo>
                <a:close/>
                <a:moveTo>
                  <a:pt x="104775" y="133350"/>
                </a:moveTo>
                <a:lnTo>
                  <a:pt x="114300" y="133350"/>
                </a:lnTo>
                <a:lnTo>
                  <a:pt x="114300" y="142875"/>
                </a:lnTo>
                <a:lnTo>
                  <a:pt x="104775" y="142875"/>
                </a:lnTo>
                <a:close/>
                <a:moveTo>
                  <a:pt x="266700" y="133350"/>
                </a:moveTo>
                <a:lnTo>
                  <a:pt x="276225" y="133350"/>
                </a:lnTo>
                <a:lnTo>
                  <a:pt x="276225" y="142875"/>
                </a:lnTo>
                <a:lnTo>
                  <a:pt x="266700" y="142875"/>
                </a:lnTo>
                <a:close/>
                <a:moveTo>
                  <a:pt x="0" y="142875"/>
                </a:moveTo>
                <a:lnTo>
                  <a:pt x="9525" y="142875"/>
                </a:lnTo>
                <a:lnTo>
                  <a:pt x="9525" y="152400"/>
                </a:lnTo>
                <a:lnTo>
                  <a:pt x="0" y="152400"/>
                </a:lnTo>
                <a:close/>
                <a:moveTo>
                  <a:pt x="104775" y="142875"/>
                </a:moveTo>
                <a:lnTo>
                  <a:pt x="114300" y="142875"/>
                </a:lnTo>
                <a:lnTo>
                  <a:pt x="114300" y="152400"/>
                </a:lnTo>
                <a:lnTo>
                  <a:pt x="104775" y="152400"/>
                </a:lnTo>
                <a:close/>
                <a:moveTo>
                  <a:pt x="323850" y="142875"/>
                </a:moveTo>
                <a:lnTo>
                  <a:pt x="333375" y="142875"/>
                </a:lnTo>
                <a:lnTo>
                  <a:pt x="333375" y="152400"/>
                </a:lnTo>
                <a:lnTo>
                  <a:pt x="323850" y="152400"/>
                </a:lnTo>
                <a:close/>
                <a:moveTo>
                  <a:pt x="104775" y="152400"/>
                </a:moveTo>
                <a:lnTo>
                  <a:pt x="114300" y="152400"/>
                </a:lnTo>
                <a:lnTo>
                  <a:pt x="114300" y="161925"/>
                </a:lnTo>
                <a:lnTo>
                  <a:pt x="104775" y="161925"/>
                </a:lnTo>
                <a:close/>
                <a:moveTo>
                  <a:pt x="304800" y="152400"/>
                </a:moveTo>
                <a:lnTo>
                  <a:pt x="314325" y="152400"/>
                </a:lnTo>
                <a:lnTo>
                  <a:pt x="314325" y="161925"/>
                </a:lnTo>
                <a:lnTo>
                  <a:pt x="304800" y="161925"/>
                </a:lnTo>
                <a:close/>
                <a:moveTo>
                  <a:pt x="66675" y="161925"/>
                </a:moveTo>
                <a:lnTo>
                  <a:pt x="76200" y="161925"/>
                </a:lnTo>
                <a:lnTo>
                  <a:pt x="76200" y="171450"/>
                </a:lnTo>
                <a:lnTo>
                  <a:pt x="66675" y="171450"/>
                </a:lnTo>
                <a:close/>
                <a:moveTo>
                  <a:pt x="104775" y="161925"/>
                </a:moveTo>
                <a:lnTo>
                  <a:pt x="114300" y="161925"/>
                </a:lnTo>
                <a:lnTo>
                  <a:pt x="114300" y="171450"/>
                </a:lnTo>
                <a:lnTo>
                  <a:pt x="104775" y="171450"/>
                </a:lnTo>
                <a:close/>
                <a:moveTo>
                  <a:pt x="247650" y="161925"/>
                </a:moveTo>
                <a:lnTo>
                  <a:pt x="257175" y="161925"/>
                </a:lnTo>
                <a:lnTo>
                  <a:pt x="257175" y="171450"/>
                </a:lnTo>
                <a:lnTo>
                  <a:pt x="247650" y="171450"/>
                </a:lnTo>
                <a:close/>
                <a:moveTo>
                  <a:pt x="9525" y="171450"/>
                </a:moveTo>
                <a:lnTo>
                  <a:pt x="19050" y="171450"/>
                </a:lnTo>
                <a:lnTo>
                  <a:pt x="19050" y="180975"/>
                </a:lnTo>
                <a:lnTo>
                  <a:pt x="9525" y="180975"/>
                </a:lnTo>
                <a:close/>
                <a:moveTo>
                  <a:pt x="47625" y="171450"/>
                </a:moveTo>
                <a:lnTo>
                  <a:pt x="57150" y="171450"/>
                </a:lnTo>
                <a:lnTo>
                  <a:pt x="57150" y="180975"/>
                </a:lnTo>
                <a:lnTo>
                  <a:pt x="47625" y="180975"/>
                </a:lnTo>
                <a:close/>
                <a:moveTo>
                  <a:pt x="95250" y="171450"/>
                </a:moveTo>
                <a:lnTo>
                  <a:pt x="104775" y="171450"/>
                </a:lnTo>
                <a:lnTo>
                  <a:pt x="104775" y="180975"/>
                </a:lnTo>
                <a:lnTo>
                  <a:pt x="95250" y="180975"/>
                </a:lnTo>
                <a:close/>
                <a:moveTo>
                  <a:pt x="114300" y="171450"/>
                </a:moveTo>
                <a:lnTo>
                  <a:pt x="123825" y="171450"/>
                </a:lnTo>
                <a:lnTo>
                  <a:pt x="123825" y="180975"/>
                </a:lnTo>
                <a:lnTo>
                  <a:pt x="114300" y="180975"/>
                </a:lnTo>
                <a:close/>
                <a:moveTo>
                  <a:pt x="142875" y="171450"/>
                </a:move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close/>
                <a:moveTo>
                  <a:pt x="161925" y="171450"/>
                </a:moveTo>
                <a:lnTo>
                  <a:pt x="171450" y="171450"/>
                </a:lnTo>
                <a:lnTo>
                  <a:pt x="171450" y="180975"/>
                </a:lnTo>
                <a:lnTo>
                  <a:pt x="161925" y="180975"/>
                </a:lnTo>
                <a:close/>
                <a:moveTo>
                  <a:pt x="19050" y="190500"/>
                </a:moveTo>
                <a:lnTo>
                  <a:pt x="28575" y="190500"/>
                </a:lnTo>
                <a:lnTo>
                  <a:pt x="28575" y="200025"/>
                </a:lnTo>
                <a:lnTo>
                  <a:pt x="19050" y="200025"/>
                </a:lnTo>
                <a:close/>
                <a:moveTo>
                  <a:pt x="228600" y="190500"/>
                </a:moveTo>
                <a:lnTo>
                  <a:pt x="238125" y="190500"/>
                </a:lnTo>
                <a:lnTo>
                  <a:pt x="238125" y="200025"/>
                </a:lnTo>
                <a:lnTo>
                  <a:pt x="228600" y="200025"/>
                </a:lnTo>
                <a:close/>
                <a:moveTo>
                  <a:pt x="66675" y="200025"/>
                </a:moveTo>
                <a:lnTo>
                  <a:pt x="76200" y="200025"/>
                </a:lnTo>
                <a:lnTo>
                  <a:pt x="76200" y="209550"/>
                </a:lnTo>
                <a:lnTo>
                  <a:pt x="66675" y="209550"/>
                </a:lnTo>
                <a:close/>
                <a:moveTo>
                  <a:pt x="28575" y="209550"/>
                </a:moveTo>
                <a:lnTo>
                  <a:pt x="38100" y="209550"/>
                </a:lnTo>
                <a:lnTo>
                  <a:pt x="38100" y="219075"/>
                </a:lnTo>
                <a:lnTo>
                  <a:pt x="28575" y="219075"/>
                </a:lnTo>
                <a:close/>
                <a:moveTo>
                  <a:pt x="76200" y="209550"/>
                </a:moveTo>
                <a:lnTo>
                  <a:pt x="85725" y="209550"/>
                </a:lnTo>
                <a:lnTo>
                  <a:pt x="85725" y="219075"/>
                </a:lnTo>
                <a:lnTo>
                  <a:pt x="76200" y="219075"/>
                </a:lnTo>
                <a:close/>
                <a:moveTo>
                  <a:pt x="85725" y="219075"/>
                </a:moveTo>
                <a:lnTo>
                  <a:pt x="95250" y="219075"/>
                </a:lnTo>
                <a:lnTo>
                  <a:pt x="95250" y="228600"/>
                </a:lnTo>
                <a:lnTo>
                  <a:pt x="85725" y="228600"/>
                </a:lnTo>
                <a:close/>
                <a:moveTo>
                  <a:pt x="228600" y="228600"/>
                </a:moveTo>
                <a:lnTo>
                  <a:pt x="238125" y="228600"/>
                </a:lnTo>
                <a:lnTo>
                  <a:pt x="238125" y="238125"/>
                </a:lnTo>
                <a:lnTo>
                  <a:pt x="228600" y="238125"/>
                </a:lnTo>
                <a:close/>
                <a:moveTo>
                  <a:pt x="114300" y="238125"/>
                </a:moveTo>
                <a:lnTo>
                  <a:pt x="123825" y="238125"/>
                </a:lnTo>
                <a:lnTo>
                  <a:pt x="123825" y="247650"/>
                </a:lnTo>
                <a:lnTo>
                  <a:pt x="114300" y="247650"/>
                </a:lnTo>
                <a:close/>
                <a:moveTo>
                  <a:pt x="66675" y="247650"/>
                </a:moveTo>
                <a:lnTo>
                  <a:pt x="76200" y="247650"/>
                </a:lnTo>
                <a:lnTo>
                  <a:pt x="76200" y="257175"/>
                </a:lnTo>
                <a:lnTo>
                  <a:pt x="66675" y="257175"/>
                </a:lnTo>
                <a:close/>
                <a:moveTo>
                  <a:pt x="76200" y="257175"/>
                </a:moveTo>
                <a:lnTo>
                  <a:pt x="85725" y="257175"/>
                </a:lnTo>
                <a:lnTo>
                  <a:pt x="85725" y="266700"/>
                </a:lnTo>
                <a:lnTo>
                  <a:pt x="76200" y="266700"/>
                </a:lnTo>
                <a:close/>
                <a:moveTo>
                  <a:pt x="95250" y="266700"/>
                </a:moveTo>
                <a:lnTo>
                  <a:pt x="104775" y="266700"/>
                </a:lnTo>
                <a:lnTo>
                  <a:pt x="104775" y="276225"/>
                </a:lnTo>
                <a:lnTo>
                  <a:pt x="95250" y="276225"/>
                </a:lnTo>
                <a:close/>
                <a:moveTo>
                  <a:pt x="114300" y="276225"/>
                </a:moveTo>
                <a:lnTo>
                  <a:pt x="123825" y="276225"/>
                </a:lnTo>
                <a:lnTo>
                  <a:pt x="123825" y="285750"/>
                </a:lnTo>
                <a:lnTo>
                  <a:pt x="114300" y="285750"/>
                </a:lnTo>
                <a:close/>
                <a:moveTo>
                  <a:pt x="209550" y="276225"/>
                </a:moveTo>
                <a:lnTo>
                  <a:pt x="219075" y="276225"/>
                </a:lnTo>
                <a:lnTo>
                  <a:pt x="219075" y="285750"/>
                </a:lnTo>
                <a:lnTo>
                  <a:pt x="209550" y="285750"/>
                </a:lnTo>
                <a:close/>
              </a:path>
            </a:pathLst>
          </a:custGeom>
          <a:solidFill>
            <a:srgbClr val="F3F3F2"/>
          </a:solidFill>
          <a:ln>
            <a:noFill/>
          </a:ln>
        </p:spPr>
        <p:txBody>
          <a:bodyPr/>
          <a:p/>
        </p:txBody>
      </p:sp>
      <p:sp>
        <p:nvSpPr>
          <p:cNvPr id="200" name="af-footer-action-icon-tone-02-freeform-01" descr="{&quot;autofigure_element_id&quot;:&quot;footer-action-icon-tone-02&quot;}"/>
          <p:cNvSpPr/>
          <p:nvPr/>
        </p:nvSpPr>
        <p:spPr>
          <a:xfrm>
            <a:off x="8458200" y="53054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314325" h="314325">
                <a:moveTo>
                  <a:pt x="10477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04775" y="9525"/>
                </a:lnTo>
                <a:close/>
                <a:moveTo>
                  <a:pt x="200025" y="0"/>
                </a:moveTo>
                <a:lnTo>
                  <a:pt x="209550" y="0"/>
                </a:lnTo>
                <a:lnTo>
                  <a:pt x="209550" y="9525"/>
                </a:lnTo>
                <a:lnTo>
                  <a:pt x="200025" y="9525"/>
                </a:lnTo>
                <a:close/>
                <a:moveTo>
                  <a:pt x="85725" y="9525"/>
                </a:moveTo>
                <a:lnTo>
                  <a:pt x="95250" y="9525"/>
                </a:lnTo>
                <a:lnTo>
                  <a:pt x="95250" y="19050"/>
                </a:lnTo>
                <a:lnTo>
                  <a:pt x="85725" y="19050"/>
                </a:lnTo>
                <a:close/>
                <a:moveTo>
                  <a:pt x="66675" y="19050"/>
                </a:moveTo>
                <a:lnTo>
                  <a:pt x="76200" y="19050"/>
                </a:lnTo>
                <a:lnTo>
                  <a:pt x="76200" y="28575"/>
                </a:lnTo>
                <a:lnTo>
                  <a:pt x="66675" y="28575"/>
                </a:lnTo>
                <a:close/>
                <a:moveTo>
                  <a:pt x="238125" y="19050"/>
                </a:moveTo>
                <a:lnTo>
                  <a:pt x="247650" y="19050"/>
                </a:lnTo>
                <a:lnTo>
                  <a:pt x="247650" y="28575"/>
                </a:lnTo>
                <a:lnTo>
                  <a:pt x="238125" y="28575"/>
                </a:lnTo>
                <a:close/>
                <a:moveTo>
                  <a:pt x="57150" y="28575"/>
                </a:moveTo>
                <a:lnTo>
                  <a:pt x="66675" y="28575"/>
                </a:lnTo>
                <a:lnTo>
                  <a:pt x="66675" y="38100"/>
                </a:lnTo>
                <a:lnTo>
                  <a:pt x="57150" y="38100"/>
                </a:lnTo>
                <a:close/>
                <a:moveTo>
                  <a:pt x="13335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133350" y="38100"/>
                </a:lnTo>
                <a:close/>
                <a:moveTo>
                  <a:pt x="171450" y="28575"/>
                </a:moveTo>
                <a:lnTo>
                  <a:pt x="180975" y="28575"/>
                </a:lnTo>
                <a:lnTo>
                  <a:pt x="180975" y="38100"/>
                </a:lnTo>
                <a:lnTo>
                  <a:pt x="171450" y="38100"/>
                </a:lnTo>
                <a:close/>
                <a:moveTo>
                  <a:pt x="209550" y="38100"/>
                </a:moveTo>
                <a:lnTo>
                  <a:pt x="219075" y="38100"/>
                </a:lnTo>
                <a:lnTo>
                  <a:pt x="219075" y="47625"/>
                </a:lnTo>
                <a:lnTo>
                  <a:pt x="209550" y="47625"/>
                </a:lnTo>
                <a:close/>
                <a:moveTo>
                  <a:pt x="2857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28575" y="66675"/>
                </a:lnTo>
                <a:close/>
                <a:moveTo>
                  <a:pt x="238125" y="57150"/>
                </a:moveTo>
                <a:lnTo>
                  <a:pt x="247650" y="57150"/>
                </a:lnTo>
                <a:lnTo>
                  <a:pt x="247650" y="66675"/>
                </a:lnTo>
                <a:lnTo>
                  <a:pt x="238125" y="66675"/>
                </a:lnTo>
                <a:close/>
                <a:moveTo>
                  <a:pt x="200025" y="66675"/>
                </a:moveTo>
                <a:lnTo>
                  <a:pt x="209550" y="66675"/>
                </a:lnTo>
                <a:lnTo>
                  <a:pt x="209550" y="76200"/>
                </a:lnTo>
                <a:lnTo>
                  <a:pt x="200025" y="76200"/>
                </a:lnTo>
                <a:close/>
                <a:moveTo>
                  <a:pt x="247650" y="66675"/>
                </a:moveTo>
                <a:lnTo>
                  <a:pt x="257175" y="66675"/>
                </a:lnTo>
                <a:lnTo>
                  <a:pt x="257175" y="76200"/>
                </a:lnTo>
                <a:lnTo>
                  <a:pt x="247650" y="76200"/>
                </a:lnTo>
                <a:close/>
                <a:moveTo>
                  <a:pt x="9525" y="95250"/>
                </a:moveTo>
                <a:lnTo>
                  <a:pt x="19050" y="95250"/>
                </a:lnTo>
                <a:lnTo>
                  <a:pt x="19050" y="104775"/>
                </a:lnTo>
                <a:lnTo>
                  <a:pt x="9525" y="104775"/>
                </a:lnTo>
                <a:close/>
                <a:moveTo>
                  <a:pt x="266700" y="95250"/>
                </a:moveTo>
                <a:lnTo>
                  <a:pt x="276225" y="95250"/>
                </a:lnTo>
                <a:lnTo>
                  <a:pt x="276225" y="104775"/>
                </a:lnTo>
                <a:lnTo>
                  <a:pt x="266700" y="104775"/>
                </a:lnTo>
                <a:close/>
                <a:moveTo>
                  <a:pt x="66675" y="104775"/>
                </a:moveTo>
                <a:lnTo>
                  <a:pt x="85725" y="104775"/>
                </a:lnTo>
                <a:lnTo>
                  <a:pt x="85725" y="114300"/>
                </a:lnTo>
                <a:lnTo>
                  <a:pt x="66675" y="114300"/>
                </a:lnTo>
                <a:close/>
                <a:moveTo>
                  <a:pt x="114300" y="104775"/>
                </a:moveTo>
                <a:lnTo>
                  <a:pt x="133350" y="104775"/>
                </a:lnTo>
                <a:lnTo>
                  <a:pt x="133350" y="114300"/>
                </a:lnTo>
                <a:lnTo>
                  <a:pt x="114300" y="114300"/>
                </a:lnTo>
                <a:close/>
                <a:moveTo>
                  <a:pt x="152400" y="104775"/>
                </a:moveTo>
                <a:lnTo>
                  <a:pt x="200025" y="104775"/>
                </a:lnTo>
                <a:lnTo>
                  <a:pt x="200025" y="114300"/>
                </a:lnTo>
                <a:lnTo>
                  <a:pt x="152400" y="114300"/>
                </a:lnTo>
                <a:close/>
                <a:moveTo>
                  <a:pt x="304800" y="104775"/>
                </a:moveTo>
                <a:lnTo>
                  <a:pt x="314325" y="104775"/>
                </a:lnTo>
                <a:lnTo>
                  <a:pt x="314325" y="114300"/>
                </a:lnTo>
                <a:lnTo>
                  <a:pt x="304800" y="114300"/>
                </a:lnTo>
                <a:close/>
                <a:moveTo>
                  <a:pt x="57150" y="114300"/>
                </a:moveTo>
                <a:lnTo>
                  <a:pt x="66675" y="114300"/>
                </a:lnTo>
                <a:lnTo>
                  <a:pt x="66675" y="123825"/>
                </a:lnTo>
                <a:lnTo>
                  <a:pt x="57150" y="123825"/>
                </a:lnTo>
                <a:close/>
                <a:moveTo>
                  <a:pt x="9525" y="123825"/>
                </a:moveTo>
                <a:lnTo>
                  <a:pt x="28575" y="123825"/>
                </a:lnTo>
                <a:lnTo>
                  <a:pt x="28575" y="133350"/>
                </a:lnTo>
                <a:lnTo>
                  <a:pt x="9525" y="133350"/>
                </a:lnTo>
                <a:close/>
                <a:moveTo>
                  <a:pt x="57150" y="123825"/>
                </a:moveTo>
                <a:lnTo>
                  <a:pt x="66675" y="123825"/>
                </a:lnTo>
                <a:lnTo>
                  <a:pt x="66675" y="133350"/>
                </a:lnTo>
                <a:lnTo>
                  <a:pt x="57150" y="133350"/>
                </a:lnTo>
                <a:close/>
                <a:moveTo>
                  <a:pt x="276225" y="123825"/>
                </a:moveTo>
                <a:lnTo>
                  <a:pt x="285750" y="123825"/>
                </a:lnTo>
                <a:lnTo>
                  <a:pt x="285750" y="133350"/>
                </a:lnTo>
                <a:lnTo>
                  <a:pt x="276225" y="133350"/>
                </a:lnTo>
                <a:close/>
                <a:moveTo>
                  <a:pt x="57150" y="133350"/>
                </a:moveTo>
                <a:lnTo>
                  <a:pt x="66675" y="133350"/>
                </a:lnTo>
                <a:lnTo>
                  <a:pt x="66675" y="142875"/>
                </a:lnTo>
                <a:lnTo>
                  <a:pt x="57150" y="142875"/>
                </a:lnTo>
                <a:close/>
                <a:moveTo>
                  <a:pt x="247650" y="133350"/>
                </a:moveTo>
                <a:lnTo>
                  <a:pt x="257175" y="133350"/>
                </a:lnTo>
                <a:lnTo>
                  <a:pt x="257175" y="142875"/>
                </a:lnTo>
                <a:lnTo>
                  <a:pt x="247650" y="142875"/>
                </a:lnTo>
                <a:close/>
                <a:moveTo>
                  <a:pt x="276225" y="133350"/>
                </a:moveTo>
                <a:lnTo>
                  <a:pt x="285750" y="133350"/>
                </a:lnTo>
                <a:lnTo>
                  <a:pt x="285750" y="142875"/>
                </a:lnTo>
                <a:lnTo>
                  <a:pt x="276225" y="142875"/>
                </a:lnTo>
                <a:close/>
                <a:moveTo>
                  <a:pt x="57150" y="142875"/>
                </a:moveTo>
                <a:lnTo>
                  <a:pt x="66675" y="142875"/>
                </a:lnTo>
                <a:lnTo>
                  <a:pt x="66675" y="152400"/>
                </a:lnTo>
                <a:lnTo>
                  <a:pt x="57150" y="152400"/>
                </a:lnTo>
                <a:close/>
                <a:moveTo>
                  <a:pt x="38100" y="152400"/>
                </a:moveTo>
                <a:lnTo>
                  <a:pt x="47625" y="152400"/>
                </a:lnTo>
                <a:lnTo>
                  <a:pt x="47625" y="161925"/>
                </a:lnTo>
                <a:lnTo>
                  <a:pt x="38100" y="161925"/>
                </a:lnTo>
                <a:close/>
                <a:moveTo>
                  <a:pt x="57150" y="152400"/>
                </a:moveTo>
                <a:lnTo>
                  <a:pt x="66675" y="152400"/>
                </a:lnTo>
                <a:lnTo>
                  <a:pt x="66675" y="161925"/>
                </a:lnTo>
                <a:lnTo>
                  <a:pt x="57150" y="161925"/>
                </a:lnTo>
                <a:close/>
                <a:moveTo>
                  <a:pt x="257175" y="152400"/>
                </a:moveTo>
                <a:lnTo>
                  <a:pt x="266700" y="152400"/>
                </a:lnTo>
                <a:lnTo>
                  <a:pt x="266700" y="161925"/>
                </a:lnTo>
                <a:lnTo>
                  <a:pt x="257175" y="161925"/>
                </a:lnTo>
                <a:close/>
                <a:moveTo>
                  <a:pt x="57150" y="161925"/>
                </a:moveTo>
                <a:lnTo>
                  <a:pt x="66675" y="161925"/>
                </a:lnTo>
                <a:lnTo>
                  <a:pt x="66675" y="171450"/>
                </a:lnTo>
                <a:lnTo>
                  <a:pt x="57150" y="171450"/>
                </a:lnTo>
                <a:close/>
                <a:moveTo>
                  <a:pt x="57150" y="171450"/>
                </a:moveTo>
                <a:lnTo>
                  <a:pt x="66675" y="171450"/>
                </a:lnTo>
                <a:lnTo>
                  <a:pt x="66675" y="180975"/>
                </a:lnTo>
                <a:lnTo>
                  <a:pt x="57150" y="180975"/>
                </a:lnTo>
                <a:close/>
                <a:moveTo>
                  <a:pt x="247650" y="171450"/>
                </a:moveTo>
                <a:lnTo>
                  <a:pt x="257175" y="171450"/>
                </a:lnTo>
                <a:lnTo>
                  <a:pt x="257175" y="180975"/>
                </a:lnTo>
                <a:lnTo>
                  <a:pt x="247650" y="180975"/>
                </a:lnTo>
                <a:close/>
                <a:moveTo>
                  <a:pt x="276225" y="171450"/>
                </a:moveTo>
                <a:lnTo>
                  <a:pt x="285750" y="171450"/>
                </a:lnTo>
                <a:lnTo>
                  <a:pt x="285750" y="180975"/>
                </a:lnTo>
                <a:lnTo>
                  <a:pt x="276225" y="180975"/>
                </a:lnTo>
                <a:close/>
                <a:moveTo>
                  <a:pt x="57150" y="180975"/>
                </a:moveTo>
                <a:lnTo>
                  <a:pt x="66675" y="180975"/>
                </a:lnTo>
                <a:lnTo>
                  <a:pt x="66675" y="190500"/>
                </a:lnTo>
                <a:lnTo>
                  <a:pt x="57150" y="190500"/>
                </a:lnTo>
                <a:close/>
                <a:moveTo>
                  <a:pt x="0" y="190500"/>
                </a:moveTo>
                <a:lnTo>
                  <a:pt x="9525" y="190500"/>
                </a:lnTo>
                <a:lnTo>
                  <a:pt x="9525" y="200025"/>
                </a:lnTo>
                <a:lnTo>
                  <a:pt x="0" y="200025"/>
                </a:lnTo>
                <a:close/>
                <a:moveTo>
                  <a:pt x="66675" y="200025"/>
                </a:moveTo>
                <a:lnTo>
                  <a:pt x="85725" y="200025"/>
                </a:lnTo>
                <a:lnTo>
                  <a:pt x="85725" y="209550"/>
                </a:lnTo>
                <a:lnTo>
                  <a:pt x="66675" y="209550"/>
                </a:lnTo>
                <a:close/>
                <a:moveTo>
                  <a:pt x="114300" y="200025"/>
                </a:moveTo>
                <a:lnTo>
                  <a:pt x="133350" y="200025"/>
                </a:lnTo>
                <a:lnTo>
                  <a:pt x="133350" y="209550"/>
                </a:lnTo>
                <a:lnTo>
                  <a:pt x="114300" y="209550"/>
                </a:lnTo>
                <a:close/>
                <a:moveTo>
                  <a:pt x="161925" y="200025"/>
                </a:moveTo>
                <a:lnTo>
                  <a:pt x="200025" y="200025"/>
                </a:lnTo>
                <a:lnTo>
                  <a:pt x="200025" y="209550"/>
                </a:lnTo>
                <a:lnTo>
                  <a:pt x="161925" y="209550"/>
                </a:lnTo>
                <a:close/>
                <a:moveTo>
                  <a:pt x="228600" y="200025"/>
                </a:moveTo>
                <a:lnTo>
                  <a:pt x="238125" y="200025"/>
                </a:lnTo>
                <a:lnTo>
                  <a:pt x="238125" y="209550"/>
                </a:lnTo>
                <a:lnTo>
                  <a:pt x="228600" y="209550"/>
                </a:lnTo>
                <a:close/>
                <a:moveTo>
                  <a:pt x="266700" y="209550"/>
                </a:moveTo>
                <a:lnTo>
                  <a:pt x="276225" y="209550"/>
                </a:lnTo>
                <a:lnTo>
                  <a:pt x="276225" y="219075"/>
                </a:lnTo>
                <a:lnTo>
                  <a:pt x="266700" y="219075"/>
                </a:lnTo>
                <a:close/>
                <a:moveTo>
                  <a:pt x="47625" y="219075"/>
                </a:moveTo>
                <a:lnTo>
                  <a:pt x="57150" y="219075"/>
                </a:lnTo>
                <a:lnTo>
                  <a:pt x="57150" y="228600"/>
                </a:lnTo>
                <a:lnTo>
                  <a:pt x="47625" y="228600"/>
                </a:lnTo>
                <a:close/>
                <a:moveTo>
                  <a:pt x="295275" y="219075"/>
                </a:moveTo>
                <a:lnTo>
                  <a:pt x="304800" y="219075"/>
                </a:lnTo>
                <a:lnTo>
                  <a:pt x="304800" y="228600"/>
                </a:lnTo>
                <a:lnTo>
                  <a:pt x="295275" y="228600"/>
                </a:lnTo>
                <a:close/>
                <a:moveTo>
                  <a:pt x="200025" y="238125"/>
                </a:moveTo>
                <a:lnTo>
                  <a:pt x="209550" y="238125"/>
                </a:lnTo>
                <a:lnTo>
                  <a:pt x="209550" y="247650"/>
                </a:lnTo>
                <a:lnTo>
                  <a:pt x="200025" y="247650"/>
                </a:lnTo>
                <a:close/>
                <a:moveTo>
                  <a:pt x="247650" y="238125"/>
                </a:moveTo>
                <a:lnTo>
                  <a:pt x="257175" y="238125"/>
                </a:lnTo>
                <a:lnTo>
                  <a:pt x="257175" y="247650"/>
                </a:lnTo>
                <a:lnTo>
                  <a:pt x="247650" y="247650"/>
                </a:lnTo>
                <a:close/>
                <a:moveTo>
                  <a:pt x="285750" y="238125"/>
                </a:moveTo>
                <a:lnTo>
                  <a:pt x="295275" y="238125"/>
                </a:lnTo>
                <a:lnTo>
                  <a:pt x="295275" y="247650"/>
                </a:lnTo>
                <a:lnTo>
                  <a:pt x="285750" y="247650"/>
                </a:lnTo>
                <a:close/>
                <a:moveTo>
                  <a:pt x="28575" y="247650"/>
                </a:moveTo>
                <a:lnTo>
                  <a:pt x="38100" y="247650"/>
                </a:lnTo>
                <a:lnTo>
                  <a:pt x="38100" y="257175"/>
                </a:lnTo>
                <a:lnTo>
                  <a:pt x="28575" y="257175"/>
                </a:lnTo>
                <a:close/>
                <a:moveTo>
                  <a:pt x="238125" y="247650"/>
                </a:moveTo>
                <a:lnTo>
                  <a:pt x="247650" y="247650"/>
                </a:lnTo>
                <a:lnTo>
                  <a:pt x="247650" y="257175"/>
                </a:lnTo>
                <a:lnTo>
                  <a:pt x="238125" y="257175"/>
                </a:lnTo>
                <a:close/>
                <a:moveTo>
                  <a:pt x="38100" y="257175"/>
                </a:moveTo>
                <a:lnTo>
                  <a:pt x="47625" y="257175"/>
                </a:lnTo>
                <a:lnTo>
                  <a:pt x="47625" y="266700"/>
                </a:lnTo>
                <a:lnTo>
                  <a:pt x="38100" y="266700"/>
                </a:lnTo>
                <a:close/>
                <a:moveTo>
                  <a:pt x="85725" y="257175"/>
                </a:moveTo>
                <a:lnTo>
                  <a:pt x="95250" y="257175"/>
                </a:lnTo>
                <a:lnTo>
                  <a:pt x="95250" y="266700"/>
                </a:lnTo>
                <a:lnTo>
                  <a:pt x="85725" y="266700"/>
                </a:lnTo>
                <a:close/>
                <a:moveTo>
                  <a:pt x="47625" y="266700"/>
                </a:moveTo>
                <a:lnTo>
                  <a:pt x="57150" y="266700"/>
                </a:lnTo>
                <a:lnTo>
                  <a:pt x="57150" y="276225"/>
                </a:lnTo>
                <a:lnTo>
                  <a:pt x="47625" y="276225"/>
                </a:lnTo>
                <a:close/>
                <a:moveTo>
                  <a:pt x="133350" y="276225"/>
                </a:moveTo>
                <a:lnTo>
                  <a:pt x="180975" y="276225"/>
                </a:lnTo>
                <a:lnTo>
                  <a:pt x="180975" y="285750"/>
                </a:lnTo>
                <a:lnTo>
                  <a:pt x="133350" y="285750"/>
                </a:lnTo>
                <a:close/>
                <a:moveTo>
                  <a:pt x="238125" y="285750"/>
                </a:moveTo>
                <a:lnTo>
                  <a:pt x="247650" y="285750"/>
                </a:lnTo>
                <a:lnTo>
                  <a:pt x="247650" y="295275"/>
                </a:lnTo>
                <a:lnTo>
                  <a:pt x="238125" y="295275"/>
                </a:lnTo>
                <a:close/>
                <a:moveTo>
                  <a:pt x="219075" y="295275"/>
                </a:moveTo>
                <a:lnTo>
                  <a:pt x="228600" y="295275"/>
                </a:lnTo>
                <a:lnTo>
                  <a:pt x="228600" y="304800"/>
                </a:lnTo>
                <a:lnTo>
                  <a:pt x="219075" y="304800"/>
                </a:lnTo>
                <a:close/>
                <a:moveTo>
                  <a:pt x="114300" y="304800"/>
                </a:moveTo>
                <a:lnTo>
                  <a:pt x="133350" y="304800"/>
                </a:lnTo>
                <a:lnTo>
                  <a:pt x="133350" y="314325"/>
                </a:lnTo>
                <a:lnTo>
                  <a:pt x="114300" y="314325"/>
                </a:lnTo>
                <a:close/>
                <a:moveTo>
                  <a:pt x="190500" y="304800"/>
                </a:moveTo>
                <a:lnTo>
                  <a:pt x="200025" y="304800"/>
                </a:lnTo>
                <a:lnTo>
                  <a:pt x="200025" y="314325"/>
                </a:lnTo>
                <a:lnTo>
                  <a:pt x="190500" y="314325"/>
                </a:lnTo>
                <a:close/>
              </a:path>
            </a:pathLst>
          </a:custGeom>
          <a:solidFill>
            <a:srgbClr val="E1E3DF"/>
          </a:solidFill>
          <a:ln>
            <a:noFill/>
          </a:ln>
        </p:spPr>
        <p:txBody>
          <a:bodyPr/>
          <a:p/>
        </p:txBody>
      </p:sp>
      <p:sp>
        <p:nvSpPr>
          <p:cNvPr id="201" name="af-footer-action-icon-tone-03-freeform-01" descr="{&quot;autofigure_element_id&quot;:&quot;footer-action-icon-tone-03&quot;}"/>
          <p:cNvSpPr/>
          <p:nvPr/>
        </p:nvSpPr>
        <p:spPr>
          <a:xfrm>
            <a:off x="8448675" y="5305425"/>
            <a:ext cx="333375" cy="314325"/>
          </a:xfrm>
          <a:custGeom>
            <a:avLst/>
            <a:gdLst/>
            <a:ahLst/>
            <a:cxnLst/>
            <a:rect l="0" t="0" r="0" b="0"/>
            <a:pathLst>
              <a:path w="333375" h="314325">
                <a:moveTo>
                  <a:pt x="123825" y="0"/>
                </a:moveTo>
                <a:lnTo>
                  <a:pt x="133350" y="0"/>
                </a:lnTo>
                <a:lnTo>
                  <a:pt x="133350" y="9525"/>
                </a:lnTo>
                <a:lnTo>
                  <a:pt x="123825" y="9525"/>
                </a:lnTo>
                <a:close/>
                <a:moveTo>
                  <a:pt x="200025" y="0"/>
                </a:moveTo>
                <a:lnTo>
                  <a:pt x="209550" y="0"/>
                </a:lnTo>
                <a:lnTo>
                  <a:pt x="209550" y="9525"/>
                </a:lnTo>
                <a:lnTo>
                  <a:pt x="200025" y="9525"/>
                </a:lnTo>
                <a:close/>
                <a:moveTo>
                  <a:pt x="228600" y="9525"/>
                </a:moveTo>
                <a:lnTo>
                  <a:pt x="238125" y="9525"/>
                </a:lnTo>
                <a:lnTo>
                  <a:pt x="238125" y="19050"/>
                </a:lnTo>
                <a:lnTo>
                  <a:pt x="228600" y="19050"/>
                </a:lnTo>
                <a:close/>
                <a:moveTo>
                  <a:pt x="13335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133350" y="38100"/>
                </a:lnTo>
                <a:close/>
                <a:moveTo>
                  <a:pt x="190500" y="28575"/>
                </a:moveTo>
                <a:lnTo>
                  <a:pt x="200025" y="28575"/>
                </a:lnTo>
                <a:lnTo>
                  <a:pt x="200025" y="38100"/>
                </a:lnTo>
                <a:lnTo>
                  <a:pt x="190500" y="38100"/>
                </a:lnTo>
                <a:close/>
                <a:moveTo>
                  <a:pt x="57150" y="38100"/>
                </a:moveTo>
                <a:lnTo>
                  <a:pt x="66675" y="38100"/>
                </a:lnTo>
                <a:lnTo>
                  <a:pt x="66675" y="47625"/>
                </a:lnTo>
                <a:lnTo>
                  <a:pt x="57150" y="47625"/>
                </a:lnTo>
                <a:close/>
                <a:moveTo>
                  <a:pt x="104775" y="38100"/>
                </a:moveTo>
                <a:lnTo>
                  <a:pt x="114300" y="38100"/>
                </a:lnTo>
                <a:lnTo>
                  <a:pt x="114300" y="47625"/>
                </a:lnTo>
                <a:lnTo>
                  <a:pt x="104775" y="47625"/>
                </a:lnTo>
                <a:close/>
                <a:moveTo>
                  <a:pt x="4762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47625" y="57150"/>
                </a:lnTo>
                <a:close/>
                <a:moveTo>
                  <a:pt x="238125" y="47625"/>
                </a:moveTo>
                <a:lnTo>
                  <a:pt x="247650" y="47625"/>
                </a:lnTo>
                <a:lnTo>
                  <a:pt x="247650" y="57150"/>
                </a:lnTo>
                <a:lnTo>
                  <a:pt x="238125" y="57150"/>
                </a:lnTo>
                <a:close/>
                <a:moveTo>
                  <a:pt x="76200" y="57150"/>
                </a:moveTo>
                <a:lnTo>
                  <a:pt x="85725" y="57150"/>
                </a:lnTo>
                <a:lnTo>
                  <a:pt x="85725" y="66675"/>
                </a:lnTo>
                <a:lnTo>
                  <a:pt x="76200" y="66675"/>
                </a:lnTo>
                <a:close/>
                <a:moveTo>
                  <a:pt x="66675" y="66675"/>
                </a:moveTo>
                <a:lnTo>
                  <a:pt x="76200" y="66675"/>
                </a:lnTo>
                <a:lnTo>
                  <a:pt x="76200" y="76200"/>
                </a:lnTo>
                <a:lnTo>
                  <a:pt x="66675" y="76200"/>
                </a:lnTo>
                <a:close/>
                <a:moveTo>
                  <a:pt x="295275" y="66675"/>
                </a:moveTo>
                <a:lnTo>
                  <a:pt x="304800" y="66675"/>
                </a:lnTo>
                <a:lnTo>
                  <a:pt x="304800" y="76200"/>
                </a:lnTo>
                <a:lnTo>
                  <a:pt x="295275" y="76200"/>
                </a:lnTo>
                <a:close/>
                <a:moveTo>
                  <a:pt x="219075" y="76200"/>
                </a:moveTo>
                <a:lnTo>
                  <a:pt x="228600" y="76200"/>
                </a:lnTo>
                <a:lnTo>
                  <a:pt x="228600" y="85725"/>
                </a:lnTo>
                <a:lnTo>
                  <a:pt x="219075" y="85725"/>
                </a:lnTo>
                <a:close/>
                <a:moveTo>
                  <a:pt x="266700" y="76200"/>
                </a:moveTo>
                <a:lnTo>
                  <a:pt x="276225" y="76200"/>
                </a:lnTo>
                <a:lnTo>
                  <a:pt x="276225" y="85725"/>
                </a:lnTo>
                <a:lnTo>
                  <a:pt x="266700" y="85725"/>
                </a:lnTo>
                <a:close/>
                <a:moveTo>
                  <a:pt x="304800" y="85725"/>
                </a:moveTo>
                <a:lnTo>
                  <a:pt x="314325" y="85725"/>
                </a:lnTo>
                <a:lnTo>
                  <a:pt x="314325" y="95250"/>
                </a:lnTo>
                <a:lnTo>
                  <a:pt x="304800" y="95250"/>
                </a:lnTo>
                <a:close/>
                <a:moveTo>
                  <a:pt x="47625" y="95250"/>
                </a:move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close/>
                <a:moveTo>
                  <a:pt x="238125" y="104775"/>
                </a:moveTo>
                <a:lnTo>
                  <a:pt x="247650" y="104775"/>
                </a:lnTo>
                <a:lnTo>
                  <a:pt x="247650" y="114300"/>
                </a:lnTo>
                <a:lnTo>
                  <a:pt x="238125" y="114300"/>
                </a:lnTo>
                <a:close/>
                <a:moveTo>
                  <a:pt x="285750" y="114300"/>
                </a:moveTo>
                <a:lnTo>
                  <a:pt x="295275" y="114300"/>
                </a:lnTo>
                <a:lnTo>
                  <a:pt x="295275" y="123825"/>
                </a:lnTo>
                <a:lnTo>
                  <a:pt x="285750" y="123825"/>
                </a:lnTo>
                <a:close/>
                <a:moveTo>
                  <a:pt x="314325" y="114300"/>
                </a:moveTo>
                <a:lnTo>
                  <a:pt x="323850" y="114300"/>
                </a:lnTo>
                <a:lnTo>
                  <a:pt x="323850" y="123825"/>
                </a:lnTo>
                <a:lnTo>
                  <a:pt x="314325" y="123825"/>
                </a:lnTo>
                <a:close/>
                <a:moveTo>
                  <a:pt x="38100" y="133350"/>
                </a:moveTo>
                <a:lnTo>
                  <a:pt x="47625" y="133350"/>
                </a:lnTo>
                <a:lnTo>
                  <a:pt x="47625" y="142875"/>
                </a:lnTo>
                <a:lnTo>
                  <a:pt x="38100" y="142875"/>
                </a:lnTo>
                <a:close/>
                <a:moveTo>
                  <a:pt x="323850" y="133350"/>
                </a:moveTo>
                <a:lnTo>
                  <a:pt x="333375" y="133350"/>
                </a:lnTo>
                <a:lnTo>
                  <a:pt x="333375" y="142875"/>
                </a:lnTo>
                <a:lnTo>
                  <a:pt x="323850" y="142875"/>
                </a:lnTo>
                <a:close/>
                <a:moveTo>
                  <a:pt x="0" y="161925"/>
                </a:moveTo>
                <a:lnTo>
                  <a:pt x="9525" y="161925"/>
                </a:lnTo>
                <a:lnTo>
                  <a:pt x="9525" y="171450"/>
                </a:lnTo>
                <a:lnTo>
                  <a:pt x="0" y="171450"/>
                </a:lnTo>
                <a:close/>
                <a:moveTo>
                  <a:pt x="38100" y="171450"/>
                </a:moveTo>
                <a:lnTo>
                  <a:pt x="47625" y="171450"/>
                </a:lnTo>
                <a:lnTo>
                  <a:pt x="47625" y="180975"/>
                </a:lnTo>
                <a:lnTo>
                  <a:pt x="38100" y="180975"/>
                </a:lnTo>
                <a:close/>
                <a:moveTo>
                  <a:pt x="9525" y="180975"/>
                </a:moveTo>
                <a:lnTo>
                  <a:pt x="19050" y="180975"/>
                </a:lnTo>
                <a:lnTo>
                  <a:pt x="19050" y="190500"/>
                </a:lnTo>
                <a:lnTo>
                  <a:pt x="9525" y="190500"/>
                </a:lnTo>
                <a:close/>
                <a:moveTo>
                  <a:pt x="38100" y="180975"/>
                </a:moveTo>
                <a:lnTo>
                  <a:pt x="47625" y="180975"/>
                </a:lnTo>
                <a:lnTo>
                  <a:pt x="47625" y="190500"/>
                </a:lnTo>
                <a:lnTo>
                  <a:pt x="38100" y="190500"/>
                </a:lnTo>
                <a:close/>
                <a:moveTo>
                  <a:pt x="142875" y="190500"/>
                </a:moveTo>
                <a:lnTo>
                  <a:pt x="152400" y="190500"/>
                </a:lnTo>
                <a:lnTo>
                  <a:pt x="152400" y="200025"/>
                </a:lnTo>
                <a:lnTo>
                  <a:pt x="142875" y="200025"/>
                </a:lnTo>
                <a:close/>
                <a:moveTo>
                  <a:pt x="304800" y="200025"/>
                </a:moveTo>
                <a:lnTo>
                  <a:pt x="314325" y="200025"/>
                </a:lnTo>
                <a:lnTo>
                  <a:pt x="314325" y="209550"/>
                </a:lnTo>
                <a:lnTo>
                  <a:pt x="304800" y="209550"/>
                </a:lnTo>
                <a:close/>
                <a:moveTo>
                  <a:pt x="19050" y="209550"/>
                </a:moveTo>
                <a:lnTo>
                  <a:pt x="28575" y="209550"/>
                </a:lnTo>
                <a:lnTo>
                  <a:pt x="28575" y="219075"/>
                </a:lnTo>
                <a:lnTo>
                  <a:pt x="19050" y="219075"/>
                </a:lnTo>
                <a:close/>
                <a:moveTo>
                  <a:pt x="28575" y="228600"/>
                </a:moveTo>
                <a:lnTo>
                  <a:pt x="38100" y="228600"/>
                </a:lnTo>
                <a:lnTo>
                  <a:pt x="38100" y="238125"/>
                </a:lnTo>
                <a:lnTo>
                  <a:pt x="28575" y="238125"/>
                </a:lnTo>
                <a:close/>
                <a:moveTo>
                  <a:pt x="219075" y="228600"/>
                </a:moveTo>
                <a:lnTo>
                  <a:pt x="228600" y="228600"/>
                </a:lnTo>
                <a:lnTo>
                  <a:pt x="228600" y="238125"/>
                </a:lnTo>
                <a:lnTo>
                  <a:pt x="219075" y="238125"/>
                </a:lnTo>
                <a:close/>
                <a:moveTo>
                  <a:pt x="266700" y="228600"/>
                </a:moveTo>
                <a:lnTo>
                  <a:pt x="276225" y="228600"/>
                </a:lnTo>
                <a:lnTo>
                  <a:pt x="276225" y="238125"/>
                </a:lnTo>
                <a:lnTo>
                  <a:pt x="266700" y="238125"/>
                </a:lnTo>
                <a:close/>
                <a:moveTo>
                  <a:pt x="285750" y="247650"/>
                </a:moveTo>
                <a:lnTo>
                  <a:pt x="295275" y="247650"/>
                </a:lnTo>
                <a:lnTo>
                  <a:pt x="295275" y="257175"/>
                </a:lnTo>
                <a:lnTo>
                  <a:pt x="285750" y="257175"/>
                </a:lnTo>
                <a:close/>
                <a:moveTo>
                  <a:pt x="238125" y="257175"/>
                </a:moveTo>
                <a:lnTo>
                  <a:pt x="247650" y="257175"/>
                </a:lnTo>
                <a:lnTo>
                  <a:pt x="247650" y="266700"/>
                </a:lnTo>
                <a:lnTo>
                  <a:pt x="238125" y="266700"/>
                </a:lnTo>
                <a:close/>
                <a:moveTo>
                  <a:pt x="219075" y="266700"/>
                </a:moveTo>
                <a:lnTo>
                  <a:pt x="228600" y="266700"/>
                </a:lnTo>
                <a:lnTo>
                  <a:pt x="228600" y="276225"/>
                </a:lnTo>
                <a:lnTo>
                  <a:pt x="219075" y="276225"/>
                </a:lnTo>
                <a:close/>
                <a:moveTo>
                  <a:pt x="133350" y="276225"/>
                </a:moveTo>
                <a:lnTo>
                  <a:pt x="142875" y="276225"/>
                </a:lnTo>
                <a:lnTo>
                  <a:pt x="142875" y="285750"/>
                </a:lnTo>
                <a:lnTo>
                  <a:pt x="133350" y="285750"/>
                </a:lnTo>
                <a:close/>
                <a:moveTo>
                  <a:pt x="190500" y="276225"/>
                </a:moveTo>
                <a:lnTo>
                  <a:pt x="200025" y="276225"/>
                </a:lnTo>
                <a:lnTo>
                  <a:pt x="200025" y="285750"/>
                </a:lnTo>
                <a:lnTo>
                  <a:pt x="190500" y="285750"/>
                </a:lnTo>
                <a:close/>
                <a:moveTo>
                  <a:pt x="257175" y="276225"/>
                </a:moveTo>
                <a:lnTo>
                  <a:pt x="266700" y="276225"/>
                </a:lnTo>
                <a:lnTo>
                  <a:pt x="266700" y="285750"/>
                </a:lnTo>
                <a:lnTo>
                  <a:pt x="257175" y="285750"/>
                </a:lnTo>
                <a:close/>
                <a:moveTo>
                  <a:pt x="85725" y="285750"/>
                </a:moveTo>
                <a:lnTo>
                  <a:pt x="95250" y="285750"/>
                </a:lnTo>
                <a:lnTo>
                  <a:pt x="95250" y="295275"/>
                </a:lnTo>
                <a:lnTo>
                  <a:pt x="85725" y="295275"/>
                </a:lnTo>
                <a:close/>
                <a:moveTo>
                  <a:pt x="104775" y="295275"/>
                </a:moveTo>
                <a:lnTo>
                  <a:pt x="114300" y="295275"/>
                </a:lnTo>
                <a:lnTo>
                  <a:pt x="114300" y="304800"/>
                </a:lnTo>
                <a:lnTo>
                  <a:pt x="104775" y="304800"/>
                </a:lnTo>
                <a:close/>
                <a:moveTo>
                  <a:pt x="142875" y="304800"/>
                </a:moveTo>
                <a:lnTo>
                  <a:pt x="152400" y="304800"/>
                </a:lnTo>
                <a:lnTo>
                  <a:pt x="152400" y="314325"/>
                </a:lnTo>
                <a:lnTo>
                  <a:pt x="142875" y="314325"/>
                </a:lnTo>
                <a:close/>
                <a:moveTo>
                  <a:pt x="180975" y="304800"/>
                </a:moveTo>
                <a:lnTo>
                  <a:pt x="200025" y="304800"/>
                </a:lnTo>
                <a:lnTo>
                  <a:pt x="200025" y="314325"/>
                </a:lnTo>
                <a:lnTo>
                  <a:pt x="180975" y="314325"/>
                </a:lnTo>
                <a:close/>
              </a:path>
            </a:pathLst>
          </a:custGeom>
          <a:solidFill>
            <a:srgbClr val="C6CEC1"/>
          </a:solidFill>
          <a:ln>
            <a:noFill/>
          </a:ln>
        </p:spPr>
        <p:txBody>
          <a:bodyPr/>
          <a:p/>
        </p:txBody>
      </p:sp>
      <p:sp>
        <p:nvSpPr>
          <p:cNvPr id="202" name="af-footer-action-icon-tone-04-freeform-01" descr="{&quot;autofigure_element_id&quot;:&quot;footer-action-icon-tone-04&quot;}"/>
          <p:cNvSpPr/>
          <p:nvPr/>
        </p:nvSpPr>
        <p:spPr>
          <a:xfrm>
            <a:off x="8448675" y="5305425"/>
            <a:ext cx="295275" cy="314325"/>
          </a:xfrm>
          <a:custGeom>
            <a:avLst/>
            <a:gdLst/>
            <a:ahLst/>
            <a:cxnLst/>
            <a:rect l="0" t="0" r="0" b="0"/>
            <a:pathLst>
              <a:path w="295275" h="314325">
                <a:moveTo>
                  <a:pt x="133350" y="0"/>
                </a:moveTo>
                <a:lnTo>
                  <a:pt x="142875" y="0"/>
                </a:lnTo>
                <a:lnTo>
                  <a:pt x="142875" y="9525"/>
                </a:lnTo>
                <a:lnTo>
                  <a:pt x="133350" y="9525"/>
                </a:lnTo>
                <a:close/>
                <a:moveTo>
                  <a:pt x="190500" y="0"/>
                </a:moveTo>
                <a:lnTo>
                  <a:pt x="200025" y="0"/>
                </a:lnTo>
                <a:lnTo>
                  <a:pt x="200025" y="9525"/>
                </a:lnTo>
                <a:lnTo>
                  <a:pt x="190500" y="9525"/>
                </a:lnTo>
                <a:close/>
                <a:moveTo>
                  <a:pt x="85725" y="19050"/>
                </a:moveTo>
                <a:lnTo>
                  <a:pt x="95250" y="19050"/>
                </a:lnTo>
                <a:lnTo>
                  <a:pt x="95250" y="28575"/>
                </a:lnTo>
                <a:lnTo>
                  <a:pt x="85725" y="28575"/>
                </a:lnTo>
                <a:close/>
                <a:moveTo>
                  <a:pt x="123825" y="28575"/>
                </a:moveTo>
                <a:lnTo>
                  <a:pt x="133350" y="28575"/>
                </a:lnTo>
                <a:lnTo>
                  <a:pt x="133350" y="38100"/>
                </a:lnTo>
                <a:lnTo>
                  <a:pt x="123825" y="38100"/>
                </a:lnTo>
                <a:close/>
                <a:moveTo>
                  <a:pt x="200025" y="28575"/>
                </a:moveTo>
                <a:lnTo>
                  <a:pt x="209550" y="28575"/>
                </a:lnTo>
                <a:lnTo>
                  <a:pt x="209550" y="38100"/>
                </a:lnTo>
                <a:lnTo>
                  <a:pt x="200025" y="38100"/>
                </a:lnTo>
                <a:close/>
                <a:moveTo>
                  <a:pt x="257175" y="28575"/>
                </a:moveTo>
                <a:lnTo>
                  <a:pt x="266700" y="28575"/>
                </a:lnTo>
                <a:lnTo>
                  <a:pt x="266700" y="38100"/>
                </a:lnTo>
                <a:lnTo>
                  <a:pt x="257175" y="38100"/>
                </a:lnTo>
                <a:close/>
                <a:moveTo>
                  <a:pt x="266700" y="38100"/>
                </a:moveTo>
                <a:lnTo>
                  <a:pt x="276225" y="38100"/>
                </a:lnTo>
                <a:lnTo>
                  <a:pt x="276225" y="47625"/>
                </a:lnTo>
                <a:lnTo>
                  <a:pt x="266700" y="47625"/>
                </a:lnTo>
                <a:close/>
                <a:moveTo>
                  <a:pt x="85725" y="47625"/>
                </a:moveTo>
                <a:lnTo>
                  <a:pt x="95250" y="47625"/>
                </a:lnTo>
                <a:lnTo>
                  <a:pt x="95250" y="57150"/>
                </a:lnTo>
                <a:lnTo>
                  <a:pt x="85725" y="57150"/>
                </a:lnTo>
                <a:close/>
                <a:moveTo>
                  <a:pt x="276225" y="47625"/>
                </a:moveTo>
                <a:lnTo>
                  <a:pt x="285750" y="47625"/>
                </a:lnTo>
                <a:lnTo>
                  <a:pt x="285750" y="57150"/>
                </a:lnTo>
                <a:lnTo>
                  <a:pt x="276225" y="57150"/>
                </a:lnTo>
                <a:close/>
                <a:moveTo>
                  <a:pt x="285750" y="57150"/>
                </a:moveTo>
                <a:lnTo>
                  <a:pt x="295275" y="57150"/>
                </a:lnTo>
                <a:lnTo>
                  <a:pt x="295275" y="66675"/>
                </a:lnTo>
                <a:lnTo>
                  <a:pt x="285750" y="66675"/>
                </a:lnTo>
                <a:close/>
                <a:moveTo>
                  <a:pt x="28575" y="76200"/>
                </a:moveTo>
                <a:lnTo>
                  <a:pt x="38100" y="76200"/>
                </a:lnTo>
                <a:lnTo>
                  <a:pt x="38100" y="85725"/>
                </a:lnTo>
                <a:lnTo>
                  <a:pt x="28575" y="85725"/>
                </a:lnTo>
                <a:close/>
                <a:moveTo>
                  <a:pt x="57150" y="76200"/>
                </a:moveTo>
                <a:lnTo>
                  <a:pt x="66675" y="76200"/>
                </a:lnTo>
                <a:lnTo>
                  <a:pt x="66675" y="85725"/>
                </a:lnTo>
                <a:lnTo>
                  <a:pt x="57150" y="85725"/>
                </a:lnTo>
                <a:close/>
                <a:moveTo>
                  <a:pt x="209550" y="76200"/>
                </a:moveTo>
                <a:lnTo>
                  <a:pt x="219075" y="76200"/>
                </a:lnTo>
                <a:lnTo>
                  <a:pt x="219075" y="85725"/>
                </a:lnTo>
                <a:lnTo>
                  <a:pt x="209550" y="85725"/>
                </a:lnTo>
                <a:close/>
                <a:moveTo>
                  <a:pt x="28575" y="104775"/>
                </a:moveTo>
                <a:lnTo>
                  <a:pt x="47625" y="104775"/>
                </a:lnTo>
                <a:lnTo>
                  <a:pt x="47625" y="114300"/>
                </a:lnTo>
                <a:lnTo>
                  <a:pt x="28575" y="114300"/>
                </a:lnTo>
                <a:close/>
                <a:moveTo>
                  <a:pt x="114300" y="114300"/>
                </a:moveTo>
                <a:lnTo>
                  <a:pt x="123825" y="114300"/>
                </a:lnTo>
                <a:lnTo>
                  <a:pt x="123825" y="123825"/>
                </a:lnTo>
                <a:lnTo>
                  <a:pt x="114300" y="123825"/>
                </a:lnTo>
                <a:close/>
                <a:moveTo>
                  <a:pt x="142875" y="114300"/>
                </a:moveTo>
                <a:lnTo>
                  <a:pt x="152400" y="114300"/>
                </a:lnTo>
                <a:lnTo>
                  <a:pt x="152400" y="123825"/>
                </a:lnTo>
                <a:lnTo>
                  <a:pt x="142875" y="123825"/>
                </a:lnTo>
                <a:close/>
                <a:moveTo>
                  <a:pt x="114300" y="123825"/>
                </a:moveTo>
                <a:lnTo>
                  <a:pt x="123825" y="123825"/>
                </a:lnTo>
                <a:lnTo>
                  <a:pt x="123825" y="133350"/>
                </a:lnTo>
                <a:lnTo>
                  <a:pt x="114300" y="133350"/>
                </a:lnTo>
                <a:close/>
                <a:moveTo>
                  <a:pt x="142875" y="123825"/>
                </a:moveTo>
                <a:lnTo>
                  <a:pt x="152400" y="123825"/>
                </a:lnTo>
                <a:lnTo>
                  <a:pt x="152400" y="133350"/>
                </a:lnTo>
                <a:lnTo>
                  <a:pt x="142875" y="133350"/>
                </a:lnTo>
                <a:close/>
                <a:moveTo>
                  <a:pt x="247650" y="123825"/>
                </a:moveTo>
                <a:lnTo>
                  <a:pt x="257175" y="123825"/>
                </a:lnTo>
                <a:lnTo>
                  <a:pt x="257175" y="133350"/>
                </a:lnTo>
                <a:lnTo>
                  <a:pt x="247650" y="133350"/>
                </a:lnTo>
                <a:close/>
                <a:moveTo>
                  <a:pt x="114300" y="133350"/>
                </a:moveTo>
                <a:lnTo>
                  <a:pt x="123825" y="133350"/>
                </a:lnTo>
                <a:lnTo>
                  <a:pt x="123825" y="142875"/>
                </a:lnTo>
                <a:lnTo>
                  <a:pt x="114300" y="142875"/>
                </a:lnTo>
                <a:close/>
                <a:moveTo>
                  <a:pt x="142875" y="133350"/>
                </a:moveTo>
                <a:lnTo>
                  <a:pt x="152400" y="133350"/>
                </a:lnTo>
                <a:lnTo>
                  <a:pt x="152400" y="142875"/>
                </a:lnTo>
                <a:lnTo>
                  <a:pt x="142875" y="142875"/>
                </a:lnTo>
                <a:close/>
                <a:moveTo>
                  <a:pt x="0" y="142875"/>
                </a:moveTo>
                <a:lnTo>
                  <a:pt x="9525" y="142875"/>
                </a:lnTo>
                <a:lnTo>
                  <a:pt x="9525" y="152400"/>
                </a:lnTo>
                <a:lnTo>
                  <a:pt x="0" y="152400"/>
                </a:lnTo>
                <a:close/>
                <a:moveTo>
                  <a:pt x="114300" y="142875"/>
                </a:moveTo>
                <a:lnTo>
                  <a:pt x="123825" y="142875"/>
                </a:lnTo>
                <a:lnTo>
                  <a:pt x="123825" y="152400"/>
                </a:lnTo>
                <a:lnTo>
                  <a:pt x="114300" y="152400"/>
                </a:lnTo>
                <a:close/>
                <a:moveTo>
                  <a:pt x="142875" y="142875"/>
                </a:moveTo>
                <a:lnTo>
                  <a:pt x="152400" y="142875"/>
                </a:lnTo>
                <a:lnTo>
                  <a:pt x="152400" y="152400"/>
                </a:lnTo>
                <a:lnTo>
                  <a:pt x="142875" y="152400"/>
                </a:lnTo>
                <a:close/>
                <a:moveTo>
                  <a:pt x="114300" y="152400"/>
                </a:moveTo>
                <a:lnTo>
                  <a:pt x="123825" y="152400"/>
                </a:lnTo>
                <a:lnTo>
                  <a:pt x="123825" y="161925"/>
                </a:lnTo>
                <a:lnTo>
                  <a:pt x="114300" y="161925"/>
                </a:lnTo>
                <a:close/>
                <a:moveTo>
                  <a:pt x="142875" y="152400"/>
                </a:moveTo>
                <a:lnTo>
                  <a:pt x="152400" y="152400"/>
                </a:lnTo>
                <a:lnTo>
                  <a:pt x="152400" y="161925"/>
                </a:lnTo>
                <a:lnTo>
                  <a:pt x="142875" y="161925"/>
                </a:lnTo>
                <a:close/>
                <a:moveTo>
                  <a:pt x="114300" y="161925"/>
                </a:moveTo>
                <a:lnTo>
                  <a:pt x="123825" y="161925"/>
                </a:lnTo>
                <a:lnTo>
                  <a:pt x="123825" y="171450"/>
                </a:lnTo>
                <a:lnTo>
                  <a:pt x="114300" y="171450"/>
                </a:lnTo>
                <a:close/>
                <a:moveTo>
                  <a:pt x="142875" y="161925"/>
                </a:moveTo>
                <a:lnTo>
                  <a:pt x="152400" y="161925"/>
                </a:lnTo>
                <a:lnTo>
                  <a:pt x="152400" y="171450"/>
                </a:lnTo>
                <a:lnTo>
                  <a:pt x="142875" y="171450"/>
                </a:lnTo>
                <a:close/>
                <a:moveTo>
                  <a:pt x="114300" y="171450"/>
                </a:moveTo>
                <a:lnTo>
                  <a:pt x="123825" y="171450"/>
                </a:lnTo>
                <a:lnTo>
                  <a:pt x="123825" y="180975"/>
                </a:lnTo>
                <a:lnTo>
                  <a:pt x="114300" y="180975"/>
                </a:lnTo>
                <a:close/>
                <a:moveTo>
                  <a:pt x="142875" y="171450"/>
                </a:move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close/>
                <a:moveTo>
                  <a:pt x="114300" y="180975"/>
                </a:moveTo>
                <a:lnTo>
                  <a:pt x="123825" y="180975"/>
                </a:lnTo>
                <a:lnTo>
                  <a:pt x="123825" y="190500"/>
                </a:lnTo>
                <a:lnTo>
                  <a:pt x="114300" y="190500"/>
                </a:lnTo>
                <a:close/>
                <a:moveTo>
                  <a:pt x="142875" y="180975"/>
                </a:moveTo>
                <a:lnTo>
                  <a:pt x="152400" y="180975"/>
                </a:lnTo>
                <a:lnTo>
                  <a:pt x="152400" y="190500"/>
                </a:lnTo>
                <a:lnTo>
                  <a:pt x="142875" y="190500"/>
                </a:lnTo>
                <a:close/>
                <a:moveTo>
                  <a:pt x="247650" y="180975"/>
                </a:moveTo>
                <a:lnTo>
                  <a:pt x="257175" y="180975"/>
                </a:lnTo>
                <a:lnTo>
                  <a:pt x="257175" y="190500"/>
                </a:lnTo>
                <a:lnTo>
                  <a:pt x="247650" y="190500"/>
                </a:lnTo>
                <a:close/>
                <a:moveTo>
                  <a:pt x="114300" y="190500"/>
                </a:moveTo>
                <a:lnTo>
                  <a:pt x="123825" y="190500"/>
                </a:lnTo>
                <a:lnTo>
                  <a:pt x="123825" y="200025"/>
                </a:lnTo>
                <a:lnTo>
                  <a:pt x="114300" y="200025"/>
                </a:lnTo>
                <a:close/>
                <a:moveTo>
                  <a:pt x="285750" y="200025"/>
                </a:moveTo>
                <a:lnTo>
                  <a:pt x="295275" y="200025"/>
                </a:lnTo>
                <a:lnTo>
                  <a:pt x="295275" y="209550"/>
                </a:lnTo>
                <a:lnTo>
                  <a:pt x="285750" y="209550"/>
                </a:lnTo>
                <a:close/>
                <a:moveTo>
                  <a:pt x="47625" y="209550"/>
                </a:moveTo>
                <a:lnTo>
                  <a:pt x="57150" y="209550"/>
                </a:lnTo>
                <a:lnTo>
                  <a:pt x="57150" y="219075"/>
                </a:lnTo>
                <a:lnTo>
                  <a:pt x="47625" y="219075"/>
                </a:lnTo>
                <a:close/>
                <a:moveTo>
                  <a:pt x="228600" y="209550"/>
                </a:moveTo>
                <a:lnTo>
                  <a:pt x="238125" y="209550"/>
                </a:lnTo>
                <a:lnTo>
                  <a:pt x="238125" y="219075"/>
                </a:lnTo>
                <a:lnTo>
                  <a:pt x="228600" y="219075"/>
                </a:lnTo>
                <a:close/>
                <a:moveTo>
                  <a:pt x="209550" y="228600"/>
                </a:moveTo>
                <a:lnTo>
                  <a:pt x="219075" y="228600"/>
                </a:lnTo>
                <a:lnTo>
                  <a:pt x="219075" y="238125"/>
                </a:lnTo>
                <a:lnTo>
                  <a:pt x="209550" y="238125"/>
                </a:lnTo>
                <a:close/>
                <a:moveTo>
                  <a:pt x="276225" y="257175"/>
                </a:moveTo>
                <a:lnTo>
                  <a:pt x="285750" y="257175"/>
                </a:lnTo>
                <a:lnTo>
                  <a:pt x="285750" y="266700"/>
                </a:lnTo>
                <a:lnTo>
                  <a:pt x="276225" y="266700"/>
                </a:lnTo>
                <a:close/>
                <a:moveTo>
                  <a:pt x="104775" y="266700"/>
                </a:moveTo>
                <a:lnTo>
                  <a:pt x="114300" y="266700"/>
                </a:lnTo>
                <a:lnTo>
                  <a:pt x="114300" y="276225"/>
                </a:lnTo>
                <a:lnTo>
                  <a:pt x="104775" y="276225"/>
                </a:lnTo>
                <a:close/>
                <a:moveTo>
                  <a:pt x="266700" y="266700"/>
                </a:moveTo>
                <a:lnTo>
                  <a:pt x="276225" y="266700"/>
                </a:lnTo>
                <a:lnTo>
                  <a:pt x="276225" y="276225"/>
                </a:lnTo>
                <a:lnTo>
                  <a:pt x="266700" y="276225"/>
                </a:lnTo>
                <a:close/>
                <a:moveTo>
                  <a:pt x="200025" y="276225"/>
                </a:moveTo>
                <a:lnTo>
                  <a:pt x="209550" y="276225"/>
                </a:lnTo>
                <a:lnTo>
                  <a:pt x="209550" y="285750"/>
                </a:lnTo>
                <a:lnTo>
                  <a:pt x="200025" y="285750"/>
                </a:lnTo>
                <a:close/>
                <a:moveTo>
                  <a:pt x="238125" y="285750"/>
                </a:moveTo>
                <a:lnTo>
                  <a:pt x="247650" y="285750"/>
                </a:lnTo>
                <a:lnTo>
                  <a:pt x="247650" y="295275"/>
                </a:lnTo>
                <a:lnTo>
                  <a:pt x="238125" y="295275"/>
                </a:lnTo>
                <a:close/>
                <a:moveTo>
                  <a:pt x="219075" y="295275"/>
                </a:moveTo>
                <a:lnTo>
                  <a:pt x="228600" y="295275"/>
                </a:lnTo>
                <a:lnTo>
                  <a:pt x="228600" y="304800"/>
                </a:lnTo>
                <a:lnTo>
                  <a:pt x="219075" y="304800"/>
                </a:lnTo>
                <a:close/>
                <a:moveTo>
                  <a:pt x="152400" y="304800"/>
                </a:moveTo>
                <a:lnTo>
                  <a:pt x="180975" y="304800"/>
                </a:lnTo>
                <a:lnTo>
                  <a:pt x="180975" y="314325"/>
                </a:lnTo>
                <a:lnTo>
                  <a:pt x="152400" y="314325"/>
                </a:lnTo>
                <a:close/>
              </a:path>
            </a:pathLst>
          </a:custGeom>
          <a:solidFill>
            <a:srgbClr val="AFBEA7"/>
          </a:solidFill>
          <a:ln>
            <a:noFill/>
          </a:ln>
        </p:spPr>
        <p:txBody>
          <a:bodyPr/>
          <a:p/>
        </p:txBody>
      </p:sp>
      <p:sp>
        <p:nvSpPr>
          <p:cNvPr id="203" name="af-footer-action-icon-tone-05-freeform-01" descr="{&quot;autofigure_element_id&quot;:&quot;footer-action-icon-tone-05&quot;}"/>
          <p:cNvSpPr/>
          <p:nvPr/>
        </p:nvSpPr>
        <p:spPr>
          <a:xfrm>
            <a:off x="8448675" y="5305425"/>
            <a:ext cx="333375" cy="304800"/>
          </a:xfrm>
          <a:custGeom>
            <a:avLst/>
            <a:gdLst/>
            <a:ahLst/>
            <a:cxnLst/>
            <a:rect l="0" t="0" r="0" b="0"/>
            <a:pathLst>
              <a:path w="333375" h="304800">
                <a:moveTo>
                  <a:pt x="142875" y="0"/>
                </a:moveTo>
                <a:lnTo>
                  <a:pt x="161925" y="0"/>
                </a:lnTo>
                <a:lnTo>
                  <a:pt x="161925" y="9525"/>
                </a:lnTo>
                <a:lnTo>
                  <a:pt x="142875" y="9525"/>
                </a:lnTo>
                <a:close/>
                <a:moveTo>
                  <a:pt x="171450" y="0"/>
                </a:moveTo>
                <a:lnTo>
                  <a:pt x="190500" y="0"/>
                </a:lnTo>
                <a:lnTo>
                  <a:pt x="190500" y="9525"/>
                </a:lnTo>
                <a:lnTo>
                  <a:pt x="171450" y="9525"/>
                </a:lnTo>
                <a:close/>
                <a:moveTo>
                  <a:pt x="104775" y="9525"/>
                </a:moveTo>
                <a:lnTo>
                  <a:pt x="114300" y="9525"/>
                </a:lnTo>
                <a:lnTo>
                  <a:pt x="114300" y="19050"/>
                </a:lnTo>
                <a:lnTo>
                  <a:pt x="104775" y="19050"/>
                </a:lnTo>
                <a:close/>
                <a:moveTo>
                  <a:pt x="219075" y="9525"/>
                </a:moveTo>
                <a:lnTo>
                  <a:pt x="228600" y="9525"/>
                </a:lnTo>
                <a:lnTo>
                  <a:pt x="228600" y="19050"/>
                </a:lnTo>
                <a:lnTo>
                  <a:pt x="219075" y="19050"/>
                </a:lnTo>
                <a:close/>
                <a:moveTo>
                  <a:pt x="238125" y="19050"/>
                </a:moveTo>
                <a:lnTo>
                  <a:pt x="247650" y="19050"/>
                </a:lnTo>
                <a:lnTo>
                  <a:pt x="247650" y="28575"/>
                </a:lnTo>
                <a:lnTo>
                  <a:pt x="238125" y="28575"/>
                </a:lnTo>
                <a:close/>
                <a:moveTo>
                  <a:pt x="228600" y="38100"/>
                </a:moveTo>
                <a:lnTo>
                  <a:pt x="238125" y="38100"/>
                </a:lnTo>
                <a:lnTo>
                  <a:pt x="238125" y="47625"/>
                </a:lnTo>
                <a:lnTo>
                  <a:pt x="228600" y="47625"/>
                </a:lnTo>
                <a:close/>
                <a:moveTo>
                  <a:pt x="38100" y="66675"/>
                </a:moveTo>
                <a:lnTo>
                  <a:pt x="47625" y="66675"/>
                </a:lnTo>
                <a:lnTo>
                  <a:pt x="47625" y="76200"/>
                </a:lnTo>
                <a:lnTo>
                  <a:pt x="38100" y="76200"/>
                </a:lnTo>
                <a:close/>
                <a:moveTo>
                  <a:pt x="209550" y="85725"/>
                </a:moveTo>
                <a:lnTo>
                  <a:pt x="219075" y="85725"/>
                </a:lnTo>
                <a:lnTo>
                  <a:pt x="219075" y="95250"/>
                </a:lnTo>
                <a:lnTo>
                  <a:pt x="209550" y="95250"/>
                </a:lnTo>
                <a:close/>
                <a:moveTo>
                  <a:pt x="276225" y="85725"/>
                </a:moveTo>
                <a:lnTo>
                  <a:pt x="285750" y="85725"/>
                </a:lnTo>
                <a:lnTo>
                  <a:pt x="285750" y="95250"/>
                </a:lnTo>
                <a:lnTo>
                  <a:pt x="276225" y="95250"/>
                </a:lnTo>
                <a:close/>
                <a:moveTo>
                  <a:pt x="209550" y="95250"/>
                </a:moveTo>
                <a:lnTo>
                  <a:pt x="219075" y="95250"/>
                </a:lnTo>
                <a:lnTo>
                  <a:pt x="219075" y="104775"/>
                </a:lnTo>
                <a:lnTo>
                  <a:pt x="209550" y="104775"/>
                </a:lnTo>
                <a:close/>
                <a:moveTo>
                  <a:pt x="228600" y="95250"/>
                </a:moveTo>
                <a:lnTo>
                  <a:pt x="238125" y="95250"/>
                </a:lnTo>
                <a:lnTo>
                  <a:pt x="238125" y="104775"/>
                </a:lnTo>
                <a:lnTo>
                  <a:pt x="228600" y="104775"/>
                </a:lnTo>
                <a:close/>
                <a:moveTo>
                  <a:pt x="304800" y="95250"/>
                </a:moveTo>
                <a:lnTo>
                  <a:pt x="314325" y="95250"/>
                </a:lnTo>
                <a:lnTo>
                  <a:pt x="314325" y="104775"/>
                </a:lnTo>
                <a:lnTo>
                  <a:pt x="304800" y="104775"/>
                </a:lnTo>
                <a:close/>
                <a:moveTo>
                  <a:pt x="209550" y="104775"/>
                </a:moveTo>
                <a:lnTo>
                  <a:pt x="219075" y="104775"/>
                </a:lnTo>
                <a:lnTo>
                  <a:pt x="219075" y="114300"/>
                </a:lnTo>
                <a:lnTo>
                  <a:pt x="209550" y="114300"/>
                </a:lnTo>
                <a:close/>
                <a:moveTo>
                  <a:pt x="285750" y="104775"/>
                </a:moveTo>
                <a:lnTo>
                  <a:pt x="295275" y="104775"/>
                </a:lnTo>
                <a:lnTo>
                  <a:pt x="295275" y="114300"/>
                </a:lnTo>
                <a:lnTo>
                  <a:pt x="285750" y="114300"/>
                </a:lnTo>
                <a:close/>
                <a:moveTo>
                  <a:pt x="95250" y="114300"/>
                </a:moveTo>
                <a:lnTo>
                  <a:pt x="104775" y="114300"/>
                </a:lnTo>
                <a:lnTo>
                  <a:pt x="104775" y="123825"/>
                </a:lnTo>
                <a:lnTo>
                  <a:pt x="95250" y="123825"/>
                </a:lnTo>
                <a:close/>
                <a:moveTo>
                  <a:pt x="95250" y="123825"/>
                </a:moveTo>
                <a:lnTo>
                  <a:pt x="104775" y="123825"/>
                </a:lnTo>
                <a:lnTo>
                  <a:pt x="104775" y="133350"/>
                </a:lnTo>
                <a:lnTo>
                  <a:pt x="95250" y="133350"/>
                </a:lnTo>
                <a:close/>
                <a:moveTo>
                  <a:pt x="314325" y="123825"/>
                </a:moveTo>
                <a:lnTo>
                  <a:pt x="323850" y="123825"/>
                </a:lnTo>
                <a:lnTo>
                  <a:pt x="323850" y="133350"/>
                </a:lnTo>
                <a:lnTo>
                  <a:pt x="314325" y="133350"/>
                </a:lnTo>
                <a:close/>
                <a:moveTo>
                  <a:pt x="9525" y="133350"/>
                </a:moveTo>
                <a:lnTo>
                  <a:pt x="19050" y="133350"/>
                </a:lnTo>
                <a:lnTo>
                  <a:pt x="19050" y="142875"/>
                </a:lnTo>
                <a:lnTo>
                  <a:pt x="9525" y="142875"/>
                </a:lnTo>
                <a:close/>
                <a:moveTo>
                  <a:pt x="95250" y="133350"/>
                </a:moveTo>
                <a:lnTo>
                  <a:pt x="104775" y="133350"/>
                </a:lnTo>
                <a:lnTo>
                  <a:pt x="104775" y="142875"/>
                </a:lnTo>
                <a:lnTo>
                  <a:pt x="95250" y="142875"/>
                </a:lnTo>
                <a:close/>
                <a:moveTo>
                  <a:pt x="95250" y="142875"/>
                </a:moveTo>
                <a:lnTo>
                  <a:pt x="104775" y="142875"/>
                </a:lnTo>
                <a:lnTo>
                  <a:pt x="104775" y="152400"/>
                </a:lnTo>
                <a:lnTo>
                  <a:pt x="95250" y="152400"/>
                </a:lnTo>
                <a:close/>
                <a:moveTo>
                  <a:pt x="257175" y="142875"/>
                </a:moveTo>
                <a:lnTo>
                  <a:pt x="266700" y="142875"/>
                </a:lnTo>
                <a:lnTo>
                  <a:pt x="266700" y="152400"/>
                </a:lnTo>
                <a:lnTo>
                  <a:pt x="257175" y="152400"/>
                </a:lnTo>
                <a:close/>
                <a:moveTo>
                  <a:pt x="285750" y="142875"/>
                </a:moveTo>
                <a:lnTo>
                  <a:pt x="295275" y="142875"/>
                </a:lnTo>
                <a:lnTo>
                  <a:pt x="295275" y="152400"/>
                </a:lnTo>
                <a:lnTo>
                  <a:pt x="285750" y="152400"/>
                </a:lnTo>
                <a:close/>
                <a:moveTo>
                  <a:pt x="0" y="152400"/>
                </a:moveTo>
                <a:lnTo>
                  <a:pt x="9525" y="152400"/>
                </a:lnTo>
                <a:lnTo>
                  <a:pt x="9525" y="161925"/>
                </a:lnTo>
                <a:lnTo>
                  <a:pt x="0" y="161925"/>
                </a:lnTo>
                <a:close/>
                <a:moveTo>
                  <a:pt x="95250" y="152400"/>
                </a:moveTo>
                <a:lnTo>
                  <a:pt x="104775" y="152400"/>
                </a:lnTo>
                <a:lnTo>
                  <a:pt x="104775" y="161925"/>
                </a:lnTo>
                <a:lnTo>
                  <a:pt x="95250" y="161925"/>
                </a:lnTo>
                <a:close/>
                <a:moveTo>
                  <a:pt x="95250" y="161925"/>
                </a:moveTo>
                <a:lnTo>
                  <a:pt x="104775" y="161925"/>
                </a:lnTo>
                <a:lnTo>
                  <a:pt x="104775" y="171450"/>
                </a:lnTo>
                <a:lnTo>
                  <a:pt x="95250" y="171450"/>
                </a:lnTo>
                <a:close/>
                <a:moveTo>
                  <a:pt x="257175" y="161925"/>
                </a:moveTo>
                <a:lnTo>
                  <a:pt x="266700" y="161925"/>
                </a:lnTo>
                <a:lnTo>
                  <a:pt x="266700" y="171450"/>
                </a:lnTo>
                <a:lnTo>
                  <a:pt x="257175" y="171450"/>
                </a:lnTo>
                <a:close/>
                <a:moveTo>
                  <a:pt x="285750" y="161925"/>
                </a:moveTo>
                <a:lnTo>
                  <a:pt x="295275" y="161925"/>
                </a:lnTo>
                <a:lnTo>
                  <a:pt x="295275" y="171450"/>
                </a:lnTo>
                <a:lnTo>
                  <a:pt x="285750" y="171450"/>
                </a:lnTo>
                <a:close/>
                <a:moveTo>
                  <a:pt x="323850" y="161925"/>
                </a:moveTo>
                <a:lnTo>
                  <a:pt x="333375" y="161925"/>
                </a:lnTo>
                <a:lnTo>
                  <a:pt x="333375" y="171450"/>
                </a:lnTo>
                <a:lnTo>
                  <a:pt x="323850" y="171450"/>
                </a:lnTo>
                <a:close/>
                <a:moveTo>
                  <a:pt x="9525" y="171450"/>
                </a:moveTo>
                <a:lnTo>
                  <a:pt x="19050" y="171450"/>
                </a:lnTo>
                <a:lnTo>
                  <a:pt x="19050" y="180975"/>
                </a:lnTo>
                <a:lnTo>
                  <a:pt x="9525" y="180975"/>
                </a:lnTo>
                <a:close/>
                <a:moveTo>
                  <a:pt x="95250" y="171450"/>
                </a:moveTo>
                <a:lnTo>
                  <a:pt x="104775" y="171450"/>
                </a:lnTo>
                <a:lnTo>
                  <a:pt x="104775" y="180975"/>
                </a:lnTo>
                <a:lnTo>
                  <a:pt x="95250" y="180975"/>
                </a:lnTo>
                <a:close/>
                <a:moveTo>
                  <a:pt x="295275" y="171450"/>
                </a:moveTo>
                <a:lnTo>
                  <a:pt x="304800" y="171450"/>
                </a:lnTo>
                <a:lnTo>
                  <a:pt x="304800" y="180975"/>
                </a:lnTo>
                <a:lnTo>
                  <a:pt x="295275" y="180975"/>
                </a:lnTo>
                <a:close/>
                <a:moveTo>
                  <a:pt x="314325" y="171450"/>
                </a:moveTo>
                <a:lnTo>
                  <a:pt x="323850" y="171450"/>
                </a:lnTo>
                <a:lnTo>
                  <a:pt x="323850" y="180975"/>
                </a:lnTo>
                <a:lnTo>
                  <a:pt x="314325" y="180975"/>
                </a:lnTo>
                <a:close/>
                <a:moveTo>
                  <a:pt x="95250" y="180975"/>
                </a:moveTo>
                <a:lnTo>
                  <a:pt x="104775" y="180975"/>
                </a:lnTo>
                <a:lnTo>
                  <a:pt x="104775" y="190500"/>
                </a:lnTo>
                <a:lnTo>
                  <a:pt x="95250" y="190500"/>
                </a:lnTo>
                <a:close/>
                <a:moveTo>
                  <a:pt x="38100" y="190500"/>
                </a:moveTo>
                <a:lnTo>
                  <a:pt x="47625" y="190500"/>
                </a:lnTo>
                <a:lnTo>
                  <a:pt x="47625" y="200025"/>
                </a:lnTo>
                <a:lnTo>
                  <a:pt x="38100" y="200025"/>
                </a:lnTo>
                <a:close/>
                <a:moveTo>
                  <a:pt x="95250" y="190500"/>
                </a:moveTo>
                <a:lnTo>
                  <a:pt x="104775" y="190500"/>
                </a:lnTo>
                <a:lnTo>
                  <a:pt x="104775" y="200025"/>
                </a:lnTo>
                <a:lnTo>
                  <a:pt x="95250" y="200025"/>
                </a:lnTo>
                <a:close/>
                <a:moveTo>
                  <a:pt x="161925" y="190500"/>
                </a:moveTo>
                <a:lnTo>
                  <a:pt x="171450" y="190500"/>
                </a:lnTo>
                <a:lnTo>
                  <a:pt x="171450" y="200025"/>
                </a:lnTo>
                <a:lnTo>
                  <a:pt x="161925" y="200025"/>
                </a:lnTo>
                <a:close/>
                <a:moveTo>
                  <a:pt x="238125" y="190500"/>
                </a:moveTo>
                <a:lnTo>
                  <a:pt x="247650" y="190500"/>
                </a:lnTo>
                <a:lnTo>
                  <a:pt x="247650" y="200025"/>
                </a:lnTo>
                <a:lnTo>
                  <a:pt x="238125" y="200025"/>
                </a:lnTo>
                <a:close/>
                <a:moveTo>
                  <a:pt x="19050" y="200025"/>
                </a:moveTo>
                <a:lnTo>
                  <a:pt x="28575" y="200025"/>
                </a:lnTo>
                <a:lnTo>
                  <a:pt x="28575" y="209550"/>
                </a:lnTo>
                <a:lnTo>
                  <a:pt x="19050" y="209550"/>
                </a:lnTo>
                <a:close/>
                <a:moveTo>
                  <a:pt x="209550" y="200025"/>
                </a:moveTo>
                <a:lnTo>
                  <a:pt x="219075" y="200025"/>
                </a:lnTo>
                <a:lnTo>
                  <a:pt x="219075" y="209550"/>
                </a:lnTo>
                <a:lnTo>
                  <a:pt x="209550" y="209550"/>
                </a:lnTo>
                <a:close/>
                <a:moveTo>
                  <a:pt x="209550" y="209550"/>
                </a:moveTo>
                <a:lnTo>
                  <a:pt x="219075" y="209550"/>
                </a:lnTo>
                <a:lnTo>
                  <a:pt x="219075" y="219075"/>
                </a:lnTo>
                <a:lnTo>
                  <a:pt x="209550" y="219075"/>
                </a:lnTo>
                <a:close/>
                <a:moveTo>
                  <a:pt x="304800" y="209550"/>
                </a:moveTo>
                <a:lnTo>
                  <a:pt x="314325" y="209550"/>
                </a:lnTo>
                <a:lnTo>
                  <a:pt x="314325" y="219075"/>
                </a:lnTo>
                <a:lnTo>
                  <a:pt x="304800" y="219075"/>
                </a:lnTo>
                <a:close/>
                <a:moveTo>
                  <a:pt x="209550" y="219075"/>
                </a:moveTo>
                <a:lnTo>
                  <a:pt x="228600" y="219075"/>
                </a:lnTo>
                <a:lnTo>
                  <a:pt x="228600" y="228600"/>
                </a:lnTo>
                <a:lnTo>
                  <a:pt x="209550" y="228600"/>
                </a:lnTo>
                <a:close/>
                <a:moveTo>
                  <a:pt x="276225" y="219075"/>
                </a:moveTo>
                <a:lnTo>
                  <a:pt x="285750" y="219075"/>
                </a:lnTo>
                <a:lnTo>
                  <a:pt x="285750" y="228600"/>
                </a:lnTo>
                <a:lnTo>
                  <a:pt x="276225" y="228600"/>
                </a:lnTo>
                <a:close/>
                <a:moveTo>
                  <a:pt x="57150" y="228600"/>
                </a:moveTo>
                <a:lnTo>
                  <a:pt x="66675" y="228600"/>
                </a:lnTo>
                <a:lnTo>
                  <a:pt x="66675" y="238125"/>
                </a:lnTo>
                <a:lnTo>
                  <a:pt x="57150" y="238125"/>
                </a:lnTo>
                <a:close/>
                <a:moveTo>
                  <a:pt x="295275" y="228600"/>
                </a:moveTo>
                <a:lnTo>
                  <a:pt x="304800" y="228600"/>
                </a:lnTo>
                <a:lnTo>
                  <a:pt x="304800" y="238125"/>
                </a:lnTo>
                <a:lnTo>
                  <a:pt x="295275" y="238125"/>
                </a:lnTo>
                <a:close/>
                <a:moveTo>
                  <a:pt x="38100" y="238125"/>
                </a:moveTo>
                <a:lnTo>
                  <a:pt x="47625" y="238125"/>
                </a:lnTo>
                <a:lnTo>
                  <a:pt x="47625" y="247650"/>
                </a:lnTo>
                <a:lnTo>
                  <a:pt x="38100" y="247650"/>
                </a:lnTo>
                <a:close/>
                <a:moveTo>
                  <a:pt x="66675" y="238125"/>
                </a:moveTo>
                <a:lnTo>
                  <a:pt x="76200" y="238125"/>
                </a:lnTo>
                <a:lnTo>
                  <a:pt x="76200" y="247650"/>
                </a:lnTo>
                <a:lnTo>
                  <a:pt x="66675" y="247650"/>
                </a:lnTo>
                <a:close/>
                <a:moveTo>
                  <a:pt x="76200" y="247650"/>
                </a:moveTo>
                <a:lnTo>
                  <a:pt x="85725" y="247650"/>
                </a:lnTo>
                <a:lnTo>
                  <a:pt x="85725" y="257175"/>
                </a:lnTo>
                <a:lnTo>
                  <a:pt x="76200" y="257175"/>
                </a:lnTo>
                <a:close/>
                <a:moveTo>
                  <a:pt x="85725" y="257175"/>
                </a:moveTo>
                <a:lnTo>
                  <a:pt x="95250" y="257175"/>
                </a:lnTo>
                <a:lnTo>
                  <a:pt x="95250" y="266700"/>
                </a:lnTo>
                <a:lnTo>
                  <a:pt x="85725" y="266700"/>
                </a:lnTo>
                <a:close/>
                <a:moveTo>
                  <a:pt x="228600" y="266700"/>
                </a:moveTo>
                <a:lnTo>
                  <a:pt x="238125" y="266700"/>
                </a:lnTo>
                <a:lnTo>
                  <a:pt x="238125" y="276225"/>
                </a:lnTo>
                <a:lnTo>
                  <a:pt x="228600" y="276225"/>
                </a:lnTo>
                <a:close/>
                <a:moveTo>
                  <a:pt x="76200" y="276225"/>
                </a:moveTo>
                <a:lnTo>
                  <a:pt x="85725" y="276225"/>
                </a:lnTo>
                <a:lnTo>
                  <a:pt x="85725" y="285750"/>
                </a:lnTo>
                <a:lnTo>
                  <a:pt x="76200" y="285750"/>
                </a:lnTo>
                <a:close/>
                <a:moveTo>
                  <a:pt x="123825" y="276225"/>
                </a:moveTo>
                <a:lnTo>
                  <a:pt x="133350" y="276225"/>
                </a:lnTo>
                <a:lnTo>
                  <a:pt x="133350" y="285750"/>
                </a:lnTo>
                <a:lnTo>
                  <a:pt x="123825" y="285750"/>
                </a:lnTo>
                <a:close/>
                <a:moveTo>
                  <a:pt x="114300" y="295275"/>
                </a:moveTo>
                <a:lnTo>
                  <a:pt x="123825" y="295275"/>
                </a:lnTo>
                <a:lnTo>
                  <a:pt x="123825" y="304800"/>
                </a:lnTo>
                <a:lnTo>
                  <a:pt x="114300" y="304800"/>
                </a:lnTo>
                <a:close/>
              </a:path>
            </a:pathLst>
          </a:custGeom>
          <a:solidFill>
            <a:srgbClr val="94AC85"/>
          </a:solidFill>
          <a:ln>
            <a:noFill/>
          </a:ln>
        </p:spPr>
        <p:txBody>
          <a:bodyPr/>
          <a:p/>
        </p:txBody>
      </p:sp>
      <p:sp>
        <p:nvSpPr>
          <p:cNvPr id="204" name="af-footer-action-icon-tone-06-freeform-01" descr="{&quot;autofigure_element_id&quot;:&quot;footer-action-icon-tone-06&quot;}"/>
          <p:cNvSpPr/>
          <p:nvPr/>
        </p:nvSpPr>
        <p:spPr>
          <a:xfrm>
            <a:off x="8467725" y="5305425"/>
            <a:ext cx="314325" cy="304800"/>
          </a:xfrm>
          <a:custGeom>
            <a:avLst/>
            <a:gdLst/>
            <a:ahLst/>
            <a:cxnLst/>
            <a:rect l="0" t="0" r="0" b="0"/>
            <a:pathLst>
              <a:path w="314325" h="304800">
                <a:moveTo>
                  <a:pt x="142875" y="0"/>
                </a:moveTo>
                <a:lnTo>
                  <a:pt x="152400" y="0"/>
                </a:lnTo>
                <a:lnTo>
                  <a:pt x="152400" y="9525"/>
                </a:lnTo>
                <a:lnTo>
                  <a:pt x="142875" y="9525"/>
                </a:lnTo>
                <a:close/>
                <a:moveTo>
                  <a:pt x="95250" y="9525"/>
                </a:moveTo>
                <a:lnTo>
                  <a:pt x="104775" y="9525"/>
                </a:lnTo>
                <a:lnTo>
                  <a:pt x="104775" y="19050"/>
                </a:lnTo>
                <a:lnTo>
                  <a:pt x="95250" y="19050"/>
                </a:lnTo>
                <a:close/>
                <a:moveTo>
                  <a:pt x="190500" y="9525"/>
                </a:moveTo>
                <a:lnTo>
                  <a:pt x="200025" y="9525"/>
                </a:lnTo>
                <a:lnTo>
                  <a:pt x="200025" y="19050"/>
                </a:lnTo>
                <a:lnTo>
                  <a:pt x="190500" y="19050"/>
                </a:lnTo>
                <a:close/>
                <a:moveTo>
                  <a:pt x="123825" y="19050"/>
                </a:moveTo>
                <a:lnTo>
                  <a:pt x="171450" y="19050"/>
                </a:lnTo>
                <a:lnTo>
                  <a:pt x="171450" y="28575"/>
                </a:lnTo>
                <a:lnTo>
                  <a:pt x="123825" y="28575"/>
                </a:lnTo>
                <a:close/>
                <a:moveTo>
                  <a:pt x="57150" y="28575"/>
                </a:moveTo>
                <a:lnTo>
                  <a:pt x="66675" y="28575"/>
                </a:lnTo>
                <a:lnTo>
                  <a:pt x="66675" y="38100"/>
                </a:lnTo>
                <a:lnTo>
                  <a:pt x="57150" y="38100"/>
                </a:lnTo>
                <a:close/>
                <a:moveTo>
                  <a:pt x="95250" y="28575"/>
                </a:moveTo>
                <a:lnTo>
                  <a:pt x="104775" y="28575"/>
                </a:lnTo>
                <a:lnTo>
                  <a:pt x="104775" y="38100"/>
                </a:lnTo>
                <a:lnTo>
                  <a:pt x="95250" y="38100"/>
                </a:lnTo>
                <a:close/>
                <a:moveTo>
                  <a:pt x="190500" y="28575"/>
                </a:moveTo>
                <a:lnTo>
                  <a:pt x="200025" y="28575"/>
                </a:lnTo>
                <a:lnTo>
                  <a:pt x="200025" y="38100"/>
                </a:lnTo>
                <a:lnTo>
                  <a:pt x="190500" y="38100"/>
                </a:lnTo>
                <a:close/>
                <a:moveTo>
                  <a:pt x="76200" y="38100"/>
                </a:moveTo>
                <a:lnTo>
                  <a:pt x="85725" y="38100"/>
                </a:lnTo>
                <a:lnTo>
                  <a:pt x="85725" y="47625"/>
                </a:lnTo>
                <a:lnTo>
                  <a:pt x="76200" y="47625"/>
                </a:lnTo>
                <a:close/>
                <a:moveTo>
                  <a:pt x="228600" y="47625"/>
                </a:moveTo>
                <a:lnTo>
                  <a:pt x="238125" y="47625"/>
                </a:lnTo>
                <a:lnTo>
                  <a:pt x="238125" y="57150"/>
                </a:lnTo>
                <a:lnTo>
                  <a:pt x="228600" y="57150"/>
                </a:lnTo>
                <a:close/>
                <a:moveTo>
                  <a:pt x="2857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28575" y="66675"/>
                </a:lnTo>
                <a:close/>
                <a:moveTo>
                  <a:pt x="238125" y="57150"/>
                </a:moveTo>
                <a:lnTo>
                  <a:pt x="247650" y="57150"/>
                </a:lnTo>
                <a:lnTo>
                  <a:pt x="247650" y="66675"/>
                </a:lnTo>
                <a:lnTo>
                  <a:pt x="238125" y="66675"/>
                </a:lnTo>
                <a:close/>
                <a:moveTo>
                  <a:pt x="247650" y="66675"/>
                </a:moveTo>
                <a:lnTo>
                  <a:pt x="257175" y="66675"/>
                </a:lnTo>
                <a:lnTo>
                  <a:pt x="257175" y="76200"/>
                </a:lnTo>
                <a:lnTo>
                  <a:pt x="247650" y="76200"/>
                </a:lnTo>
                <a:close/>
                <a:moveTo>
                  <a:pt x="276225" y="76200"/>
                </a:moveTo>
                <a:lnTo>
                  <a:pt x="285750" y="76200"/>
                </a:lnTo>
                <a:lnTo>
                  <a:pt x="285750" y="85725"/>
                </a:lnTo>
                <a:lnTo>
                  <a:pt x="276225" y="85725"/>
                </a:lnTo>
                <a:close/>
                <a:moveTo>
                  <a:pt x="9525" y="85725"/>
                </a:moveTo>
                <a:lnTo>
                  <a:pt x="19050" y="85725"/>
                </a:lnTo>
                <a:lnTo>
                  <a:pt x="19050" y="95250"/>
                </a:lnTo>
                <a:lnTo>
                  <a:pt x="9525" y="95250"/>
                </a:lnTo>
                <a:close/>
                <a:moveTo>
                  <a:pt x="28575" y="85725"/>
                </a:moveTo>
                <a:lnTo>
                  <a:pt x="38100" y="85725"/>
                </a:lnTo>
                <a:lnTo>
                  <a:pt x="38100" y="95250"/>
                </a:lnTo>
                <a:lnTo>
                  <a:pt x="28575" y="95250"/>
                </a:lnTo>
                <a:close/>
                <a:moveTo>
                  <a:pt x="200025" y="85725"/>
                </a:moveTo>
                <a:lnTo>
                  <a:pt x="209550" y="85725"/>
                </a:lnTo>
                <a:lnTo>
                  <a:pt x="209550" y="95250"/>
                </a:lnTo>
                <a:lnTo>
                  <a:pt x="200025" y="95250"/>
                </a:lnTo>
                <a:close/>
                <a:moveTo>
                  <a:pt x="142875" y="114300"/>
                </a:moveTo>
                <a:lnTo>
                  <a:pt x="152400" y="114300"/>
                </a:lnTo>
                <a:lnTo>
                  <a:pt x="152400" y="123825"/>
                </a:lnTo>
                <a:lnTo>
                  <a:pt x="142875" y="123825"/>
                </a:lnTo>
                <a:close/>
                <a:moveTo>
                  <a:pt x="219075" y="114300"/>
                </a:moveTo>
                <a:lnTo>
                  <a:pt x="228600" y="114300"/>
                </a:lnTo>
                <a:lnTo>
                  <a:pt x="228600" y="123825"/>
                </a:lnTo>
                <a:lnTo>
                  <a:pt x="219075" y="123825"/>
                </a:lnTo>
                <a:close/>
                <a:moveTo>
                  <a:pt x="142875" y="123825"/>
                </a:moveTo>
                <a:lnTo>
                  <a:pt x="152400" y="123825"/>
                </a:lnTo>
                <a:lnTo>
                  <a:pt x="152400" y="133350"/>
                </a:lnTo>
                <a:lnTo>
                  <a:pt x="142875" y="133350"/>
                </a:lnTo>
                <a:close/>
                <a:moveTo>
                  <a:pt x="276225" y="123825"/>
                </a:moveTo>
                <a:lnTo>
                  <a:pt x="285750" y="123825"/>
                </a:lnTo>
                <a:lnTo>
                  <a:pt x="285750" y="133350"/>
                </a:lnTo>
                <a:lnTo>
                  <a:pt x="276225" y="133350"/>
                </a:lnTo>
                <a:close/>
                <a:moveTo>
                  <a:pt x="0" y="133350"/>
                </a:moveTo>
                <a:lnTo>
                  <a:pt x="19050" y="133350"/>
                </a:lnTo>
                <a:lnTo>
                  <a:pt x="19050" y="142875"/>
                </a:lnTo>
                <a:lnTo>
                  <a:pt x="0" y="142875"/>
                </a:lnTo>
                <a:close/>
                <a:moveTo>
                  <a:pt x="142875" y="133350"/>
                </a:moveTo>
                <a:lnTo>
                  <a:pt x="152400" y="133350"/>
                </a:lnTo>
                <a:lnTo>
                  <a:pt x="152400" y="142875"/>
                </a:lnTo>
                <a:lnTo>
                  <a:pt x="142875" y="142875"/>
                </a:lnTo>
                <a:close/>
                <a:moveTo>
                  <a:pt x="276225" y="133350"/>
                </a:moveTo>
                <a:lnTo>
                  <a:pt x="285750" y="133350"/>
                </a:lnTo>
                <a:lnTo>
                  <a:pt x="285750" y="142875"/>
                </a:lnTo>
                <a:lnTo>
                  <a:pt x="276225" y="142875"/>
                </a:lnTo>
                <a:close/>
                <a:moveTo>
                  <a:pt x="142875" y="142875"/>
                </a:moveTo>
                <a:lnTo>
                  <a:pt x="152400" y="142875"/>
                </a:lnTo>
                <a:lnTo>
                  <a:pt x="152400" y="152400"/>
                </a:lnTo>
                <a:lnTo>
                  <a:pt x="142875" y="152400"/>
                </a:lnTo>
                <a:close/>
                <a:moveTo>
                  <a:pt x="304800" y="142875"/>
                </a:moveTo>
                <a:lnTo>
                  <a:pt x="314325" y="142875"/>
                </a:lnTo>
                <a:lnTo>
                  <a:pt x="314325" y="152400"/>
                </a:lnTo>
                <a:lnTo>
                  <a:pt x="304800" y="152400"/>
                </a:lnTo>
                <a:close/>
                <a:moveTo>
                  <a:pt x="142875" y="152400"/>
                </a:moveTo>
                <a:lnTo>
                  <a:pt x="152400" y="152400"/>
                </a:lnTo>
                <a:lnTo>
                  <a:pt x="152400" y="161925"/>
                </a:lnTo>
                <a:lnTo>
                  <a:pt x="142875" y="161925"/>
                </a:lnTo>
                <a:close/>
                <a:moveTo>
                  <a:pt x="266700" y="152400"/>
                </a:moveTo>
                <a:lnTo>
                  <a:pt x="276225" y="152400"/>
                </a:lnTo>
                <a:lnTo>
                  <a:pt x="276225" y="161925"/>
                </a:lnTo>
                <a:lnTo>
                  <a:pt x="266700" y="161925"/>
                </a:lnTo>
                <a:close/>
                <a:moveTo>
                  <a:pt x="19050" y="161925"/>
                </a:moveTo>
                <a:lnTo>
                  <a:pt x="28575" y="161925"/>
                </a:lnTo>
                <a:lnTo>
                  <a:pt x="28575" y="171450"/>
                </a:lnTo>
                <a:lnTo>
                  <a:pt x="19050" y="171450"/>
                </a:lnTo>
                <a:close/>
                <a:moveTo>
                  <a:pt x="142875" y="161925"/>
                </a:moveTo>
                <a:lnTo>
                  <a:pt x="152400" y="161925"/>
                </a:lnTo>
                <a:lnTo>
                  <a:pt x="152400" y="171450"/>
                </a:lnTo>
                <a:lnTo>
                  <a:pt x="142875" y="171450"/>
                </a:lnTo>
                <a:close/>
                <a:moveTo>
                  <a:pt x="142875" y="171450"/>
                </a:move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close/>
                <a:moveTo>
                  <a:pt x="285750" y="171450"/>
                </a:moveTo>
                <a:lnTo>
                  <a:pt x="295275" y="171450"/>
                </a:lnTo>
                <a:lnTo>
                  <a:pt x="295275" y="180975"/>
                </a:lnTo>
                <a:lnTo>
                  <a:pt x="285750" y="180975"/>
                </a:lnTo>
                <a:close/>
                <a:moveTo>
                  <a:pt x="142875" y="180975"/>
                </a:moveTo>
                <a:lnTo>
                  <a:pt x="152400" y="180975"/>
                </a:lnTo>
                <a:lnTo>
                  <a:pt x="152400" y="190500"/>
                </a:lnTo>
                <a:lnTo>
                  <a:pt x="142875" y="190500"/>
                </a:lnTo>
                <a:close/>
                <a:moveTo>
                  <a:pt x="57150" y="190500"/>
                </a:moveTo>
                <a:lnTo>
                  <a:pt x="66675" y="190500"/>
                </a:lnTo>
                <a:lnTo>
                  <a:pt x="66675" y="200025"/>
                </a:lnTo>
                <a:lnTo>
                  <a:pt x="57150" y="200025"/>
                </a:lnTo>
                <a:close/>
                <a:moveTo>
                  <a:pt x="276225" y="200025"/>
                </a:moveTo>
                <a:lnTo>
                  <a:pt x="285750" y="200025"/>
                </a:lnTo>
                <a:lnTo>
                  <a:pt x="285750" y="209550"/>
                </a:lnTo>
                <a:lnTo>
                  <a:pt x="276225" y="209550"/>
                </a:lnTo>
                <a:close/>
                <a:moveTo>
                  <a:pt x="9525" y="219075"/>
                </a:moveTo>
                <a:lnTo>
                  <a:pt x="19050" y="219075"/>
                </a:lnTo>
                <a:lnTo>
                  <a:pt x="19050" y="228600"/>
                </a:lnTo>
                <a:lnTo>
                  <a:pt x="9525" y="228600"/>
                </a:lnTo>
                <a:close/>
                <a:moveTo>
                  <a:pt x="247650" y="238125"/>
                </a:moveTo>
                <a:lnTo>
                  <a:pt x="257175" y="238125"/>
                </a:lnTo>
                <a:lnTo>
                  <a:pt x="257175" y="247650"/>
                </a:lnTo>
                <a:lnTo>
                  <a:pt x="247650" y="247650"/>
                </a:lnTo>
                <a:close/>
                <a:moveTo>
                  <a:pt x="266700" y="238125"/>
                </a:moveTo>
                <a:lnTo>
                  <a:pt x="276225" y="238125"/>
                </a:lnTo>
                <a:lnTo>
                  <a:pt x="276225" y="247650"/>
                </a:lnTo>
                <a:lnTo>
                  <a:pt x="266700" y="247650"/>
                </a:lnTo>
                <a:close/>
                <a:moveTo>
                  <a:pt x="28575" y="247650"/>
                </a:moveTo>
                <a:lnTo>
                  <a:pt x="38100" y="247650"/>
                </a:lnTo>
                <a:lnTo>
                  <a:pt x="38100" y="257175"/>
                </a:lnTo>
                <a:lnTo>
                  <a:pt x="28575" y="257175"/>
                </a:lnTo>
                <a:close/>
                <a:moveTo>
                  <a:pt x="238125" y="247650"/>
                </a:moveTo>
                <a:lnTo>
                  <a:pt x="247650" y="247650"/>
                </a:lnTo>
                <a:lnTo>
                  <a:pt x="247650" y="257175"/>
                </a:lnTo>
                <a:lnTo>
                  <a:pt x="238125" y="257175"/>
                </a:lnTo>
                <a:close/>
                <a:moveTo>
                  <a:pt x="38100" y="257175"/>
                </a:moveTo>
                <a:lnTo>
                  <a:pt x="47625" y="257175"/>
                </a:lnTo>
                <a:lnTo>
                  <a:pt x="47625" y="266700"/>
                </a:lnTo>
                <a:lnTo>
                  <a:pt x="38100" y="266700"/>
                </a:lnTo>
                <a:close/>
                <a:moveTo>
                  <a:pt x="228600" y="257175"/>
                </a:moveTo>
                <a:lnTo>
                  <a:pt x="238125" y="257175"/>
                </a:lnTo>
                <a:lnTo>
                  <a:pt x="238125" y="266700"/>
                </a:lnTo>
                <a:lnTo>
                  <a:pt x="228600" y="266700"/>
                </a:lnTo>
                <a:close/>
                <a:moveTo>
                  <a:pt x="47625" y="266700"/>
                </a:moveTo>
                <a:lnTo>
                  <a:pt x="57150" y="266700"/>
                </a:lnTo>
                <a:lnTo>
                  <a:pt x="57150" y="276225"/>
                </a:lnTo>
                <a:lnTo>
                  <a:pt x="47625" y="276225"/>
                </a:lnTo>
                <a:close/>
                <a:moveTo>
                  <a:pt x="76200" y="266700"/>
                </a:moveTo>
                <a:lnTo>
                  <a:pt x="85725" y="266700"/>
                </a:lnTo>
                <a:lnTo>
                  <a:pt x="85725" y="276225"/>
                </a:lnTo>
                <a:lnTo>
                  <a:pt x="76200" y="276225"/>
                </a:lnTo>
                <a:close/>
                <a:moveTo>
                  <a:pt x="95250" y="276225"/>
                </a:moveTo>
                <a:lnTo>
                  <a:pt x="104775" y="276225"/>
                </a:lnTo>
                <a:lnTo>
                  <a:pt x="104775" y="285750"/>
                </a:lnTo>
                <a:lnTo>
                  <a:pt x="95250" y="285750"/>
                </a:lnTo>
                <a:close/>
                <a:moveTo>
                  <a:pt x="190500" y="276225"/>
                </a:moveTo>
                <a:lnTo>
                  <a:pt x="200025" y="276225"/>
                </a:lnTo>
                <a:lnTo>
                  <a:pt x="200025" y="285750"/>
                </a:lnTo>
                <a:lnTo>
                  <a:pt x="190500" y="285750"/>
                </a:lnTo>
                <a:close/>
                <a:moveTo>
                  <a:pt x="228600" y="276225"/>
                </a:moveTo>
                <a:lnTo>
                  <a:pt x="238125" y="276225"/>
                </a:lnTo>
                <a:lnTo>
                  <a:pt x="238125" y="285750"/>
                </a:lnTo>
                <a:lnTo>
                  <a:pt x="228600" y="285750"/>
                </a:lnTo>
                <a:close/>
                <a:moveTo>
                  <a:pt x="76200" y="285750"/>
                </a:moveTo>
                <a:lnTo>
                  <a:pt x="85725" y="285750"/>
                </a:lnTo>
                <a:lnTo>
                  <a:pt x="85725" y="295275"/>
                </a:lnTo>
                <a:lnTo>
                  <a:pt x="76200" y="295275"/>
                </a:lnTo>
                <a:close/>
                <a:moveTo>
                  <a:pt x="133350" y="285750"/>
                </a:moveTo>
                <a:lnTo>
                  <a:pt x="171450" y="285750"/>
                </a:lnTo>
                <a:lnTo>
                  <a:pt x="171450" y="295275"/>
                </a:lnTo>
                <a:lnTo>
                  <a:pt x="133350" y="295275"/>
                </a:lnTo>
                <a:close/>
                <a:moveTo>
                  <a:pt x="104775" y="295275"/>
                </a:moveTo>
                <a:lnTo>
                  <a:pt x="114300" y="295275"/>
                </a:lnTo>
                <a:lnTo>
                  <a:pt x="114300" y="304800"/>
                </a:lnTo>
                <a:lnTo>
                  <a:pt x="104775" y="304800"/>
                </a:lnTo>
                <a:close/>
                <a:moveTo>
                  <a:pt x="190500" y="295275"/>
                </a:moveTo>
                <a:lnTo>
                  <a:pt x="200025" y="295275"/>
                </a:lnTo>
                <a:lnTo>
                  <a:pt x="200025" y="304800"/>
                </a:lnTo>
                <a:lnTo>
                  <a:pt x="190500" y="304800"/>
                </a:lnTo>
                <a:close/>
              </a:path>
            </a:pathLst>
          </a:custGeom>
          <a:solidFill>
            <a:srgbClr val="799B63"/>
          </a:solidFill>
          <a:ln>
            <a:noFill/>
          </a:ln>
        </p:spPr>
        <p:txBody>
          <a:bodyPr/>
          <a:p/>
        </p:txBody>
      </p:sp>
      <p:sp>
        <p:nvSpPr>
          <p:cNvPr id="205" name="af-footer-action-icon-freeform-01" descr="{&quot;autofigure_element_id&quot;:&quot;footer-action-icon&quot;}"/>
          <p:cNvSpPr/>
          <p:nvPr/>
        </p:nvSpPr>
        <p:spPr>
          <a:xfrm>
            <a:off x="8458200" y="5314950"/>
            <a:ext cx="323850" cy="295275"/>
          </a:xfrm>
          <a:custGeom>
            <a:avLst/>
            <a:gdLst/>
            <a:ahLst/>
            <a:cxnLst/>
            <a:rect l="0" t="0" r="0" b="0"/>
            <a:pathLst>
              <a:path w="323850" h="295275">
                <a:moveTo>
                  <a:pt x="114300" y="0"/>
                </a:moveTo>
                <a:lnTo>
                  <a:pt x="200025" y="0"/>
                </a:lnTo>
                <a:lnTo>
                  <a:pt x="200025" y="9525"/>
                </a:lnTo>
                <a:lnTo>
                  <a:pt x="114300" y="9525"/>
                </a:lnTo>
                <a:close/>
                <a:moveTo>
                  <a:pt x="85725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85725" y="19050"/>
                </a:lnTo>
                <a:close/>
                <a:moveTo>
                  <a:pt x="180975" y="9525"/>
                </a:moveTo>
                <a:lnTo>
                  <a:pt x="228600" y="9525"/>
                </a:lnTo>
                <a:lnTo>
                  <a:pt x="228600" y="19050"/>
                </a:lnTo>
                <a:lnTo>
                  <a:pt x="180975" y="19050"/>
                </a:lnTo>
                <a:close/>
                <a:moveTo>
                  <a:pt x="76200" y="19050"/>
                </a:moveTo>
                <a:lnTo>
                  <a:pt x="104775" y="19050"/>
                </a:lnTo>
                <a:lnTo>
                  <a:pt x="104775" y="28575"/>
                </a:lnTo>
                <a:lnTo>
                  <a:pt x="76200" y="28575"/>
                </a:lnTo>
                <a:close/>
                <a:moveTo>
                  <a:pt x="209550" y="19050"/>
                </a:moveTo>
                <a:lnTo>
                  <a:pt x="247650" y="19050"/>
                </a:lnTo>
                <a:lnTo>
                  <a:pt x="247650" y="28575"/>
                </a:lnTo>
                <a:lnTo>
                  <a:pt x="209550" y="28575"/>
                </a:lnTo>
                <a:close/>
                <a:moveTo>
                  <a:pt x="57150" y="28575"/>
                </a:moveTo>
                <a:lnTo>
                  <a:pt x="85725" y="28575"/>
                </a:lnTo>
                <a:lnTo>
                  <a:pt x="85725" y="38100"/>
                </a:lnTo>
                <a:lnTo>
                  <a:pt x="57150" y="38100"/>
                </a:lnTo>
                <a:close/>
                <a:moveTo>
                  <a:pt x="228600" y="28575"/>
                </a:moveTo>
                <a:lnTo>
                  <a:pt x="257175" y="28575"/>
                </a:lnTo>
                <a:lnTo>
                  <a:pt x="257175" y="38100"/>
                </a:lnTo>
                <a:lnTo>
                  <a:pt x="228600" y="38100"/>
                </a:lnTo>
                <a:close/>
                <a:moveTo>
                  <a:pt x="47625" y="38100"/>
                </a:moveTo>
                <a:lnTo>
                  <a:pt x="76200" y="38100"/>
                </a:lnTo>
                <a:lnTo>
                  <a:pt x="76200" y="47625"/>
                </a:lnTo>
                <a:lnTo>
                  <a:pt x="47625" y="47625"/>
                </a:lnTo>
                <a:close/>
                <a:moveTo>
                  <a:pt x="247650" y="38100"/>
                </a:moveTo>
                <a:lnTo>
                  <a:pt x="266700" y="38100"/>
                </a:lnTo>
                <a:lnTo>
                  <a:pt x="266700" y="47625"/>
                </a:lnTo>
                <a:lnTo>
                  <a:pt x="247650" y="47625"/>
                </a:lnTo>
                <a:close/>
                <a:moveTo>
                  <a:pt x="47625" y="47625"/>
                </a:moveTo>
                <a:lnTo>
                  <a:pt x="66675" y="47625"/>
                </a:lnTo>
                <a:lnTo>
                  <a:pt x="66675" y="57150"/>
                </a:lnTo>
                <a:lnTo>
                  <a:pt x="47625" y="57150"/>
                </a:lnTo>
                <a:close/>
                <a:moveTo>
                  <a:pt x="257175" y="47625"/>
                </a:moveTo>
                <a:lnTo>
                  <a:pt x="276225" y="47625"/>
                </a:lnTo>
                <a:lnTo>
                  <a:pt x="276225" y="57150"/>
                </a:lnTo>
                <a:lnTo>
                  <a:pt x="257175" y="57150"/>
                </a:lnTo>
                <a:close/>
                <a:moveTo>
                  <a:pt x="38100" y="57150"/>
                </a:moveTo>
                <a:lnTo>
                  <a:pt x="57150" y="57150"/>
                </a:lnTo>
                <a:lnTo>
                  <a:pt x="57150" y="66675"/>
                </a:lnTo>
                <a:lnTo>
                  <a:pt x="38100" y="66675"/>
                </a:lnTo>
                <a:close/>
                <a:moveTo>
                  <a:pt x="266700" y="57150"/>
                </a:moveTo>
                <a:lnTo>
                  <a:pt x="285750" y="57150"/>
                </a:lnTo>
                <a:lnTo>
                  <a:pt x="285750" y="66675"/>
                </a:lnTo>
                <a:lnTo>
                  <a:pt x="266700" y="66675"/>
                </a:lnTo>
                <a:close/>
                <a:moveTo>
                  <a:pt x="28575" y="66675"/>
                </a:moveTo>
                <a:lnTo>
                  <a:pt x="47625" y="66675"/>
                </a:lnTo>
                <a:lnTo>
                  <a:pt x="47625" y="76200"/>
                </a:lnTo>
                <a:lnTo>
                  <a:pt x="28575" y="76200"/>
                </a:lnTo>
                <a:close/>
                <a:moveTo>
                  <a:pt x="266700" y="66675"/>
                </a:moveTo>
                <a:lnTo>
                  <a:pt x="285750" y="66675"/>
                </a:lnTo>
                <a:lnTo>
                  <a:pt x="285750" y="76200"/>
                </a:lnTo>
                <a:lnTo>
                  <a:pt x="266700" y="76200"/>
                </a:lnTo>
                <a:close/>
                <a:moveTo>
                  <a:pt x="28575" y="76200"/>
                </a:moveTo>
                <a:lnTo>
                  <a:pt x="38100" y="76200"/>
                </a:lnTo>
                <a:lnTo>
                  <a:pt x="38100" y="85725"/>
                </a:lnTo>
                <a:lnTo>
                  <a:pt x="28575" y="85725"/>
                </a:lnTo>
                <a:close/>
                <a:moveTo>
                  <a:pt x="276225" y="76200"/>
                </a:moveTo>
                <a:lnTo>
                  <a:pt x="295275" y="76200"/>
                </a:lnTo>
                <a:lnTo>
                  <a:pt x="295275" y="85725"/>
                </a:lnTo>
                <a:lnTo>
                  <a:pt x="276225" y="85725"/>
                </a:lnTo>
                <a:close/>
                <a:moveTo>
                  <a:pt x="19050" y="85725"/>
                </a:moveTo>
                <a:lnTo>
                  <a:pt x="38100" y="85725"/>
                </a:lnTo>
                <a:lnTo>
                  <a:pt x="38100" y="95250"/>
                </a:lnTo>
                <a:lnTo>
                  <a:pt x="19050" y="95250"/>
                </a:lnTo>
                <a:close/>
                <a:moveTo>
                  <a:pt x="209550" y="85725"/>
                </a:moveTo>
                <a:lnTo>
                  <a:pt x="219075" y="85725"/>
                </a:lnTo>
                <a:lnTo>
                  <a:pt x="219075" y="95250"/>
                </a:lnTo>
                <a:lnTo>
                  <a:pt x="209550" y="95250"/>
                </a:lnTo>
                <a:close/>
                <a:moveTo>
                  <a:pt x="276225" y="85725"/>
                </a:moveTo>
                <a:lnTo>
                  <a:pt x="295275" y="85725"/>
                </a:lnTo>
                <a:lnTo>
                  <a:pt x="295275" y="95250"/>
                </a:lnTo>
                <a:lnTo>
                  <a:pt x="276225" y="95250"/>
                </a:lnTo>
                <a:close/>
                <a:moveTo>
                  <a:pt x="209550" y="95250"/>
                </a:moveTo>
                <a:lnTo>
                  <a:pt x="228600" y="95250"/>
                </a:lnTo>
                <a:lnTo>
                  <a:pt x="228600" y="104775"/>
                </a:lnTo>
                <a:lnTo>
                  <a:pt x="209550" y="104775"/>
                </a:lnTo>
                <a:close/>
                <a:moveTo>
                  <a:pt x="285750" y="95250"/>
                </a:moveTo>
                <a:lnTo>
                  <a:pt x="304800" y="95250"/>
                </a:lnTo>
                <a:lnTo>
                  <a:pt x="304800" y="104775"/>
                </a:lnTo>
                <a:lnTo>
                  <a:pt x="285750" y="104775"/>
                </a:lnTo>
                <a:close/>
                <a:moveTo>
                  <a:pt x="66675" y="104775"/>
                </a:moveTo>
                <a:lnTo>
                  <a:pt x="85725" y="104775"/>
                </a:lnTo>
                <a:lnTo>
                  <a:pt x="85725" y="114300"/>
                </a:lnTo>
                <a:lnTo>
                  <a:pt x="66675" y="114300"/>
                </a:lnTo>
                <a:close/>
                <a:moveTo>
                  <a:pt x="114300" y="104775"/>
                </a:moveTo>
                <a:lnTo>
                  <a:pt x="133350" y="104775"/>
                </a:lnTo>
                <a:lnTo>
                  <a:pt x="133350" y="114300"/>
                </a:lnTo>
                <a:lnTo>
                  <a:pt x="114300" y="114300"/>
                </a:lnTo>
                <a:close/>
                <a:moveTo>
                  <a:pt x="161925" y="104775"/>
                </a:moveTo>
                <a:lnTo>
                  <a:pt x="228600" y="104775"/>
                </a:lnTo>
                <a:lnTo>
                  <a:pt x="228600" y="114300"/>
                </a:lnTo>
                <a:lnTo>
                  <a:pt x="161925" y="114300"/>
                </a:lnTo>
                <a:close/>
                <a:moveTo>
                  <a:pt x="285750" y="104775"/>
                </a:moveTo>
                <a:lnTo>
                  <a:pt x="304800" y="104775"/>
                </a:lnTo>
                <a:lnTo>
                  <a:pt x="304800" y="114300"/>
                </a:lnTo>
                <a:lnTo>
                  <a:pt x="285750" y="114300"/>
                </a:lnTo>
                <a:close/>
                <a:moveTo>
                  <a:pt x="66675" y="114300"/>
                </a:moveTo>
                <a:lnTo>
                  <a:pt x="85725" y="114300"/>
                </a:lnTo>
                <a:lnTo>
                  <a:pt x="85725" y="123825"/>
                </a:lnTo>
                <a:lnTo>
                  <a:pt x="66675" y="123825"/>
                </a:lnTo>
                <a:close/>
                <a:moveTo>
                  <a:pt x="114300" y="114300"/>
                </a:moveTo>
                <a:lnTo>
                  <a:pt x="133350" y="114300"/>
                </a:lnTo>
                <a:lnTo>
                  <a:pt x="133350" y="123825"/>
                </a:lnTo>
                <a:lnTo>
                  <a:pt x="114300" y="123825"/>
                </a:lnTo>
                <a:close/>
                <a:moveTo>
                  <a:pt x="161925" y="114300"/>
                </a:moveTo>
                <a:lnTo>
                  <a:pt x="238125" y="114300"/>
                </a:lnTo>
                <a:lnTo>
                  <a:pt x="238125" y="123825"/>
                </a:lnTo>
                <a:lnTo>
                  <a:pt x="161925" y="123825"/>
                </a:lnTo>
                <a:close/>
                <a:moveTo>
                  <a:pt x="295275" y="114300"/>
                </a:moveTo>
                <a:lnTo>
                  <a:pt x="304800" y="114300"/>
                </a:lnTo>
                <a:lnTo>
                  <a:pt x="304800" y="123825"/>
                </a:lnTo>
                <a:lnTo>
                  <a:pt x="295275" y="123825"/>
                </a:lnTo>
                <a:close/>
                <a:moveTo>
                  <a:pt x="66675" y="123825"/>
                </a:moveTo>
                <a:lnTo>
                  <a:pt x="85725" y="123825"/>
                </a:lnTo>
                <a:lnTo>
                  <a:pt x="85725" y="133350"/>
                </a:lnTo>
                <a:lnTo>
                  <a:pt x="66675" y="133350"/>
                </a:lnTo>
                <a:close/>
                <a:moveTo>
                  <a:pt x="114300" y="123825"/>
                </a:moveTo>
                <a:lnTo>
                  <a:pt x="133350" y="123825"/>
                </a:lnTo>
                <a:lnTo>
                  <a:pt x="133350" y="133350"/>
                </a:lnTo>
                <a:lnTo>
                  <a:pt x="114300" y="133350"/>
                </a:lnTo>
                <a:close/>
                <a:moveTo>
                  <a:pt x="161925" y="123825"/>
                </a:moveTo>
                <a:lnTo>
                  <a:pt x="247650" y="123825"/>
                </a:lnTo>
                <a:lnTo>
                  <a:pt x="247650" y="133350"/>
                </a:lnTo>
                <a:lnTo>
                  <a:pt x="161925" y="133350"/>
                </a:lnTo>
                <a:close/>
                <a:moveTo>
                  <a:pt x="295275" y="123825"/>
                </a:moveTo>
                <a:lnTo>
                  <a:pt x="314325" y="123825"/>
                </a:lnTo>
                <a:lnTo>
                  <a:pt x="314325" y="133350"/>
                </a:lnTo>
                <a:lnTo>
                  <a:pt x="295275" y="133350"/>
                </a:lnTo>
                <a:close/>
                <a:moveTo>
                  <a:pt x="0" y="133350"/>
                </a:moveTo>
                <a:lnTo>
                  <a:pt x="38100" y="133350"/>
                </a:lnTo>
                <a:lnTo>
                  <a:pt x="38100" y="142875"/>
                </a:lnTo>
                <a:lnTo>
                  <a:pt x="0" y="142875"/>
                </a:lnTo>
                <a:close/>
                <a:moveTo>
                  <a:pt x="66675" y="133350"/>
                </a:moveTo>
                <a:lnTo>
                  <a:pt x="85725" y="133350"/>
                </a:lnTo>
                <a:lnTo>
                  <a:pt x="85725" y="142875"/>
                </a:lnTo>
                <a:lnTo>
                  <a:pt x="66675" y="142875"/>
                </a:lnTo>
                <a:close/>
                <a:moveTo>
                  <a:pt x="114300" y="133350"/>
                </a:moveTo>
                <a:lnTo>
                  <a:pt x="133350" y="133350"/>
                </a:lnTo>
                <a:lnTo>
                  <a:pt x="133350" y="142875"/>
                </a:lnTo>
                <a:lnTo>
                  <a:pt x="114300" y="142875"/>
                </a:lnTo>
                <a:close/>
                <a:moveTo>
                  <a:pt x="161925" y="133350"/>
                </a:moveTo>
                <a:lnTo>
                  <a:pt x="247650" y="133350"/>
                </a:lnTo>
                <a:lnTo>
                  <a:pt x="247650" y="142875"/>
                </a:lnTo>
                <a:lnTo>
                  <a:pt x="161925" y="142875"/>
                </a:lnTo>
                <a:close/>
                <a:moveTo>
                  <a:pt x="285750" y="133350"/>
                </a:moveTo>
                <a:lnTo>
                  <a:pt x="314325" y="133350"/>
                </a:lnTo>
                <a:lnTo>
                  <a:pt x="314325" y="142875"/>
                </a:lnTo>
                <a:lnTo>
                  <a:pt x="285750" y="142875"/>
                </a:lnTo>
                <a:close/>
                <a:moveTo>
                  <a:pt x="0" y="142875"/>
                </a:moveTo>
                <a:lnTo>
                  <a:pt x="38100" y="142875"/>
                </a:lnTo>
                <a:lnTo>
                  <a:pt x="38100" y="152400"/>
                </a:lnTo>
                <a:lnTo>
                  <a:pt x="0" y="152400"/>
                </a:lnTo>
                <a:close/>
                <a:moveTo>
                  <a:pt x="66675" y="142875"/>
                </a:moveTo>
                <a:lnTo>
                  <a:pt x="85725" y="142875"/>
                </a:lnTo>
                <a:lnTo>
                  <a:pt x="85725" y="152400"/>
                </a:lnTo>
                <a:lnTo>
                  <a:pt x="66675" y="152400"/>
                </a:lnTo>
                <a:close/>
                <a:moveTo>
                  <a:pt x="114300" y="142875"/>
                </a:moveTo>
                <a:lnTo>
                  <a:pt x="133350" y="142875"/>
                </a:lnTo>
                <a:lnTo>
                  <a:pt x="133350" y="152400"/>
                </a:lnTo>
                <a:lnTo>
                  <a:pt x="114300" y="152400"/>
                </a:lnTo>
                <a:close/>
                <a:moveTo>
                  <a:pt x="161925" y="142875"/>
                </a:moveTo>
                <a:lnTo>
                  <a:pt x="257175" y="142875"/>
                </a:lnTo>
                <a:lnTo>
                  <a:pt x="257175" y="152400"/>
                </a:lnTo>
                <a:lnTo>
                  <a:pt x="161925" y="152400"/>
                </a:lnTo>
                <a:close/>
                <a:moveTo>
                  <a:pt x="285750" y="142875"/>
                </a:moveTo>
                <a:lnTo>
                  <a:pt x="323850" y="142875"/>
                </a:lnTo>
                <a:lnTo>
                  <a:pt x="323850" y="152400"/>
                </a:lnTo>
                <a:lnTo>
                  <a:pt x="285750" y="152400"/>
                </a:lnTo>
                <a:close/>
                <a:moveTo>
                  <a:pt x="0" y="152400"/>
                </a:moveTo>
                <a:lnTo>
                  <a:pt x="28575" y="152400"/>
                </a:lnTo>
                <a:lnTo>
                  <a:pt x="28575" y="161925"/>
                </a:lnTo>
                <a:lnTo>
                  <a:pt x="0" y="161925"/>
                </a:lnTo>
                <a:close/>
                <a:moveTo>
                  <a:pt x="66675" y="152400"/>
                </a:moveTo>
                <a:lnTo>
                  <a:pt x="85725" y="152400"/>
                </a:lnTo>
                <a:lnTo>
                  <a:pt x="85725" y="161925"/>
                </a:lnTo>
                <a:lnTo>
                  <a:pt x="66675" y="161925"/>
                </a:lnTo>
                <a:close/>
                <a:moveTo>
                  <a:pt x="114300" y="152400"/>
                </a:moveTo>
                <a:lnTo>
                  <a:pt x="133350" y="152400"/>
                </a:lnTo>
                <a:lnTo>
                  <a:pt x="133350" y="161925"/>
                </a:lnTo>
                <a:lnTo>
                  <a:pt x="114300" y="161925"/>
                </a:lnTo>
                <a:close/>
                <a:moveTo>
                  <a:pt x="161925" y="152400"/>
                </a:moveTo>
                <a:lnTo>
                  <a:pt x="247650" y="152400"/>
                </a:lnTo>
                <a:lnTo>
                  <a:pt x="247650" y="161925"/>
                </a:lnTo>
                <a:lnTo>
                  <a:pt x="161925" y="161925"/>
                </a:lnTo>
                <a:close/>
                <a:moveTo>
                  <a:pt x="285750" y="152400"/>
                </a:moveTo>
                <a:lnTo>
                  <a:pt x="314325" y="152400"/>
                </a:lnTo>
                <a:lnTo>
                  <a:pt x="314325" y="161925"/>
                </a:lnTo>
                <a:lnTo>
                  <a:pt x="285750" y="161925"/>
                </a:lnTo>
                <a:close/>
                <a:moveTo>
                  <a:pt x="9525" y="161925"/>
                </a:moveTo>
                <a:lnTo>
                  <a:pt x="28575" y="161925"/>
                </a:lnTo>
                <a:lnTo>
                  <a:pt x="28575" y="171450"/>
                </a:lnTo>
                <a:lnTo>
                  <a:pt x="9525" y="171450"/>
                </a:lnTo>
                <a:close/>
                <a:moveTo>
                  <a:pt x="66675" y="161925"/>
                </a:moveTo>
                <a:lnTo>
                  <a:pt x="85725" y="161925"/>
                </a:lnTo>
                <a:lnTo>
                  <a:pt x="85725" y="171450"/>
                </a:lnTo>
                <a:lnTo>
                  <a:pt x="66675" y="171450"/>
                </a:lnTo>
                <a:close/>
                <a:moveTo>
                  <a:pt x="114300" y="161925"/>
                </a:moveTo>
                <a:lnTo>
                  <a:pt x="133350" y="161925"/>
                </a:lnTo>
                <a:lnTo>
                  <a:pt x="133350" y="171450"/>
                </a:lnTo>
                <a:lnTo>
                  <a:pt x="114300" y="171450"/>
                </a:lnTo>
                <a:close/>
                <a:moveTo>
                  <a:pt x="161925" y="161925"/>
                </a:moveTo>
                <a:lnTo>
                  <a:pt x="247650" y="161925"/>
                </a:lnTo>
                <a:lnTo>
                  <a:pt x="247650" y="171450"/>
                </a:lnTo>
                <a:lnTo>
                  <a:pt x="161925" y="171450"/>
                </a:lnTo>
                <a:close/>
                <a:moveTo>
                  <a:pt x="9525" y="171450"/>
                </a:moveTo>
                <a:lnTo>
                  <a:pt x="28575" y="171450"/>
                </a:lnTo>
                <a:lnTo>
                  <a:pt x="28575" y="180975"/>
                </a:lnTo>
                <a:lnTo>
                  <a:pt x="9525" y="180975"/>
                </a:lnTo>
                <a:close/>
                <a:moveTo>
                  <a:pt x="66675" y="171450"/>
                </a:moveTo>
                <a:lnTo>
                  <a:pt x="85725" y="171450"/>
                </a:lnTo>
                <a:lnTo>
                  <a:pt x="85725" y="180975"/>
                </a:lnTo>
                <a:lnTo>
                  <a:pt x="66675" y="180975"/>
                </a:lnTo>
                <a:close/>
                <a:moveTo>
                  <a:pt x="114300" y="171450"/>
                </a:moveTo>
                <a:lnTo>
                  <a:pt x="133350" y="171450"/>
                </a:lnTo>
                <a:lnTo>
                  <a:pt x="133350" y="180975"/>
                </a:lnTo>
                <a:lnTo>
                  <a:pt x="114300" y="180975"/>
                </a:lnTo>
                <a:close/>
                <a:moveTo>
                  <a:pt x="161925" y="171450"/>
                </a:moveTo>
                <a:lnTo>
                  <a:pt x="238125" y="171450"/>
                </a:lnTo>
                <a:lnTo>
                  <a:pt x="238125" y="180975"/>
                </a:lnTo>
                <a:lnTo>
                  <a:pt x="161925" y="180975"/>
                </a:lnTo>
                <a:close/>
                <a:moveTo>
                  <a:pt x="9525" y="180975"/>
                </a:moveTo>
                <a:lnTo>
                  <a:pt x="28575" y="180975"/>
                </a:lnTo>
                <a:lnTo>
                  <a:pt x="28575" y="190500"/>
                </a:lnTo>
                <a:lnTo>
                  <a:pt x="9525" y="190500"/>
                </a:lnTo>
                <a:close/>
                <a:moveTo>
                  <a:pt x="76200" y="180975"/>
                </a:moveTo>
                <a:lnTo>
                  <a:pt x="85725" y="180975"/>
                </a:lnTo>
                <a:lnTo>
                  <a:pt x="85725" y="190500"/>
                </a:lnTo>
                <a:lnTo>
                  <a:pt x="76200" y="190500"/>
                </a:lnTo>
                <a:close/>
                <a:moveTo>
                  <a:pt x="114300" y="180975"/>
                </a:moveTo>
                <a:lnTo>
                  <a:pt x="133350" y="180975"/>
                </a:lnTo>
                <a:lnTo>
                  <a:pt x="133350" y="190500"/>
                </a:lnTo>
                <a:lnTo>
                  <a:pt x="114300" y="190500"/>
                </a:lnTo>
                <a:close/>
                <a:moveTo>
                  <a:pt x="161925" y="180975"/>
                </a:moveTo>
                <a:lnTo>
                  <a:pt x="228600" y="180975"/>
                </a:lnTo>
                <a:lnTo>
                  <a:pt x="228600" y="190500"/>
                </a:lnTo>
                <a:lnTo>
                  <a:pt x="161925" y="190500"/>
                </a:lnTo>
                <a:close/>
                <a:moveTo>
                  <a:pt x="19050" y="190500"/>
                </a:moveTo>
                <a:lnTo>
                  <a:pt x="38100" y="190500"/>
                </a:lnTo>
                <a:lnTo>
                  <a:pt x="38100" y="200025"/>
                </a:lnTo>
                <a:lnTo>
                  <a:pt x="19050" y="200025"/>
                </a:lnTo>
                <a:close/>
                <a:moveTo>
                  <a:pt x="209550" y="190500"/>
                </a:moveTo>
                <a:lnTo>
                  <a:pt x="228600" y="190500"/>
                </a:lnTo>
                <a:lnTo>
                  <a:pt x="228600" y="200025"/>
                </a:lnTo>
                <a:lnTo>
                  <a:pt x="209550" y="200025"/>
                </a:lnTo>
                <a:close/>
                <a:moveTo>
                  <a:pt x="19050" y="200025"/>
                </a:moveTo>
                <a:lnTo>
                  <a:pt x="38100" y="200025"/>
                </a:lnTo>
                <a:lnTo>
                  <a:pt x="38100" y="209550"/>
                </a:lnTo>
                <a:lnTo>
                  <a:pt x="19050" y="209550"/>
                </a:lnTo>
                <a:close/>
                <a:moveTo>
                  <a:pt x="209550" y="200025"/>
                </a:moveTo>
                <a:lnTo>
                  <a:pt x="219075" y="200025"/>
                </a:lnTo>
                <a:lnTo>
                  <a:pt x="219075" y="209550"/>
                </a:lnTo>
                <a:lnTo>
                  <a:pt x="209550" y="209550"/>
                </a:lnTo>
                <a:close/>
                <a:moveTo>
                  <a:pt x="276225" y="200025"/>
                </a:moveTo>
                <a:lnTo>
                  <a:pt x="295275" y="200025"/>
                </a:lnTo>
                <a:lnTo>
                  <a:pt x="295275" y="209550"/>
                </a:lnTo>
                <a:lnTo>
                  <a:pt x="276225" y="209550"/>
                </a:lnTo>
                <a:close/>
                <a:moveTo>
                  <a:pt x="28575" y="209550"/>
                </a:moveTo>
                <a:lnTo>
                  <a:pt x="47625" y="209550"/>
                </a:lnTo>
                <a:lnTo>
                  <a:pt x="47625" y="219075"/>
                </a:lnTo>
                <a:lnTo>
                  <a:pt x="28575" y="219075"/>
                </a:lnTo>
                <a:close/>
                <a:moveTo>
                  <a:pt x="276225" y="209550"/>
                </a:moveTo>
                <a:lnTo>
                  <a:pt x="295275" y="209550"/>
                </a:lnTo>
                <a:lnTo>
                  <a:pt x="295275" y="219075"/>
                </a:lnTo>
                <a:lnTo>
                  <a:pt x="276225" y="219075"/>
                </a:lnTo>
                <a:close/>
                <a:moveTo>
                  <a:pt x="28575" y="219075"/>
                </a:moveTo>
                <a:lnTo>
                  <a:pt x="47625" y="219075"/>
                </a:lnTo>
                <a:lnTo>
                  <a:pt x="47625" y="228600"/>
                </a:lnTo>
                <a:lnTo>
                  <a:pt x="28575" y="228600"/>
                </a:lnTo>
                <a:close/>
                <a:moveTo>
                  <a:pt x="266700" y="219075"/>
                </a:moveTo>
                <a:lnTo>
                  <a:pt x="285750" y="219075"/>
                </a:lnTo>
                <a:lnTo>
                  <a:pt x="285750" y="228600"/>
                </a:lnTo>
                <a:lnTo>
                  <a:pt x="266700" y="228600"/>
                </a:lnTo>
                <a:close/>
                <a:moveTo>
                  <a:pt x="38100" y="228600"/>
                </a:moveTo>
                <a:lnTo>
                  <a:pt x="57150" y="228600"/>
                </a:lnTo>
                <a:lnTo>
                  <a:pt x="57150" y="238125"/>
                </a:lnTo>
                <a:lnTo>
                  <a:pt x="38100" y="238125"/>
                </a:lnTo>
                <a:close/>
                <a:moveTo>
                  <a:pt x="266700" y="228600"/>
                </a:moveTo>
                <a:lnTo>
                  <a:pt x="276225" y="228600"/>
                </a:lnTo>
                <a:lnTo>
                  <a:pt x="276225" y="238125"/>
                </a:lnTo>
                <a:lnTo>
                  <a:pt x="266700" y="238125"/>
                </a:lnTo>
                <a:close/>
                <a:moveTo>
                  <a:pt x="47625" y="238125"/>
                </a:moveTo>
                <a:lnTo>
                  <a:pt x="66675" y="238125"/>
                </a:lnTo>
                <a:lnTo>
                  <a:pt x="66675" y="247650"/>
                </a:lnTo>
                <a:lnTo>
                  <a:pt x="47625" y="247650"/>
                </a:lnTo>
                <a:close/>
                <a:moveTo>
                  <a:pt x="257175" y="238125"/>
                </a:moveTo>
                <a:lnTo>
                  <a:pt x="276225" y="238125"/>
                </a:lnTo>
                <a:lnTo>
                  <a:pt x="276225" y="247650"/>
                </a:lnTo>
                <a:lnTo>
                  <a:pt x="257175" y="247650"/>
                </a:lnTo>
                <a:close/>
                <a:moveTo>
                  <a:pt x="57150" y="247650"/>
                </a:moveTo>
                <a:lnTo>
                  <a:pt x="76200" y="247650"/>
                </a:lnTo>
                <a:lnTo>
                  <a:pt x="76200" y="257175"/>
                </a:lnTo>
                <a:lnTo>
                  <a:pt x="57150" y="257175"/>
                </a:lnTo>
                <a:close/>
                <a:moveTo>
                  <a:pt x="247650" y="247650"/>
                </a:moveTo>
                <a:lnTo>
                  <a:pt x="266700" y="247650"/>
                </a:lnTo>
                <a:lnTo>
                  <a:pt x="266700" y="257175"/>
                </a:lnTo>
                <a:lnTo>
                  <a:pt x="247650" y="257175"/>
                </a:lnTo>
                <a:close/>
                <a:moveTo>
                  <a:pt x="66675" y="257175"/>
                </a:moveTo>
                <a:lnTo>
                  <a:pt x="85725" y="257175"/>
                </a:lnTo>
                <a:lnTo>
                  <a:pt x="85725" y="266700"/>
                </a:lnTo>
                <a:lnTo>
                  <a:pt x="66675" y="266700"/>
                </a:lnTo>
                <a:close/>
                <a:moveTo>
                  <a:pt x="228600" y="257175"/>
                </a:moveTo>
                <a:lnTo>
                  <a:pt x="257175" y="257175"/>
                </a:lnTo>
                <a:lnTo>
                  <a:pt x="257175" y="266700"/>
                </a:lnTo>
                <a:lnTo>
                  <a:pt x="228600" y="266700"/>
                </a:lnTo>
                <a:close/>
                <a:moveTo>
                  <a:pt x="76200" y="266700"/>
                </a:moveTo>
                <a:lnTo>
                  <a:pt x="104775" y="266700"/>
                </a:lnTo>
                <a:lnTo>
                  <a:pt x="104775" y="276225"/>
                </a:lnTo>
                <a:lnTo>
                  <a:pt x="76200" y="276225"/>
                </a:lnTo>
                <a:close/>
                <a:moveTo>
                  <a:pt x="209550" y="266700"/>
                </a:moveTo>
                <a:lnTo>
                  <a:pt x="238125" y="266700"/>
                </a:lnTo>
                <a:lnTo>
                  <a:pt x="238125" y="276225"/>
                </a:lnTo>
                <a:lnTo>
                  <a:pt x="209550" y="276225"/>
                </a:lnTo>
                <a:close/>
                <a:moveTo>
                  <a:pt x="95250" y="276225"/>
                </a:moveTo>
                <a:lnTo>
                  <a:pt x="142875" y="276225"/>
                </a:lnTo>
                <a:lnTo>
                  <a:pt x="142875" y="285750"/>
                </a:lnTo>
                <a:lnTo>
                  <a:pt x="95250" y="285750"/>
                </a:lnTo>
                <a:close/>
                <a:moveTo>
                  <a:pt x="180975" y="276225"/>
                </a:moveTo>
                <a:lnTo>
                  <a:pt x="228600" y="276225"/>
                </a:lnTo>
                <a:lnTo>
                  <a:pt x="228600" y="285750"/>
                </a:lnTo>
                <a:lnTo>
                  <a:pt x="180975" y="285750"/>
                </a:lnTo>
                <a:close/>
                <a:moveTo>
                  <a:pt x="123825" y="285750"/>
                </a:moveTo>
                <a:lnTo>
                  <a:pt x="200025" y="285750"/>
                </a:lnTo>
                <a:lnTo>
                  <a:pt x="200025" y="295275"/>
                </a:lnTo>
                <a:lnTo>
                  <a:pt x="123825" y="295275"/>
                </a:lnTo>
                <a:close/>
              </a:path>
            </a:pathLst>
          </a:custGeom>
          <a:solidFill>
            <a:srgbClr val="59853B"/>
          </a:solidFill>
          <a:ln>
            <a:noFill/>
          </a:ln>
        </p:spPr>
        <p:txBody>
          <a:bodyPr/>
          <a:p/>
        </p:txBody>
      </p:sp>
      <p:sp>
        <p:nvSpPr>
          <p:cNvPr id="206" name="af-svg-text-0064-text-01" descr="{&quot;autofigure_element_id&quot;:&quot;svg-text-0064&quot;}"/>
          <p:cNvSpPr txBox="1"/>
          <p:nvPr/>
        </p:nvSpPr>
        <p:spPr>
          <a:xfrm>
            <a:off x="8829675" y="5335429"/>
            <a:ext cx="894112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action</a:t>
            </a:r>
          </a:p>
        </p:txBody>
      </p:sp>
      <p:cxnSp>
        <p:nvCxnSpPr>
          <p:cNvPr id="207" name="af-reward-to-joint-optimization-connector-01" descr="{&quot;arrow_spec_sha256&quot;:&quot;df68e318f59cff777670bf61eda688055a7d70b4195f25051e9f9d32f4a755ef&quot;,&quot;autofigure_element_id&quot;:&quot;reward-to-joint-optimization&quot;}"/>
          <p:cNvCxnSpPr/>
          <p:nvPr/>
        </p:nvCxnSpPr>
        <p:spPr>
          <a:xfrm flipH="1">
            <a:off x="5848350" y="5448300"/>
            <a:ext cx="514350" cy="0"/>
          </a:xfrm>
          <a:prstGeom prst="line">
            <a:avLst/>
          </a:prstGeom>
          <a:ln w="95250" cap="rnd">
            <a:solidFill>
              <a:srgbClr val="D87478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af-behavior-to-reward-connector-01" descr="{&quot;arrow_spec_sha256&quot;:&quot;e16f24f59f0f086747dbd93591459f0e4dea3810b4dbca1884890b93e242db08&quot;,&quot;autofigure_element_id&quot;:&quot;behavior-to-reward&quot;}"/>
          <p:cNvCxnSpPr/>
          <p:nvPr/>
        </p:nvCxnSpPr>
        <p:spPr>
          <a:xfrm flipH="1">
            <a:off x="9601200" y="4972050"/>
            <a:ext cx="457200" cy="200025"/>
          </a:xfrm>
          <a:prstGeom prst="line">
            <a:avLst/>
          </a:prstGeom>
          <a:ln w="95250" cap="rnd">
            <a:solidFill>
              <a:srgbClr val="D87478"/>
            </a:solidFill>
            <a:round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af-interaction-arrow-connector-01" descr="{&quot;arrow_spec_sha256&quot;:&quot;3e9e8252c7b7430038b037ad59bc8a517059e4767af07e45c7fb94f51e2092b0&quot;,&quot;autofigure_element_id&quot;:&quot;interaction-arrow&quot;}"/>
          <p:cNvCxnSpPr/>
          <p:nvPr/>
        </p:nvCxnSpPr>
        <p:spPr>
          <a:xfrm>
            <a:off x="9696450" y="5448300"/>
            <a:ext cx="1476375" cy="0"/>
          </a:xfrm>
          <a:prstGeom prst="line">
            <a:avLst/>
          </a:prstGeom>
          <a:ln w="38100" cap="rnd">
            <a:solidFill>
              <a:srgbClr val="777777"/>
            </a:solidFill>
            <a:miter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af-svg-text-0065-text-01" descr="{&quot;autofigure_element_id&quot;:&quot;svg-text-0065&quot;}"/>
          <p:cNvSpPr txBox="1"/>
          <p:nvPr/>
        </p:nvSpPr>
        <p:spPr>
          <a:xfrm>
            <a:off x="9842659" y="5181124"/>
            <a:ext cx="115538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>
                <a:solidFill>
                  <a:srgbClr val="111111"/>
                </a:solidFill>
                <a:latin typeface="Arial"/>
              </a:rPr>
              <a:t>interaction</a:t>
            </a:r>
          </a:p>
        </p:txBody>
      </p:sp>
      <p:pic>
        <p:nvPicPr>
          <p:cNvPr id="211" name="af-atomic-environment-globe-atomic-raster-01" descr="{&quot;autofigure_element_id&quot;:&quot;atomic:environment-globe&quot;}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15700" y="5076825"/>
            <a:ext cx="762000" cy="771525"/>
          </a:xfrm>
          <a:prstGeom prst="rect">
            <a:avLst/>
          </a:prstGeom>
        </p:spPr>
      </p:pic>
      <p:sp>
        <p:nvSpPr>
          <p:cNvPr id="212" name="af-svg-text-0066-text-01" descr="{&quot;autofigure_element_id&quot;:&quot;svg-text-0066&quot;}"/>
          <p:cNvSpPr txBox="1"/>
          <p:nvPr/>
        </p:nvSpPr>
        <p:spPr>
          <a:xfrm>
            <a:off x="12125325" y="5421154"/>
            <a:ext cx="1485900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25">
                <a:solidFill>
                  <a:srgbClr val="111111"/>
                </a:solidFill>
                <a:latin typeface="Arial"/>
              </a:rPr>
              <a:t>Environment</a:t>
            </a:r>
          </a:p>
        </p:txBody>
      </p:sp>
    </p:spTree>
  </p:cSld>
  <p:clrMapOvr>
    <a:masterClrMapping/>
  </p:clrMapOvr>
</p:sld>
</file>

<file path=ppt/tags/tag1.xml><?xml version="1.0" encoding="utf-8"?>
<ns0:tagLst xmlns:ns0="http://schemas.openxmlformats.org/presentationml/2006/main">
  <ns0:tag name="AISCIENTIFICILLUSTRATORASSETID" val="atomic:observation"/>
  <ns0:tag name="AISCIENTIFICILLUSTRATORSOURCESHA256" val="61c6c0a2d3ee6722cb36713edacd8310a676e2855245e250f1f1a8cae56f5e9f"/>
  <ns0:tag name="AISCIENTIFICILLUSTRATORRASTERREASON" val="Reference-faithful irreducible creative microasset authorized by the user."/>
  <ns0:tag name="AISCIENTIFICILLUSTRATORSOURCETIGHTLYCROPPED" val="True"/>
  <ns0:tag name="AISCIENTIFICILLUSTRATORATOMICRASTERUNIT" val="True"/>
  <ns0:tag name="AISCIENTIFICILLUSTRATORCONTAINSRECONSTRUCTABLECONTENT" val="False"/>
  <ns0:tag name="AISCIENTIFICILLUSTRATORDECOMPOSITIONNOTE" val="No faithful native decomposition; formal text, formulas, nodes, and topology remain native."/>
</ns0:tagLst>
</file>

<file path=ppt/tags/tag2.xml><?xml version="1.0" encoding="utf-8"?>
<ns0:tagLst xmlns:ns0="http://schemas.openxmlformats.org/presentationml/2006/main">
  <ns0:tag name="AISCIENTIFICILLUSTRATORASSETID" val="atomic:environment-globe"/>
  <ns0:tag name="AISCIENTIFICILLUSTRATORSOURCESHA256" val="3bfe64f24f546aab0797223e0256f9da48314e668dc18d93a0b27347b84ba21d"/>
  <ns0:tag name="AISCIENTIFICILLUSTRATORRASTERREASON" val="Reference-faithful irreducible creative microasset authorized by the user."/>
  <ns0:tag name="AISCIENTIFICILLUSTRATORSOURCETIGHTLYCROPPED" val="True"/>
  <ns0:tag name="AISCIENTIFICILLUSTRATORATOMICRASTERUNIT" val="True"/>
  <ns0:tag name="AISCIENTIFICILLUSTRATORCONTAINSRECONSTRUCTABLECONTENT" val="False"/>
  <ns0:tag name="AISCIENTIFICILLUSTRATORDECOMPOSITIONNOTE" val="No faithful native decomposition; formal text, formulas, nodes, and topology remain native."/>
</ns0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