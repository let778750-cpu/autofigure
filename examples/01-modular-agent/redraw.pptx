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-6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</a:ln>
        </p:spPr>
      </p:sp>
      <p:sp>
        <p:nvSpPr>
          <p:cNvPr id="7" name="TextBox 6"/>
          <p:cNvSpPr txBox="1"/>
          <p:nvPr/>
        </p:nvSpPr>
        <p:spPr>
          <a:xfrm>
            <a:off x="1076325" y="285750"/>
            <a:ext cx="18135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552450"/>
            <a:ext cx="235839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-10"/>
          <p:cNvSpPr/>
          <p:nvPr/>
        </p:nvSpPr>
        <p:spPr>
          <a:xfrm>
            <a:off x="3952875" y="485775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sp>
        <p:nvSpPr>
          <p:cNvPr id="11" name="Rounded Rectangle 10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378" y="295275"/>
            <a:ext cx="36004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8642" y="561975"/>
            <a:ext cx="69151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-15"/>
          <p:cNvSpPr/>
          <p:nvPr/>
        </p:nvSpPr>
        <p:spPr>
          <a:xfrm>
            <a:off x="5543550" y="485775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sp>
        <p:nvSpPr>
          <p:cNvPr id="16" name="Rectangle 15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3638" y="58103"/>
            <a:ext cx="10477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i="1" b="1">
                <a:solidFill>
                  <a:srgbClr val="111111"/>
                </a:solidFill>
                <a:latin typeface="Times New Roman"/>
              </a:rPr>
              <a:t>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-22"/>
          <p:cNvSpPr/>
          <p:nvPr/>
        </p:nvSpPr>
        <p:spPr>
          <a:xfrm>
            <a:off x="7153275" y="485775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sp>
        <p:nvSpPr>
          <p:cNvPr id="23" name="Rounded Rectangle 22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1450" y="447199"/>
            <a:ext cx="675037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456248"/>
            <a:ext cx="380619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 i="1" b="1">
                <a:solidFill>
                  <a:srgbClr val="111111"/>
                </a:solidFill>
                <a:latin typeface="Times New Roman"/>
              </a:rPr>
              <a:t>f</a:t>
            </a:r>
            <a:r>
              <a:rPr sz="975" i="1" b="1" baseline="-25000">
                <a:solidFill>
                  <a:srgbClr val="111111"/>
                </a:solidFill>
                <a:latin typeface="Times New Roman"/>
              </a:rPr>
              <a:t>map</a:t>
            </a:r>
          </a:p>
        </p:txBody>
      </p:sp>
      <p:sp>
        <p:nvSpPr>
          <p:cNvPr id="26" name="freeform-26"/>
          <p:cNvSpPr/>
          <p:nvPr/>
        </p:nvSpPr>
        <p:spPr>
          <a:xfrm>
            <a:off x="9105900" y="590550"/>
            <a:ext cx="676275" cy="790575"/>
          </a:xfrm>
          <a:custGeom>
            <a:avLst/>
            <a:gdLst/>
            <a:ahLst/>
            <a:cxnLst/>
            <a:rect l="0" t="0" r="0" b="0"/>
            <a:pathLst>
              <a:path w="676275" h="790575">
                <a:moveTo>
                  <a:pt x="0" y="0"/>
                </a:moveTo>
                <a:lnTo>
                  <a:pt x="676275" y="790575"/>
                </a:lnTo>
              </a:path>
            </a:pathLst>
          </a:custGeom>
          <a:noFill/>
          <a:ln w="57150" cap="rnd">
            <a:solidFill>
              <a:srgbClr val="777777"/>
            </a:solidFill>
          </a:ln>
        </p:spPr>
      </p:sp>
      <p:sp>
        <p:nvSpPr>
          <p:cNvPr id="27" name="freeform-27"/>
          <p:cNvSpPr/>
          <p:nvPr/>
        </p:nvSpPr>
        <p:spPr>
          <a:xfrm>
            <a:off x="9709881" y="1305692"/>
            <a:ext cx="72294" cy="75433"/>
          </a:xfrm>
          <a:custGeom>
            <a:avLst/>
            <a:gdLst/>
            <a:ahLst/>
            <a:cxnLst/>
            <a:rect l="0" t="0" r="0" b="0"/>
            <a:pathLst>
              <a:path w="72294" h="75433">
                <a:moveTo>
                  <a:pt x="57905" y="0"/>
                </a:moveTo>
                <a:lnTo>
                  <a:pt x="72294" y="75433"/>
                </a:lnTo>
                <a:lnTo>
                  <a:pt x="0" y="49533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cxnSp>
        <p:nvCxnSpPr>
          <p:cNvPr id="28" name="Connector 27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-29"/>
          <p:cNvSpPr/>
          <p:nvPr/>
        </p:nvSpPr>
        <p:spPr>
          <a:xfrm>
            <a:off x="6257925" y="1123950"/>
            <a:ext cx="76200" cy="66675"/>
          </a:xfrm>
          <a:custGeom>
            <a:avLst/>
            <a:gdLst/>
            <a:ahLst/>
            <a:cxnLst/>
            <a:rect l="0" t="0" r="0" b="0"/>
            <a:pathLst>
              <a:path w="76200" h="66675">
                <a:moveTo>
                  <a:pt x="76200" y="0"/>
                </a:moveTo>
                <a:lnTo>
                  <a:pt x="38100" y="66675"/>
                </a:ln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3567B7"/>
            </a:solidFill>
          </a:ln>
        </p:spPr>
      </p:sp>
      <p:sp>
        <p:nvSpPr>
          <p:cNvPr id="30" name="Rounded Rectangle 29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97971" y="237173"/>
            <a:ext cx="34975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20525" y="246698"/>
            <a:ext cx="121901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26260" y="637222"/>
            <a:ext cx="29318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20525" y="637222"/>
            <a:ext cx="125158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525" y="1298258"/>
            <a:ext cx="2949511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8250" y="1371600"/>
            <a:ext cx="249555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41" name="freeform-41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65000"/>
                </a:srgbClr>
              </a:gs>
              <a:gs pos="100000">
                <a:srgbClr val="9DBCE9">
                  <a:alpha val="5000"/>
                </a:srgbClr>
              </a:gs>
            </a:gsLst>
            <a:lin ang="5400000" scaled="1"/>
          </a:gradFill>
        </p:spPr>
      </p:sp>
      <p:sp>
        <p:nvSpPr>
          <p:cNvPr id="42" name="Rectangle 41"/>
          <p:cNvSpPr/>
          <p:nvPr/>
        </p:nvSpPr>
        <p:spPr>
          <a:xfrm>
            <a:off x="419100" y="2819400"/>
            <a:ext cx="742950" cy="590550"/>
          </a:xfrm>
          <a:prstGeom prst="rect">
            <a:avLst/>
          </a:prstGeom>
          <a:solidFill>
            <a:srgbClr val="11111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5300" y="2886075"/>
            <a:ext cx="742950" cy="590550"/>
          </a:xfrm>
          <a:prstGeom prst="rect">
            <a:avLst/>
          </a:prstGeom>
          <a:solidFill>
            <a:srgbClr val="11111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1500" y="2952750"/>
            <a:ext cx="742950" cy="590550"/>
          </a:xfrm>
          <a:prstGeom prst="rect">
            <a:avLst/>
          </a:prstGeom>
          <a:solidFill>
            <a:srgbClr val="11111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81025" y="2962275"/>
            <a:ext cx="733425" cy="581025"/>
          </a:xfrm>
          <a:prstGeom prst="rect">
            <a:avLst/>
          </a:prstGeom>
          <a:solidFill>
            <a:srgbClr val="15151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7225" y="3333750"/>
            <a:ext cx="323850" cy="16192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28675" y="3019425"/>
            <a:ext cx="0" cy="295275"/>
          </a:xfrm>
          <a:prstGeom prst="line">
            <a:avLst/>
          </a:prstGeom>
          <a:ln w="66675" cap="rnd">
            <a:solidFill>
              <a:srgbClr val="F5F5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71525" y="2990850"/>
            <a:ext cx="114300" cy="114300"/>
          </a:xfrm>
          <a:prstGeom prst="ellipse">
            <a:avLst/>
          </a:prstGeom>
          <a:solidFill>
            <a:srgbClr val="DDDDDD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-49"/>
          <p:cNvSpPr/>
          <p:nvPr/>
        </p:nvSpPr>
        <p:spPr>
          <a:xfrm>
            <a:off x="828675" y="3095625"/>
            <a:ext cx="161925" cy="314325"/>
          </a:xfrm>
          <a:custGeom>
            <a:avLst/>
            <a:gdLst/>
            <a:ahLst/>
            <a:cxnLst/>
            <a:rect l="0" t="0" r="0" b="0"/>
            <a:pathLst>
              <a:path w="161925" h="314325">
                <a:moveTo>
                  <a:pt x="0" y="0"/>
                </a:moveTo>
                <a:cubicBezTo>
                  <a:pt x="101600" y="25400"/>
                  <a:pt x="155575" y="79375"/>
                  <a:pt x="161925" y="161925"/>
                </a:cubicBezTo>
                <a:cubicBezTo>
                  <a:pt x="161925" y="231775"/>
                  <a:pt x="133350" y="282575"/>
                  <a:pt x="76200" y="314325"/>
                </a:cubicBezTo>
              </a:path>
            </a:pathLst>
          </a:custGeom>
          <a:noFill/>
          <a:ln w="57150" cap="rnd">
            <a:solidFill>
              <a:srgbClr val="DDDDDD"/>
            </a:solidFill>
          </a:ln>
        </p:spPr>
      </p:sp>
      <p:sp>
        <p:nvSpPr>
          <p:cNvPr id="50" name="Oval 49"/>
          <p:cNvSpPr/>
          <p:nvPr/>
        </p:nvSpPr>
        <p:spPr>
          <a:xfrm>
            <a:off x="952500" y="3200400"/>
            <a:ext cx="95250" cy="95250"/>
          </a:xfrm>
          <a:prstGeom prst="ellipse">
            <a:avLst/>
          </a:prstGeom>
          <a:solidFill>
            <a:srgbClr val="EEEEEE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2975" y="3343275"/>
            <a:ext cx="314325" cy="95250"/>
          </a:xfrm>
          <a:prstGeom prst="rect">
            <a:avLst/>
          </a:prstGeom>
          <a:solidFill>
            <a:srgbClr val="5AA4E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85850" y="3267075"/>
            <a:ext cx="95250" cy="95250"/>
          </a:xfrm>
          <a:prstGeom prst="ellipse">
            <a:avLst/>
          </a:prstGeom>
          <a:solidFill>
            <a:srgbClr val="F0A94D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09675" y="3238500"/>
            <a:ext cx="66675" cy="114300"/>
          </a:xfrm>
          <a:prstGeom prst="rect">
            <a:avLst/>
          </a:prstGeom>
          <a:solidFill>
            <a:srgbClr val="D55B3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-54"/>
          <p:cNvSpPr/>
          <p:nvPr/>
        </p:nvSpPr>
        <p:spPr>
          <a:xfrm>
            <a:off x="1187450" y="3105150"/>
            <a:ext cx="98425" cy="133350"/>
          </a:xfrm>
          <a:custGeom>
            <a:avLst/>
            <a:gdLst/>
            <a:ahLst/>
            <a:cxnLst/>
            <a:rect l="0" t="0" r="0" b="0"/>
            <a:pathLst>
              <a:path w="98425" h="133350">
                <a:moveTo>
                  <a:pt x="50800" y="133350"/>
                </a:moveTo>
                <a:cubicBezTo>
                  <a:pt x="6350" y="88900"/>
                  <a:pt x="0" y="57150"/>
                  <a:pt x="31750" y="38100"/>
                </a:cubicBezTo>
                <a:moveTo>
                  <a:pt x="50800" y="133350"/>
                </a:moveTo>
                <a:cubicBezTo>
                  <a:pt x="88900" y="82550"/>
                  <a:pt x="98425" y="44450"/>
                  <a:pt x="79375" y="19050"/>
                </a:cubicBezTo>
                <a:moveTo>
                  <a:pt x="50800" y="133350"/>
                </a:moveTo>
                <a:cubicBezTo>
                  <a:pt x="44450" y="69850"/>
                  <a:pt x="41275" y="25400"/>
                  <a:pt x="41275" y="0"/>
                </a:cubicBezTo>
              </a:path>
            </a:pathLst>
          </a:custGeom>
          <a:noFill/>
          <a:ln w="19050" cap="rnd">
            <a:solidFill>
              <a:srgbClr val="4C9F42"/>
            </a:solidFill>
          </a:ln>
        </p:spPr>
      </p:sp>
      <p:sp>
        <p:nvSpPr>
          <p:cNvPr id="55" name="TextBox 54"/>
          <p:cNvSpPr txBox="1"/>
          <p:nvPr/>
        </p:nvSpPr>
        <p:spPr>
          <a:xfrm>
            <a:off x="314325" y="3392329"/>
            <a:ext cx="197168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6700" y="3668554"/>
            <a:ext cx="1123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sp>
        <p:nvSpPr>
          <p:cNvPr id="57" name="freeform-57"/>
          <p:cNvSpPr/>
          <p:nvPr/>
        </p:nvSpPr>
        <p:spPr>
          <a:xfrm>
            <a:off x="1362075" y="2819400"/>
            <a:ext cx="342900" cy="200025"/>
          </a:xfrm>
          <a:custGeom>
            <a:avLst/>
            <a:gdLst/>
            <a:ahLst/>
            <a:cxnLst/>
            <a:rect l="0" t="0" r="0" b="0"/>
            <a:pathLst>
              <a:path w="342900" h="200025">
                <a:moveTo>
                  <a:pt x="0" y="200025"/>
                </a:moveTo>
                <a:lnTo>
                  <a:pt x="342900" y="0"/>
                </a:lnTo>
              </a:path>
            </a:pathLst>
          </a:custGeom>
          <a:noFill/>
          <a:ln w="38100" cap="rnd">
            <a:solidFill>
              <a:srgbClr val="EF7D2B"/>
            </a:solidFill>
          </a:ln>
        </p:spPr>
      </p:sp>
      <p:sp>
        <p:nvSpPr>
          <p:cNvPr id="58" name="freeform-58"/>
          <p:cNvSpPr/>
          <p:nvPr/>
        </p:nvSpPr>
        <p:spPr>
          <a:xfrm>
            <a:off x="1628185" y="2819400"/>
            <a:ext cx="76790" cy="66506"/>
          </a:xfrm>
          <a:custGeom>
            <a:avLst/>
            <a:gdLst/>
            <a:ahLst/>
            <a:cxnLst/>
            <a:rect l="0" t="0" r="0" b="0"/>
            <a:pathLst>
              <a:path w="76790" h="66506">
                <a:moveTo>
                  <a:pt x="0" y="686"/>
                </a:moveTo>
                <a:lnTo>
                  <a:pt x="76790" y="0"/>
                </a:lnTo>
                <a:lnTo>
                  <a:pt x="38395" y="66506"/>
                </a:lnTo>
              </a:path>
            </a:pathLst>
          </a:custGeom>
          <a:noFill/>
          <a:ln w="19050" cap="rnd">
            <a:solidFill>
              <a:srgbClr val="EF7D2B"/>
            </a:solidFill>
          </a:ln>
        </p:spPr>
      </p:sp>
      <p:sp>
        <p:nvSpPr>
          <p:cNvPr id="59" name="freeform-59"/>
          <p:cNvSpPr/>
          <p:nvPr/>
        </p:nvSpPr>
        <p:spPr>
          <a:xfrm>
            <a:off x="1362075" y="3581400"/>
            <a:ext cx="342900" cy="219075"/>
          </a:xfrm>
          <a:custGeom>
            <a:avLst/>
            <a:gdLst/>
            <a:ahLst/>
            <a:cxnLst/>
            <a:rect l="0" t="0" r="0" b="0"/>
            <a:pathLst>
              <a:path w="342900" h="219075">
                <a:moveTo>
                  <a:pt x="0" y="0"/>
                </a:moveTo>
                <a:lnTo>
                  <a:pt x="342900" y="219075"/>
                </a:lnTo>
              </a:path>
            </a:pathLst>
          </a:custGeom>
          <a:noFill/>
          <a:ln w="38100" cap="rnd">
            <a:solidFill>
              <a:srgbClr val="3567B7"/>
            </a:solidFill>
          </a:ln>
        </p:spPr>
      </p:sp>
      <p:sp>
        <p:nvSpPr>
          <p:cNvPr id="60" name="freeform-60"/>
          <p:cNvSpPr/>
          <p:nvPr/>
        </p:nvSpPr>
        <p:spPr>
          <a:xfrm>
            <a:off x="1628276" y="3732471"/>
            <a:ext cx="76699" cy="68004"/>
          </a:xfrm>
          <a:custGeom>
            <a:avLst/>
            <a:gdLst/>
            <a:ahLst/>
            <a:cxnLst/>
            <a:rect l="0" t="0" r="0" b="0"/>
            <a:pathLst>
              <a:path w="76699" h="68004">
                <a:moveTo>
                  <a:pt x="41025" y="0"/>
                </a:moveTo>
                <a:lnTo>
                  <a:pt x="76699" y="68004"/>
                </a:lnTo>
                <a:lnTo>
                  <a:pt x="0" y="64213"/>
                </a:lnTo>
              </a:path>
            </a:pathLst>
          </a:custGeom>
          <a:noFill/>
          <a:ln w="19050" cap="rnd">
            <a:solidFill>
              <a:srgbClr val="3567B7"/>
            </a:solidFill>
          </a:ln>
        </p:spPr>
      </p:sp>
      <p:sp>
        <p:nvSpPr>
          <p:cNvPr id="61" name="Rounded Rectangle 60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67687" y="2429351"/>
            <a:ext cx="608076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08680" y="2705576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06228" y="3972401"/>
            <a:ext cx="350044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18205" y="4239101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3810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-68"/>
          <p:cNvSpPr/>
          <p:nvPr/>
        </p:nvSpPr>
        <p:spPr>
          <a:xfrm>
            <a:off x="3181350" y="257175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EF7D2B"/>
            </a:solidFill>
          </a:ln>
        </p:spPr>
      </p:sp>
      <p:cxnSp>
        <p:nvCxnSpPr>
          <p:cNvPr id="69" name="Connector 68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3810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-70"/>
          <p:cNvSpPr/>
          <p:nvPr/>
        </p:nvSpPr>
        <p:spPr>
          <a:xfrm>
            <a:off x="3181350" y="411480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3567B7"/>
            </a:solidFill>
          </a:ln>
        </p:spPr>
      </p:sp>
      <p:sp>
        <p:nvSpPr>
          <p:cNvPr id="71" name="Rectangle 70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01568" y="1742599"/>
            <a:ext cx="188214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 b="1">
                <a:solidFill>
                  <a:srgbClr val="111111"/>
                </a:solidFill>
                <a:latin typeface="Times New Roman"/>
              </a:rPr>
              <a:t>eᵥ</a:t>
            </a:r>
          </a:p>
        </p:txBody>
      </p:sp>
      <p:sp>
        <p:nvSpPr>
          <p:cNvPr id="73" name="Oval 72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333750" y="25527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333750" y="28956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3810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-77"/>
          <p:cNvSpPr/>
          <p:nvPr/>
        </p:nvSpPr>
        <p:spPr>
          <a:xfrm>
            <a:off x="3943350" y="257175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EF7D2B"/>
            </a:solidFill>
          </a:ln>
        </p:spPr>
      </p:sp>
      <p:sp>
        <p:nvSpPr>
          <p:cNvPr id="78" name="Rectangle 77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32334" y="32946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s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80" name="Oval 79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343275" y="434340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3810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-84"/>
          <p:cNvSpPr/>
          <p:nvPr/>
        </p:nvSpPr>
        <p:spPr>
          <a:xfrm>
            <a:off x="3943350" y="411480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3567B7"/>
            </a:solidFill>
          </a:ln>
        </p:spPr>
      </p:sp>
      <p:sp>
        <p:nvSpPr>
          <p:cNvPr id="85" name="Rounded Rectangle 84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84358" y="265747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384358" y="381952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 rot="5400000">
            <a:off x="53400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94" name="TextBox 93"/>
          <p:cNvSpPr txBox="1"/>
          <p:nvPr/>
        </p:nvSpPr>
        <p:spPr>
          <a:xfrm rot="5400000">
            <a:off x="53683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669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 rot="5400000">
            <a:off x="60639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0" name="TextBox 99"/>
          <p:cNvSpPr txBox="1"/>
          <p:nvPr/>
        </p:nvSpPr>
        <p:spPr>
          <a:xfrm rot="5400000">
            <a:off x="60922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08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 rot="5400000">
            <a:off x="680694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6" name="TextBox 105"/>
          <p:cNvSpPr txBox="1"/>
          <p:nvPr/>
        </p:nvSpPr>
        <p:spPr>
          <a:xfrm rot="5400000">
            <a:off x="683523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3381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 rot="5400000">
            <a:off x="7711821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12" name="TextBox 111"/>
          <p:cNvSpPr txBox="1"/>
          <p:nvPr/>
        </p:nvSpPr>
        <p:spPr>
          <a:xfrm rot="5400000">
            <a:off x="7740110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62697" y="4466272"/>
            <a:ext cx="48006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373302" y="3877628"/>
            <a:ext cx="18859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15" name="freeform-115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</a:ln>
        </p:spPr>
      </p:sp>
      <p:sp>
        <p:nvSpPr>
          <p:cNvPr id="116" name="freeform-116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</a:ln>
        </p:spPr>
      </p:sp>
      <p:sp>
        <p:nvSpPr>
          <p:cNvPr id="117" name="freeform-117"/>
          <p:cNvSpPr/>
          <p:nvPr/>
        </p:nvSpPr>
        <p:spPr>
          <a:xfrm>
            <a:off x="5619750" y="2962275"/>
            <a:ext cx="323850" cy="323850"/>
          </a:xfrm>
          <a:custGeom>
            <a:avLst/>
            <a:gdLst/>
            <a:ahLst/>
            <a:cxnLst/>
            <a:rect l="0" t="0" r="0" b="0"/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18" name="freeform-118"/>
          <p:cNvSpPr/>
          <p:nvPr/>
        </p:nvSpPr>
        <p:spPr>
          <a:xfrm>
            <a:off x="5882983" y="3225508"/>
            <a:ext cx="60617" cy="60617"/>
          </a:xfrm>
          <a:custGeom>
            <a:avLst/>
            <a:gdLst/>
            <a:ahLst/>
            <a:cxnLst/>
            <a:rect l="0" t="0" r="0" b="0"/>
            <a:pathLst>
              <a:path w="60617" h="60617">
                <a:moveTo>
                  <a:pt x="40411" y="0"/>
                </a:moveTo>
                <a:lnTo>
                  <a:pt x="60617" y="60617"/>
                </a:lnTo>
                <a:lnTo>
                  <a:pt x="0" y="40411"/>
                </a:lnTo>
              </a:path>
            </a:pathLst>
          </a:custGeom>
          <a:noFill/>
          <a:ln w="13335" cap="rnd">
            <a:solidFill>
              <a:srgbClr val="111111"/>
            </a:solidFill>
          </a:ln>
        </p:spPr>
      </p:sp>
      <p:sp>
        <p:nvSpPr>
          <p:cNvPr id="119" name="freeform-119"/>
          <p:cNvSpPr/>
          <p:nvPr/>
        </p:nvSpPr>
        <p:spPr>
          <a:xfrm>
            <a:off x="6515100" y="3181350"/>
            <a:ext cx="171450" cy="133350"/>
          </a:xfrm>
          <a:custGeom>
            <a:avLst/>
            <a:gdLst/>
            <a:ahLst/>
            <a:cxnLst/>
            <a:rect l="0" t="0" r="0" b="0"/>
            <a:pathLst>
              <a:path w="171450" h="133350">
                <a:moveTo>
                  <a:pt x="0" y="0"/>
                </a:moveTo>
                <a:lnTo>
                  <a:pt x="171450" y="1333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20" name="freeform-120"/>
          <p:cNvSpPr/>
          <p:nvPr/>
        </p:nvSpPr>
        <p:spPr>
          <a:xfrm>
            <a:off x="6623895" y="3257058"/>
            <a:ext cx="62655" cy="57642"/>
          </a:xfrm>
          <a:custGeom>
            <a:avLst/>
            <a:gdLst/>
            <a:ahLst/>
            <a:cxnLst/>
            <a:rect l="0" t="0" r="0" b="0"/>
            <a:pathLst>
              <a:path w="62655" h="57642">
                <a:moveTo>
                  <a:pt x="35087" y="0"/>
                </a:moveTo>
                <a:lnTo>
                  <a:pt x="62655" y="57642"/>
                </a:lnTo>
                <a:lnTo>
                  <a:pt x="0" y="45111"/>
                </a:lnTo>
              </a:path>
            </a:pathLst>
          </a:custGeom>
          <a:noFill/>
          <a:ln w="13335" cap="rnd">
            <a:solidFill>
              <a:srgbClr val="111111"/>
            </a:solidFill>
          </a:ln>
        </p:spPr>
      </p:sp>
      <p:sp>
        <p:nvSpPr>
          <p:cNvPr id="121" name="freeform-121"/>
          <p:cNvSpPr/>
          <p:nvPr/>
        </p:nvSpPr>
        <p:spPr>
          <a:xfrm>
            <a:off x="7496175" y="3905250"/>
            <a:ext cx="419100" cy="9525"/>
          </a:xfrm>
          <a:custGeom>
            <a:avLst/>
            <a:gdLst/>
            <a:ahLst/>
            <a:cxnLst/>
            <a:rect l="0" t="0" r="0" b="0"/>
            <a:pathLst>
              <a:path w="419100" h="9525">
                <a:moveTo>
                  <a:pt x="0" y="0"/>
                </a:moveTo>
                <a:lnTo>
                  <a:pt x="419100" y="9525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22" name="freeform-122"/>
          <p:cNvSpPr/>
          <p:nvPr/>
        </p:nvSpPr>
        <p:spPr>
          <a:xfrm>
            <a:off x="7857490" y="3884909"/>
            <a:ext cx="57785" cy="57135"/>
          </a:xfrm>
          <a:custGeom>
            <a:avLst/>
            <a:gdLst/>
            <a:ahLst/>
            <a:cxnLst/>
            <a:rect l="0" t="0" r="0" b="0"/>
            <a:pathLst>
              <a:path w="57785" h="57135">
                <a:moveTo>
                  <a:pt x="1299" y="0"/>
                </a:moveTo>
                <a:lnTo>
                  <a:pt x="57785" y="29866"/>
                </a:lnTo>
                <a:lnTo>
                  <a:pt x="0" y="57135"/>
                </a:lnTo>
              </a:path>
            </a:pathLst>
          </a:custGeom>
          <a:noFill/>
          <a:ln w="13335" cap="rnd">
            <a:solidFill>
              <a:srgbClr val="111111"/>
            </a:solidFill>
          </a:ln>
        </p:spPr>
      </p:sp>
      <p:sp>
        <p:nvSpPr>
          <p:cNvPr id="123" name="TextBox 122"/>
          <p:cNvSpPr txBox="1"/>
          <p:nvPr/>
        </p:nvSpPr>
        <p:spPr>
          <a:xfrm>
            <a:off x="8709184" y="17325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z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-132"/>
          <p:cNvSpPr/>
          <p:nvPr/>
        </p:nvSpPr>
        <p:spPr>
          <a:xfrm>
            <a:off x="9001125" y="2590800"/>
            <a:ext cx="581025" cy="381000"/>
          </a:xfrm>
          <a:custGeom>
            <a:avLst/>
            <a:gdLst/>
            <a:ahLst/>
            <a:cxnLst/>
            <a:rect l="0" t="0" r="0" b="0"/>
            <a:pathLst>
              <a:path w="581025" h="381000">
                <a:moveTo>
                  <a:pt x="0" y="0"/>
                </a:moveTo>
                <a:lnTo>
                  <a:pt x="581025" y="38100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33" name="freeform-133"/>
          <p:cNvSpPr/>
          <p:nvPr/>
        </p:nvSpPr>
        <p:spPr>
          <a:xfrm>
            <a:off x="9518689" y="2916566"/>
            <a:ext cx="63461" cy="55234"/>
          </a:xfrm>
          <a:custGeom>
            <a:avLst/>
            <a:gdLst/>
            <a:ahLst/>
            <a:cxnLst/>
            <a:rect l="0" t="0" r="0" b="0"/>
            <a:pathLst>
              <a:path w="63461" h="55234">
                <a:moveTo>
                  <a:pt x="31339" y="0"/>
                </a:moveTo>
                <a:lnTo>
                  <a:pt x="63461" y="55234"/>
                </a:lnTo>
                <a:lnTo>
                  <a:pt x="0" y="47791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134" name="freeform-134"/>
          <p:cNvSpPr/>
          <p:nvPr/>
        </p:nvSpPr>
        <p:spPr>
          <a:xfrm>
            <a:off x="9001125" y="3076575"/>
            <a:ext cx="571500" cy="904875"/>
          </a:xfrm>
          <a:custGeom>
            <a:avLst/>
            <a:gdLst/>
            <a:ahLst/>
            <a:cxnLst/>
            <a:rect l="0" t="0" r="0" b="0"/>
            <a:pathLst>
              <a:path w="571500" h="904875">
                <a:moveTo>
                  <a:pt x="0" y="904875"/>
                </a:moveTo>
                <a:lnTo>
                  <a:pt x="571500" y="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35" name="freeform-135"/>
          <p:cNvSpPr/>
          <p:nvPr/>
        </p:nvSpPr>
        <p:spPr>
          <a:xfrm>
            <a:off x="9517947" y="3076575"/>
            <a:ext cx="54678" cy="63579"/>
          </a:xfrm>
          <a:custGeom>
            <a:avLst/>
            <a:gdLst/>
            <a:ahLst/>
            <a:cxnLst/>
            <a:rect l="0" t="0" r="0" b="0"/>
            <a:pathLst>
              <a:path w="54678" h="63579">
                <a:moveTo>
                  <a:pt x="0" y="33061"/>
                </a:moveTo>
                <a:lnTo>
                  <a:pt x="54678" y="0"/>
                </a:lnTo>
                <a:lnTo>
                  <a:pt x="48320" y="63579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136" name="Rounded Rectangle 135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170795" y="1276350"/>
            <a:ext cx="24231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20501" y="1646396"/>
            <a:ext cx="218599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55698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9043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750975" y="1646396"/>
            <a:ext cx="387001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-147"/>
          <p:cNvSpPr/>
          <p:nvPr/>
        </p:nvSpPr>
        <p:spPr>
          <a:xfrm>
            <a:off x="10458450" y="17049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48" name="Connector 147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-149"/>
          <p:cNvSpPr/>
          <p:nvPr/>
        </p:nvSpPr>
        <p:spPr>
          <a:xfrm>
            <a:off x="11391900" y="17049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50" name="Connector 149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-151"/>
          <p:cNvSpPr/>
          <p:nvPr/>
        </p:nvSpPr>
        <p:spPr>
          <a:xfrm>
            <a:off x="12649200" y="17049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152" name="TextBox 151"/>
          <p:cNvSpPr txBox="1"/>
          <p:nvPr/>
        </p:nvSpPr>
        <p:spPr>
          <a:xfrm>
            <a:off x="12000548" y="16278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freeform-154"/>
          <p:cNvSpPr/>
          <p:nvPr/>
        </p:nvSpPr>
        <p:spPr>
          <a:xfrm>
            <a:off x="9801225" y="20955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55" name="Connector 154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freeform-156"/>
          <p:cNvSpPr/>
          <p:nvPr/>
        </p:nvSpPr>
        <p:spPr>
          <a:xfrm>
            <a:off x="10725150" y="20955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57" name="Connector 156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freeform-158"/>
          <p:cNvSpPr/>
          <p:nvPr/>
        </p:nvSpPr>
        <p:spPr>
          <a:xfrm>
            <a:off x="11658600" y="20955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159" name="Oval 158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73936" y="2255996"/>
            <a:ext cx="11172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61042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4387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65" name="freeform-165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66" name="freeform-166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67" name="freeform-167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cxnSp>
        <p:nvCxnSpPr>
          <p:cNvPr id="168" name="Connector 167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12611100" y="2152174"/>
            <a:ext cx="470535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611100" y="2323624"/>
            <a:ext cx="557403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765744" y="2903696"/>
            <a:ext cx="137636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602230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526155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2777168" y="2903696"/>
            <a:ext cx="30603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-182"/>
          <p:cNvSpPr/>
          <p:nvPr/>
        </p:nvSpPr>
        <p:spPr>
          <a:xfrm>
            <a:off x="10467975" y="29622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83" name="Connector 182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-184"/>
          <p:cNvSpPr/>
          <p:nvPr/>
        </p:nvSpPr>
        <p:spPr>
          <a:xfrm>
            <a:off x="11391900" y="29622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185" name="Connector 184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freeform-186"/>
          <p:cNvSpPr/>
          <p:nvPr/>
        </p:nvSpPr>
        <p:spPr>
          <a:xfrm>
            <a:off x="12639675" y="296227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28575"/>
                </a:lnTo>
                <a:lnTo>
                  <a:pt x="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187" name="TextBox 186"/>
          <p:cNvSpPr txBox="1"/>
          <p:nvPr/>
        </p:nvSpPr>
        <p:spPr>
          <a:xfrm>
            <a:off x="12114848" y="28851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88" name="Oval 187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79217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90" name="Oval 189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072562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92" name="Oval 191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668601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94" name="Oval 193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0250805" y="3493770"/>
            <a:ext cx="129540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96" name="Oval 195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1092434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98" name="Oval 197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2035409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cxnSp>
        <p:nvCxnSpPr>
          <p:cNvPr id="200" name="Connector 199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freeform-201"/>
          <p:cNvSpPr/>
          <p:nvPr/>
        </p:nvSpPr>
        <p:spPr>
          <a:xfrm>
            <a:off x="9810750" y="38195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202" name="Connector 201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freeform-203"/>
          <p:cNvSpPr/>
          <p:nvPr/>
        </p:nvSpPr>
        <p:spPr>
          <a:xfrm>
            <a:off x="10744200" y="38195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204" name="Connector 203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freeform-205"/>
          <p:cNvSpPr/>
          <p:nvPr/>
        </p:nvSpPr>
        <p:spPr>
          <a:xfrm>
            <a:off x="11687175" y="3819525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57150" y="0"/>
                </a:moveTo>
                <a:lnTo>
                  <a:pt x="28575" y="57150"/>
                </a:lnTo>
                <a:lnTo>
                  <a:pt x="0" y="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06" name="freeform-206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7" name="freeform-207"/>
          <p:cNvSpPr/>
          <p:nvPr/>
        </p:nvSpPr>
        <p:spPr>
          <a:xfrm>
            <a:off x="10254338" y="3771900"/>
            <a:ext cx="61237" cy="59934"/>
          </a:xfrm>
          <a:custGeom>
            <a:avLst/>
            <a:gdLst/>
            <a:ahLst/>
            <a:cxnLst/>
            <a:rect l="0" t="0" r="0" b="0"/>
            <a:pathLst>
              <a:path w="61237" h="59934">
                <a:moveTo>
                  <a:pt x="0" y="18241"/>
                </a:moveTo>
                <a:lnTo>
                  <a:pt x="61237" y="0"/>
                </a:lnTo>
                <a:lnTo>
                  <a:pt x="39087" y="59934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08" name="freeform-208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9" name="freeform-209"/>
          <p:cNvSpPr/>
          <p:nvPr/>
        </p:nvSpPr>
        <p:spPr>
          <a:xfrm>
            <a:off x="11178560" y="3771900"/>
            <a:ext cx="60940" cy="60277"/>
          </a:xfrm>
          <a:custGeom>
            <a:avLst/>
            <a:gdLst/>
            <a:ahLst/>
            <a:cxnLst/>
            <a:rect l="0" t="0" r="0" b="0"/>
            <a:pathLst>
              <a:path w="60940" h="60277">
                <a:moveTo>
                  <a:pt x="0" y="19209"/>
                </a:moveTo>
                <a:lnTo>
                  <a:pt x="60940" y="0"/>
                </a:lnTo>
                <a:lnTo>
                  <a:pt x="39743" y="60277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10" name="freeform-210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11" name="freeform-211"/>
          <p:cNvSpPr/>
          <p:nvPr/>
        </p:nvSpPr>
        <p:spPr>
          <a:xfrm>
            <a:off x="12121535" y="3771900"/>
            <a:ext cx="60940" cy="60277"/>
          </a:xfrm>
          <a:custGeom>
            <a:avLst/>
            <a:gdLst/>
            <a:ahLst/>
            <a:cxnLst/>
            <a:rect l="0" t="0" r="0" b="0"/>
            <a:pathLst>
              <a:path w="60940" h="60277">
                <a:moveTo>
                  <a:pt x="0" y="19209"/>
                </a:moveTo>
                <a:lnTo>
                  <a:pt x="60940" y="0"/>
                </a:lnTo>
                <a:lnTo>
                  <a:pt x="39743" y="60277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12" name="freeform-212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13" name="freeform-213"/>
          <p:cNvSpPr/>
          <p:nvPr/>
        </p:nvSpPr>
        <p:spPr>
          <a:xfrm>
            <a:off x="10689839" y="3171825"/>
            <a:ext cx="63886" cy="51770"/>
          </a:xfrm>
          <a:custGeom>
            <a:avLst/>
            <a:gdLst/>
            <a:ahLst/>
            <a:cxnLst/>
            <a:rect l="0" t="0" r="0" b="0"/>
            <a:pathLst>
              <a:path w="63886" h="51770">
                <a:moveTo>
                  <a:pt x="0" y="1101"/>
                </a:moveTo>
                <a:lnTo>
                  <a:pt x="63886" y="0"/>
                </a:lnTo>
                <a:lnTo>
                  <a:pt x="26436" y="5177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14" name="freeform-214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15" name="freeform-215"/>
          <p:cNvSpPr/>
          <p:nvPr/>
        </p:nvSpPr>
        <p:spPr>
          <a:xfrm>
            <a:off x="11623282" y="3171825"/>
            <a:ext cx="63893" cy="51440"/>
          </a:xfrm>
          <a:custGeom>
            <a:avLst/>
            <a:gdLst/>
            <a:ahLst/>
            <a:cxnLst/>
            <a:rect l="0" t="0" r="0" b="0"/>
            <a:pathLst>
              <a:path w="63893" h="51440">
                <a:moveTo>
                  <a:pt x="0" y="541"/>
                </a:moveTo>
                <a:lnTo>
                  <a:pt x="63893" y="0"/>
                </a:lnTo>
                <a:lnTo>
                  <a:pt x="25991" y="5144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16" name="freeform-216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17" name="freeform-217"/>
          <p:cNvSpPr/>
          <p:nvPr/>
        </p:nvSpPr>
        <p:spPr>
          <a:xfrm>
            <a:off x="12350458" y="3171825"/>
            <a:ext cx="60617" cy="60617"/>
          </a:xfrm>
          <a:custGeom>
            <a:avLst/>
            <a:gdLst/>
            <a:ahLst/>
            <a:cxnLst/>
            <a:rect l="0" t="0" r="0" b="0"/>
            <a:pathLst>
              <a:path w="60617" h="60617">
                <a:moveTo>
                  <a:pt x="0" y="20206"/>
                </a:moveTo>
                <a:lnTo>
                  <a:pt x="60617" y="0"/>
                </a:lnTo>
                <a:lnTo>
                  <a:pt x="40411" y="60617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218" name="Connector 217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freeform-219"/>
          <p:cNvSpPr/>
          <p:nvPr/>
        </p:nvSpPr>
        <p:spPr>
          <a:xfrm>
            <a:off x="9801225" y="25527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57150"/>
                </a:moveTo>
                <a:lnTo>
                  <a:pt x="28575" y="0"/>
                </a:lnTo>
                <a:lnTo>
                  <a:pt x="5715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220" name="Connector 219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freeform-221"/>
          <p:cNvSpPr/>
          <p:nvPr/>
        </p:nvSpPr>
        <p:spPr>
          <a:xfrm>
            <a:off x="10725150" y="25527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57150"/>
                </a:moveTo>
                <a:lnTo>
                  <a:pt x="28575" y="0"/>
                </a:lnTo>
                <a:lnTo>
                  <a:pt x="5715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cxnSp>
        <p:nvCxnSpPr>
          <p:cNvPr id="222" name="Connector 221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freeform-223"/>
          <p:cNvSpPr/>
          <p:nvPr/>
        </p:nvSpPr>
        <p:spPr>
          <a:xfrm>
            <a:off x="11658600" y="2552700"/>
            <a:ext cx="57150" cy="57150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57150"/>
                </a:moveTo>
                <a:lnTo>
                  <a:pt x="28575" y="0"/>
                </a:lnTo>
                <a:lnTo>
                  <a:pt x="57150" y="57150"/>
                </a:lnTo>
              </a:path>
            </a:pathLst>
          </a:custGeom>
          <a:noFill/>
          <a:ln w="14288" cap="rnd">
            <a:solidFill>
              <a:srgbClr val="8D6A00"/>
            </a:solidFill>
          </a:ln>
        </p:spPr>
      </p:sp>
      <p:sp>
        <p:nvSpPr>
          <p:cNvPr id="224" name="TextBox 223"/>
          <p:cNvSpPr txBox="1"/>
          <p:nvPr/>
        </p:nvSpPr>
        <p:spPr>
          <a:xfrm>
            <a:off x="12540710" y="4019074"/>
            <a:ext cx="50854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754362" y="4489132"/>
            <a:ext cx="3427476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100739" y="5298758"/>
            <a:ext cx="3380422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228" name="freeform-228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66675" cap="rnd">
            <a:solidFill>
              <a:srgbClr val="D87478"/>
            </a:solidFill>
          </a:ln>
        </p:spPr>
      </p:sp>
      <p:sp>
        <p:nvSpPr>
          <p:cNvPr id="229" name="freeform-229"/>
          <p:cNvSpPr/>
          <p:nvPr/>
        </p:nvSpPr>
        <p:spPr>
          <a:xfrm>
            <a:off x="1066800" y="5000625"/>
            <a:ext cx="76200" cy="66675"/>
          </a:xfrm>
          <a:custGeom>
            <a:avLst/>
            <a:gdLst/>
            <a:ahLst/>
            <a:cxnLst/>
            <a:rect l="0" t="0" r="0" b="0"/>
            <a:pathLst>
              <a:path w="76200" h="66675">
                <a:moveTo>
                  <a:pt x="0" y="66675"/>
                </a:moveTo>
                <a:lnTo>
                  <a:pt x="38100" y="0"/>
                </a:lnTo>
                <a:lnTo>
                  <a:pt x="76200" y="66675"/>
                </a:lnTo>
              </a:path>
            </a:pathLst>
          </a:custGeom>
          <a:noFill/>
          <a:ln w="19050" cap="rnd">
            <a:solidFill>
              <a:srgbClr val="D87478"/>
            </a:solidFill>
          </a:ln>
        </p:spPr>
      </p:sp>
      <p:sp>
        <p:nvSpPr>
          <p:cNvPr id="230" name="Rounded Rectangle 229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-231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32" name="freeform-232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33" name="freeform-233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cxnSp>
        <p:nvCxnSpPr>
          <p:cNvPr id="234" name="Connector 233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TextBox 235"/>
          <p:cNvSpPr txBox="1"/>
          <p:nvPr/>
        </p:nvSpPr>
        <p:spPr>
          <a:xfrm>
            <a:off x="6915150" y="5335429"/>
            <a:ext cx="1305687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237" name="Oval 236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-238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sp>
        <p:nvSpPr>
          <p:cNvPr id="239" name="freeform-239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cxnSp>
        <p:nvCxnSpPr>
          <p:cNvPr id="240" name="Connector 239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TextBox 240"/>
          <p:cNvSpPr txBox="1"/>
          <p:nvPr/>
        </p:nvSpPr>
        <p:spPr>
          <a:xfrm>
            <a:off x="8829675" y="5335429"/>
            <a:ext cx="58931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242" name="Connector 241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57150" cap="rnd">
            <a:solidFill>
              <a:srgbClr val="D874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freeform-243"/>
          <p:cNvSpPr/>
          <p:nvPr/>
        </p:nvSpPr>
        <p:spPr>
          <a:xfrm>
            <a:off x="5848350" y="541020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66675" y="76200"/>
                </a:moveTo>
                <a:lnTo>
                  <a:pt x="0" y="38100"/>
                </a:lnTo>
                <a:lnTo>
                  <a:pt x="66675" y="0"/>
                </a:lnTo>
              </a:path>
            </a:pathLst>
          </a:custGeom>
          <a:noFill/>
          <a:ln w="19050" cap="rnd">
            <a:solidFill>
              <a:srgbClr val="D87478"/>
            </a:solidFill>
          </a:ln>
        </p:spPr>
      </p:sp>
      <p:sp>
        <p:nvSpPr>
          <p:cNvPr id="244" name="freeform-244"/>
          <p:cNvSpPr/>
          <p:nvPr/>
        </p:nvSpPr>
        <p:spPr>
          <a:xfrm>
            <a:off x="9601200" y="4972050"/>
            <a:ext cx="457200" cy="200025"/>
          </a:xfrm>
          <a:custGeom>
            <a:avLst/>
            <a:gdLst/>
            <a:ahLst/>
            <a:cxnLst/>
            <a:rect l="0" t="0" r="0" b="0"/>
            <a:pathLst>
              <a:path w="457200" h="200025">
                <a:moveTo>
                  <a:pt x="457200" y="0"/>
                </a:moveTo>
                <a:lnTo>
                  <a:pt x="0" y="200025"/>
                </a:lnTo>
              </a:path>
            </a:pathLst>
          </a:custGeom>
          <a:noFill/>
          <a:ln w="57150" cap="rnd">
            <a:solidFill>
              <a:srgbClr val="D87478"/>
            </a:solidFill>
          </a:ln>
        </p:spPr>
      </p:sp>
      <p:sp>
        <p:nvSpPr>
          <p:cNvPr id="245" name="freeform-245"/>
          <p:cNvSpPr/>
          <p:nvPr/>
        </p:nvSpPr>
        <p:spPr>
          <a:xfrm>
            <a:off x="9601200" y="5110445"/>
            <a:ext cx="76356" cy="69811"/>
          </a:xfrm>
          <a:custGeom>
            <a:avLst/>
            <a:gdLst/>
            <a:ahLst/>
            <a:cxnLst/>
            <a:rect l="0" t="0" r="0" b="0"/>
            <a:pathLst>
              <a:path w="76356" h="69811">
                <a:moveTo>
                  <a:pt x="76356" y="69811"/>
                </a:moveTo>
                <a:lnTo>
                  <a:pt x="0" y="61630"/>
                </a:lnTo>
                <a:lnTo>
                  <a:pt x="45814" y="0"/>
                </a:lnTo>
              </a:path>
            </a:pathLst>
          </a:custGeom>
          <a:noFill/>
          <a:ln w="19050" cap="rnd">
            <a:solidFill>
              <a:srgbClr val="D87478"/>
            </a:solidFill>
          </a:ln>
        </p:spPr>
      </p:sp>
      <p:cxnSp>
        <p:nvCxnSpPr>
          <p:cNvPr id="246" name="Connector 245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freeform-247"/>
          <p:cNvSpPr/>
          <p:nvPr/>
        </p:nvSpPr>
        <p:spPr>
          <a:xfrm>
            <a:off x="9629775" y="541020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76200"/>
                </a:moveTo>
                <a:lnTo>
                  <a:pt x="66675" y="38100"/>
                </a:ln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sp>
        <p:nvSpPr>
          <p:cNvPr id="248" name="freeform-248"/>
          <p:cNvSpPr/>
          <p:nvPr/>
        </p:nvSpPr>
        <p:spPr>
          <a:xfrm>
            <a:off x="11106150" y="5410200"/>
            <a:ext cx="66675" cy="76200"/>
          </a:xfrm>
          <a:custGeom>
            <a:avLst/>
            <a:gdLst/>
            <a:ahLst/>
            <a:cxnLst/>
            <a:rect l="0" t="0" r="0" b="0"/>
            <a:pathLst>
              <a:path w="66675" h="76200">
                <a:moveTo>
                  <a:pt x="0" y="0"/>
                </a:moveTo>
                <a:lnTo>
                  <a:pt x="66675" y="38100"/>
                </a:lnTo>
                <a:lnTo>
                  <a:pt x="0" y="76200"/>
                </a:lnTo>
              </a:path>
            </a:pathLst>
          </a:custGeom>
          <a:noFill/>
          <a:ln w="19050" cap="rnd">
            <a:solidFill>
              <a:srgbClr val="777777"/>
            </a:solidFill>
          </a:ln>
        </p:spPr>
      </p:sp>
      <p:sp>
        <p:nvSpPr>
          <p:cNvPr id="249" name="TextBox 248"/>
          <p:cNvSpPr txBox="1"/>
          <p:nvPr/>
        </p:nvSpPr>
        <p:spPr>
          <a:xfrm>
            <a:off x="9995059" y="5181124"/>
            <a:ext cx="85058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sp>
        <p:nvSpPr>
          <p:cNvPr id="250" name="Oval 249"/>
          <p:cNvSpPr/>
          <p:nvPr/>
        </p:nvSpPr>
        <p:spPr>
          <a:xfrm>
            <a:off x="11334750" y="5095875"/>
            <a:ext cx="723900" cy="723900"/>
          </a:xfrm>
          <a:prstGeom prst="ellipse">
            <a:avLst/>
          </a:prstGeom>
          <a:solidFill>
            <a:srgbClr val="58A9E7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-251"/>
          <p:cNvSpPr/>
          <p:nvPr/>
        </p:nvSpPr>
        <p:spPr>
          <a:xfrm>
            <a:off x="11420475" y="5207000"/>
            <a:ext cx="247650" cy="222250"/>
          </a:xfrm>
          <a:custGeom>
            <a:avLst/>
            <a:gdLst/>
            <a:ahLst/>
            <a:cxnLst/>
            <a:rect l="0" t="0" r="0" b="0"/>
            <a:pathLst>
              <a:path w="247650" h="222250">
                <a:moveTo>
                  <a:pt x="28575" y="60325"/>
                </a:moveTo>
                <a:cubicBezTo>
                  <a:pt x="79375" y="9525"/>
                  <a:pt x="139700" y="0"/>
                  <a:pt x="209550" y="31750"/>
                </a:cubicBezTo>
                <a:lnTo>
                  <a:pt x="247650" y="117475"/>
                </a:lnTo>
                <a:lnTo>
                  <a:pt x="180975" y="174625"/>
                </a:lnTo>
                <a:lnTo>
                  <a:pt x="114300" y="155575"/>
                </a:lnTo>
                <a:lnTo>
                  <a:pt x="76200" y="222250"/>
                </a:lnTo>
                <a:lnTo>
                  <a:pt x="0" y="184150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52" name="freeform-252"/>
          <p:cNvSpPr/>
          <p:nvPr/>
        </p:nvSpPr>
        <p:spPr>
          <a:xfrm>
            <a:off x="11687175" y="5172075"/>
            <a:ext cx="190500" cy="266700"/>
          </a:xfrm>
          <a:custGeom>
            <a:avLst/>
            <a:gdLst/>
            <a:ahLst/>
            <a:cxnLst/>
            <a:rect l="0" t="0" r="0" b="0"/>
            <a:pathLst>
              <a:path w="190500" h="266700">
                <a:moveTo>
                  <a:pt x="28575" y="0"/>
                </a:moveTo>
                <a:lnTo>
                  <a:pt x="123825" y="28575"/>
                </a:lnTo>
                <a:lnTo>
                  <a:pt x="180975" y="104775"/>
                </a:lnTo>
                <a:lnTo>
                  <a:pt x="123825" y="152400"/>
                </a:lnTo>
                <a:lnTo>
                  <a:pt x="190500" y="209550"/>
                </a:lnTo>
                <a:lnTo>
                  <a:pt x="123825" y="266700"/>
                </a:lnTo>
                <a:lnTo>
                  <a:pt x="47625" y="209550"/>
                </a:lnTo>
                <a:lnTo>
                  <a:pt x="0" y="1428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53" name="freeform-253"/>
          <p:cNvSpPr/>
          <p:nvPr/>
        </p:nvSpPr>
        <p:spPr>
          <a:xfrm>
            <a:off x="11753850" y="5476875"/>
            <a:ext cx="196850" cy="200025"/>
          </a:xfrm>
          <a:custGeom>
            <a:avLst/>
            <a:gdLst/>
            <a:ahLst/>
            <a:cxnLst/>
            <a:rect l="0" t="0" r="0" b="0"/>
            <a:pathLst>
              <a:path w="196850" h="200025">
                <a:moveTo>
                  <a:pt x="114300" y="0"/>
                </a:moveTo>
                <a:cubicBezTo>
                  <a:pt x="171450" y="19050"/>
                  <a:pt x="196850" y="63500"/>
                  <a:pt x="190500" y="133350"/>
                </a:cubicBezTo>
                <a:lnTo>
                  <a:pt x="95250" y="200025"/>
                </a:lnTo>
                <a:lnTo>
                  <a:pt x="19050" y="152400"/>
                </a:lnTo>
                <a:lnTo>
                  <a:pt x="57150" y="76200"/>
                </a:lnTo>
                <a:lnTo>
                  <a:pt x="0" y="285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54" name="freeform-254"/>
          <p:cNvSpPr/>
          <p:nvPr/>
        </p:nvSpPr>
        <p:spPr>
          <a:xfrm>
            <a:off x="11525250" y="5467350"/>
            <a:ext cx="190500" cy="247650"/>
          </a:xfrm>
          <a:custGeom>
            <a:avLst/>
            <a:gdLst/>
            <a:ahLst/>
            <a:cxnLst/>
            <a:rect l="0" t="0" r="0" b="0"/>
            <a:pathLst>
              <a:path w="190500" h="247650">
                <a:moveTo>
                  <a:pt x="57150" y="0"/>
                </a:moveTo>
                <a:lnTo>
                  <a:pt x="152400" y="28575"/>
                </a:lnTo>
                <a:lnTo>
                  <a:pt x="190500" y="95250"/>
                </a:lnTo>
                <a:lnTo>
                  <a:pt x="133350" y="161925"/>
                </a:lnTo>
                <a:lnTo>
                  <a:pt x="85725" y="247650"/>
                </a:lnTo>
                <a:lnTo>
                  <a:pt x="19050" y="171450"/>
                </a:lnTo>
                <a:lnTo>
                  <a:pt x="0" y="666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55" name="freeform-255"/>
          <p:cNvSpPr/>
          <p:nvPr/>
        </p:nvSpPr>
        <p:spPr>
          <a:xfrm>
            <a:off x="11410950" y="5229225"/>
            <a:ext cx="504825" cy="304800"/>
          </a:xfrm>
          <a:custGeom>
            <a:avLst/>
            <a:gdLst/>
            <a:ahLst/>
            <a:cxnLst/>
            <a:rect l="0" t="0" r="0" b="0"/>
            <a:pathLst>
              <a:path w="504825" h="304800">
                <a:moveTo>
                  <a:pt x="0" y="276225"/>
                </a:moveTo>
                <a:cubicBezTo>
                  <a:pt x="76200" y="263525"/>
                  <a:pt x="139700" y="273050"/>
                  <a:pt x="190500" y="304800"/>
                </a:cubicBezTo>
                <a:moveTo>
                  <a:pt x="323850" y="0"/>
                </a:moveTo>
                <a:cubicBezTo>
                  <a:pt x="381000" y="38100"/>
                  <a:pt x="441325" y="47625"/>
                  <a:pt x="504825" y="28575"/>
                </a:cubicBezTo>
              </a:path>
            </a:pathLst>
          </a:custGeom>
          <a:noFill/>
          <a:ln w="11430" cap="rnd">
            <a:solidFill>
              <a:srgbClr val="111111"/>
            </a:solidFill>
          </a:ln>
        </p:spPr>
      </p:sp>
      <p:sp>
        <p:nvSpPr>
          <p:cNvPr id="256" name="TextBox 255"/>
          <p:cNvSpPr txBox="1"/>
          <p:nvPr/>
        </p:nvSpPr>
        <p:spPr>
          <a:xfrm>
            <a:off x="12125325" y="5421154"/>
            <a:ext cx="122901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